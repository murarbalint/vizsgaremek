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6"/>
  </p:notesMasterIdLst>
  <p:sldIdLst>
    <p:sldId id="256" r:id="rId2"/>
    <p:sldId id="285" r:id="rId3"/>
    <p:sldId id="286" r:id="rId4"/>
    <p:sldId id="287" r:id="rId5"/>
    <p:sldId id="288" r:id="rId6"/>
    <p:sldId id="292" r:id="rId7"/>
    <p:sldId id="289" r:id="rId8"/>
    <p:sldId id="290" r:id="rId9"/>
    <p:sldId id="294" r:id="rId10"/>
    <p:sldId id="291" r:id="rId11"/>
    <p:sldId id="295" r:id="rId12"/>
    <p:sldId id="293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14" r:id="rId32"/>
    <p:sldId id="315" r:id="rId33"/>
    <p:sldId id="316" r:id="rId34"/>
    <p:sldId id="318" r:id="rId35"/>
    <p:sldId id="317" r:id="rId36"/>
    <p:sldId id="319" r:id="rId37"/>
    <p:sldId id="320" r:id="rId38"/>
    <p:sldId id="321" r:id="rId39"/>
    <p:sldId id="322" r:id="rId40"/>
    <p:sldId id="323" r:id="rId41"/>
    <p:sldId id="324" r:id="rId42"/>
    <p:sldId id="325" r:id="rId43"/>
    <p:sldId id="326" r:id="rId44"/>
    <p:sldId id="327" r:id="rId45"/>
    <p:sldId id="328" r:id="rId46"/>
    <p:sldId id="329" r:id="rId47"/>
    <p:sldId id="330" r:id="rId48"/>
    <p:sldId id="331" r:id="rId49"/>
    <p:sldId id="332" r:id="rId50"/>
    <p:sldId id="284" r:id="rId51"/>
    <p:sldId id="261" r:id="rId52"/>
    <p:sldId id="262" r:id="rId53"/>
    <p:sldId id="263" r:id="rId54"/>
    <p:sldId id="264" r:id="rId55"/>
    <p:sldId id="265" r:id="rId56"/>
    <p:sldId id="266" r:id="rId57"/>
    <p:sldId id="267" r:id="rId58"/>
    <p:sldId id="268" r:id="rId59"/>
    <p:sldId id="269" r:id="rId60"/>
    <p:sldId id="270" r:id="rId61"/>
    <p:sldId id="271" r:id="rId62"/>
    <p:sldId id="272" r:id="rId63"/>
    <p:sldId id="279" r:id="rId64"/>
    <p:sldId id="280" r:id="rId65"/>
    <p:sldId id="277" r:id="rId66"/>
    <p:sldId id="278" r:id="rId67"/>
    <p:sldId id="281" r:id="rId68"/>
    <p:sldId id="282" r:id="rId69"/>
    <p:sldId id="283" r:id="rId70"/>
    <p:sldId id="273" r:id="rId71"/>
    <p:sldId id="274" r:id="rId72"/>
    <p:sldId id="275" r:id="rId73"/>
    <p:sldId id="276" r:id="rId74"/>
    <p:sldId id="260" r:id="rId7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13BCEAC-1CB4-ED8D-B1FE-7C8061CBFF84}" name="Hartwig-Matos Dávid Gábor" initials="DH" userId="S::hartwig-matos.david@ckik.hu::bfcc1530-1e62-4363-a5e8-7752c6509ed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9098"/>
    <a:srgbClr val="101010"/>
    <a:srgbClr val="DF6266"/>
    <a:srgbClr val="A6CAEC"/>
    <a:srgbClr val="D9D9D9"/>
    <a:srgbClr val="826300"/>
    <a:srgbClr val="C09200"/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67" autoAdjust="0"/>
    <p:restoredTop sz="63507" autoAdjust="0"/>
  </p:normalViewPr>
  <p:slideViewPr>
    <p:cSldViewPr snapToGrid="0">
      <p:cViewPr>
        <p:scale>
          <a:sx n="50" d="100"/>
          <a:sy n="50" d="100"/>
        </p:scale>
        <p:origin x="2784" y="10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8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D97DA-3C2D-473B-9879-C9E8DFDC0ADE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C5E6D-3E4C-49FB-9A41-2B2D0686B0F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32303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Login/bejelentkezés (röviden</a:t>
            </a:r>
          </a:p>
          <a:p>
            <a:r>
              <a:rPr lang="hu-HU" dirty="0" err="1"/>
              <a:t>Feed-et</a:t>
            </a:r>
            <a:r>
              <a:rPr lang="hu-HU" dirty="0"/>
              <a:t> </a:t>
            </a:r>
            <a:r>
              <a:rPr lang="hu-HU" dirty="0" err="1"/>
              <a:t>görgestd</a:t>
            </a:r>
            <a:endParaRPr lang="hu-HU" dirty="0"/>
          </a:p>
          <a:p>
            <a:r>
              <a:rPr lang="hu-HU" dirty="0"/>
              <a:t>Profil 3 bejegyzés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C5E6D-3E4C-49FB-9A41-2B2D0686B0F4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062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Reszponzivitás</a:t>
            </a:r>
            <a:endParaRPr lang="hu-HU" dirty="0"/>
          </a:p>
          <a:p>
            <a:r>
              <a:rPr lang="hu-HU" dirty="0"/>
              <a:t>2verzió van telefonos / gépes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C5E6D-3E4C-49FB-9A41-2B2D0686B0F4}" type="slidenum">
              <a:rPr lang="hu-HU" smtClean="0"/>
              <a:t>54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47056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C5E6D-3E4C-49FB-9A41-2B2D0686B0F4}" type="slidenum">
              <a:rPr lang="hu-HU" smtClean="0"/>
              <a:t>55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07695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0ED08-5050-5FBE-19F8-E03608D74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40AF1D9E-4A75-D161-E7B4-0EA85F29E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6CFC83DF-447F-621B-BA21-3017A8125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F1AC53E-EF12-0F98-5707-3677898C5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C5E6D-3E4C-49FB-9A41-2B2D0686B0F4}" type="slidenum">
              <a:rPr lang="hu-HU" smtClean="0"/>
              <a:t>56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53846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63ED8-0095-8FDA-FDCD-A87A16187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F3770D81-B8BF-048A-2903-01904FF04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B01841D4-8EB2-9316-55B2-13BC5F277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1628211-1ABC-C33E-96BE-D0D512859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C5E6D-3E4C-49FB-9A41-2B2D0686B0F4}" type="slidenum">
              <a:rPr lang="hu-HU" smtClean="0"/>
              <a:t>57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7832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890C6-4E3D-2C71-E63C-40F42C848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87798DB7-EBD0-4E57-740C-834E2FE07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69F064DB-79E1-CFA8-459E-F10A889F6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F7F1753-828A-D6B4-0598-E2F65F03F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C5E6D-3E4C-49FB-9A41-2B2D0686B0F4}" type="slidenum">
              <a:rPr lang="hu-HU" smtClean="0"/>
              <a:t>58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6813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D806C-BCAF-5D29-6F1A-F7731969B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37421D8F-F5CD-2AE6-EDA3-328FD598A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75586D1C-9E2F-79B9-86CA-230C5C68D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AAA0A16-0ED3-EF63-FF3F-63F99EB1EE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C5E6D-3E4C-49FB-9A41-2B2D0686B0F4}" type="slidenum">
              <a:rPr lang="hu-HU" smtClean="0"/>
              <a:t>59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024451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10276-0AF2-297C-D48E-1E53C7622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2205F170-D117-8A3B-0CC6-5C86AD88F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9D7855FF-150C-26E7-9839-70FB2F15A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EBFC326-D512-CEA3-D009-2A0D3AD02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C5E6D-3E4C-49FB-9A41-2B2D0686B0F4}" type="slidenum">
              <a:rPr lang="hu-HU" smtClean="0"/>
              <a:t>60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38841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53BFF-BE1B-13D5-7577-8C07DEF3C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F8067E52-1EC8-397F-39F5-48F7F86D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B0F76A31-6522-207A-63A6-26C985496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A3151E6-14CE-C982-D621-0E0F6118C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C5E6D-3E4C-49FB-9A41-2B2D0686B0F4}" type="slidenum">
              <a:rPr lang="hu-HU" smtClean="0"/>
              <a:t>61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3181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662F7-5590-34EE-9B75-8729064D0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6E09E4F9-0DF5-3DF3-9D83-773403EC4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9F9C6C6D-3D04-3FCE-9D00-0547D5FF4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B47C07-C5EE-D3F1-0ABE-69506E534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C5E6D-3E4C-49FB-9A41-2B2D0686B0F4}" type="slidenum">
              <a:rPr lang="hu-HU" smtClean="0"/>
              <a:t>62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787712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17E1F-C0F7-6F1D-337A-562695647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A5B6D19E-0F0E-68A2-A07C-70D25AD2C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6D0E7AB7-B741-D9B5-E5D6-99D024C99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99FE662-A042-1D4A-DA14-2656D38F9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C5E6D-3E4C-49FB-9A41-2B2D0686B0F4}" type="slidenum">
              <a:rPr lang="hu-HU" smtClean="0"/>
              <a:t>63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687286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B5F70-1131-E94A-02DF-9F42A84B9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A9B952A0-844A-B5D2-51EF-9DB437B87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9BC65D0F-5F2D-17CA-1DC2-20E8B3EFA0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8DB04E4-87E2-3113-2745-5C4FEF347D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C5E6D-3E4C-49FB-9A41-2B2D0686B0F4}" type="slidenum">
              <a:rPr lang="hu-HU" smtClean="0"/>
              <a:t>64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829335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A623E-0CF2-6D43-6EB2-C1C7A6541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EBA11150-34CE-49D4-3C20-73FAC5352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F2C91742-E9E4-EFCA-F204-B3AC81414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5296369-87F8-BE0C-C34D-751D8EC8EF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C5E6D-3E4C-49FB-9A41-2B2D0686B0F4}" type="slidenum">
              <a:rPr lang="hu-HU" smtClean="0"/>
              <a:t>65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93991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79F75-9B77-35EA-784A-E81FCBEE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C283A9A2-3D48-648A-2BBD-6950C4D7B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2CA7D220-DC21-98B1-0228-73E722645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41B2F1C-6792-C20E-2E58-D8F30DD92C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C5E6D-3E4C-49FB-9A41-2B2D0686B0F4}" type="slidenum">
              <a:rPr lang="hu-HU" smtClean="0"/>
              <a:t>66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412699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8FE7B-E866-2BE3-8741-EDF435E19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87538A2E-43A2-AED6-CB6E-8A09CBABF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8EC6078E-9DC5-2BC2-BA9B-7952B3927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3AC2FC7-8BE6-F4ED-3859-0A4AA1A45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C5E6D-3E4C-49FB-9A41-2B2D0686B0F4}" type="slidenum">
              <a:rPr lang="hu-HU" smtClean="0"/>
              <a:t>67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10033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DD932-28BB-EB01-E4CD-001B8441A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4D604226-3B55-7665-A227-0101B6E70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EBBD8193-9964-4834-80F7-7D885FBF3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336F89B-E8BB-7F8B-EE30-3AB96BFAA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C5E6D-3E4C-49FB-9A41-2B2D0686B0F4}" type="slidenum">
              <a:rPr lang="hu-HU" smtClean="0"/>
              <a:t>68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5875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777E7-AA20-39A2-2B15-A33AB2B0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75EA745D-28F4-5806-EA96-4D3674D8B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E8F0C9A9-D09E-2F5F-B004-89227955C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3DD1222-48C3-47D7-58D9-5ED5363A2C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C5E6D-3E4C-49FB-9A41-2B2D0686B0F4}" type="slidenum">
              <a:rPr lang="hu-HU" smtClean="0"/>
              <a:t>69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18533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1BD89-008D-ABF7-444E-9ED929949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7B064BF2-1146-BA96-C3E0-1C1F80BF5A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9DF73E04-1531-5DA2-7526-5C2916DC4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8599716-3E5C-355B-68F1-249040B8D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C5E6D-3E4C-49FB-9A41-2B2D0686B0F4}" type="slidenum">
              <a:rPr lang="hu-HU" smtClean="0"/>
              <a:t>70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150237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EF7B9-6F0A-5F0D-A8EA-D33BA06A9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2140FBDA-DB25-A7C0-67D5-F8CD989F2E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8FFCDD39-2D1D-9657-3E2B-8144F02F30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F8B2C4F-F05D-48E7-CCA9-D8172C20A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C5E6D-3E4C-49FB-9A41-2B2D0686B0F4}" type="slidenum">
              <a:rPr lang="hu-HU" smtClean="0"/>
              <a:t>71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024220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1E45E-5B7F-DF3F-9288-FAFE0D967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48F01BC4-51F3-5E64-7641-52B09476C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070EC5D6-9492-4BF7-6F97-179B061ED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4FDAA50-26EE-5549-1CEB-B973C9887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C5E6D-3E4C-49FB-9A41-2B2D0686B0F4}" type="slidenum">
              <a:rPr lang="hu-HU" smtClean="0"/>
              <a:t>72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209815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7C885-182F-1B99-4879-B65902ABB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CDDD5A16-0625-A7BE-12CD-A730B933F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4CB089C2-3F1C-3DB5-CBF1-C25E7A3BF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FF1B12A-D77B-FB5E-4FE8-15B2408FE1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C5E6D-3E4C-49FB-9A41-2B2D0686B0F4}" type="slidenum">
              <a:rPr lang="hu-HU" smtClean="0"/>
              <a:t>73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7807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4EFD19-41DE-8C0A-43AB-FC3EB2D30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25F9719-6F38-A56A-6778-40B10147F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F10249A-6F40-0A1C-5F28-0E94D6057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E9F10-87AB-4C75-A2C8-91EDBE9BAED9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FBF3066-540C-CEC5-BD00-DABA7F7BB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58B5C19-362E-62B2-6C6F-C7912B076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7809-B8CF-48B9-AEFE-889332BCF5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11288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E397B4-0BB1-6491-73E9-F330AF700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F95C4D7-CBBA-86D5-7626-F488AC355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2943D13-A78A-BA30-A5AC-527D94B2C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E9F10-87AB-4C75-A2C8-91EDBE9BAED9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AA72F04-C42D-D4F0-F4FB-F629E9D43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E8E9500-F4D2-4EF4-B9D3-47CF11CFF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7809-B8CF-48B9-AEFE-889332BCF5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7693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A884F0C-BC8A-A33F-70A7-3EAC3A616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0562960-B4F8-BC18-A8C6-F15036BC3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EB07135-1876-C49F-A7C7-7E7A39864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E9F10-87AB-4C75-A2C8-91EDBE9BAED9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9F837C8-043B-63DF-7392-D3592AC43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27CC165-3D81-CE9D-9B6F-6F7B6BEE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7809-B8CF-48B9-AEFE-889332BCF5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16336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7E0F32-BC7D-8388-B360-4809CF248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3566295-8FF9-79D8-6378-255523CF9F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A73CF9C-CBF6-D712-BA1B-1F90738F2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D4042FA-2B7F-1DD1-1270-2E115E06B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E9F10-87AB-4C75-A2C8-91EDBE9BAED9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86B13B7-4FFF-A52A-E44E-BDD28C91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0271798-85D9-FDF1-AB4C-BF0256B6C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7809-B8CF-48B9-AEFE-889332BCF5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8269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FA7C7A-B991-267F-6503-4EB371CF9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90D4D0E-C27F-5BD8-5DA7-0D26F85F5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0BC89B2-3120-5537-4A19-126F4B7B9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5161616F-4586-1957-FC6E-B4BBF111D9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B687D38-BEC7-78CB-1B1E-D16EDA273E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93625F10-2F07-3771-5646-E5F6ECBA2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E9F10-87AB-4C75-A2C8-91EDBE9BAED9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F96F5178-7744-3CD9-15F5-A227703D1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79C16CE3-E6BA-1EDB-BF46-DE1CF5761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7809-B8CF-48B9-AEFE-889332BCF5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5507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9E3532-7480-E1E2-E914-AD86D5A7D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9B820703-76FB-9D57-ECF9-F943CFC3E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E9F10-87AB-4C75-A2C8-91EDBE9BAED9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4A8EC73-3F0D-9621-157F-E0B94A1CD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22CEFA9-0F0D-7841-2FB7-C1858FC43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7809-B8CF-48B9-AEFE-889332BCF5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85715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58A69B2C-1874-5450-3922-5EA817830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E9F10-87AB-4C75-A2C8-91EDBE9BAED9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504B2850-9703-A3E2-4AD4-D0F2E92DD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C9C50AD-28E8-E928-3785-72391D30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7809-B8CF-48B9-AEFE-889332BCF5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92426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5B868AC-9ADA-DBE8-C2A7-9AE9004C8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090A848-24D6-76D3-83DB-EE46E7BE9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BDD7101-2E19-E9E7-28FD-29113EBDA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086C124-F4D3-F77D-D22A-67E79BC6D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E9F10-87AB-4C75-A2C8-91EDBE9BAED9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B068C9E-34BE-F91E-585F-067FEFC1A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6528841-595E-E278-D819-AC81A40FF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7809-B8CF-48B9-AEFE-889332BCF5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3106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57F69B-E76C-2486-208C-3892F3DF9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912FCC22-92E3-A06F-E9DC-C2BD85196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15ED01C-89F2-2364-080C-359CE5E13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A5EF6FA-CF35-489C-0CD7-6CF6C66EC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E9F10-87AB-4C75-A2C8-91EDBE9BAED9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0F7A3FE-7F41-78B6-D54D-5E242DEF1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6336E21-6863-34AE-C6DA-474358B3D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7809-B8CF-48B9-AEFE-889332BCF5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28478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E7395E-46C0-5158-2926-6E89F734F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EADA6E2-0219-FBF1-83E2-E2B4588BE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E06FDDB-041D-A06E-DE9F-AE296F2AB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E9F10-87AB-4C75-A2C8-91EDBE9BAED9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BA17840-E1F7-F194-A256-DCACF62F4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612E0D3-62BC-5430-FBB2-340AA6177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7809-B8CF-48B9-AEFE-889332BCF5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30117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260D65CE-B44D-6480-7593-FAE7D3CF83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6F02876-2E78-C5F3-7853-A327F0B3C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5310C23-1C59-CCFD-8FA3-0FD75C820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E9F10-87AB-4C75-A2C8-91EDBE9BAED9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E252F9B-DD25-CEF7-BCDD-AD6B912BA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5A4A640-D164-9FB7-2224-10B8D475D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87809-B8CF-48B9-AEFE-889332BCF5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55523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609203EC-1E2E-A1F3-83B5-3E96F7250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3E02270-7C35-C81F-223E-B92DCCCCE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9759215-C5BE-BD15-A773-A01D6348E0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E9F10-87AB-4C75-A2C8-91EDBE9BAED9}" type="datetimeFigureOut">
              <a:rPr lang="hu-HU" smtClean="0"/>
              <a:t>2026. 04. 26.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A036A63-2CB7-DBEF-776E-41CEA5176B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66F31C7-E2E5-4A50-47EE-9C3555CAB3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987809-B8CF-48B9-AEFE-889332BCF5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934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fi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8.png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3.png"/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1.png"/><Relationship Id="rId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9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7.png"/><Relationship Id="rId5" Type="http://schemas.openxmlformats.org/officeDocument/2006/relationships/image" Target="../media/image3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9.png"/><Relationship Id="rId3" Type="http://schemas.microsoft.com/office/2007/relationships/hdphoto" Target="../media/hdphoto1.wdp"/><Relationship Id="rId7" Type="http://schemas.openxmlformats.org/officeDocument/2006/relationships/image" Target="../media/image15.png"/><Relationship Id="rId12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7.png"/><Relationship Id="rId5" Type="http://schemas.openxmlformats.org/officeDocument/2006/relationships/image" Target="../media/image3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9.png"/><Relationship Id="rId3" Type="http://schemas.microsoft.com/office/2007/relationships/hdphoto" Target="../media/hdphoto1.wdp"/><Relationship Id="rId7" Type="http://schemas.openxmlformats.org/officeDocument/2006/relationships/image" Target="../media/image16.png"/><Relationship Id="rId12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7.png"/><Relationship Id="rId5" Type="http://schemas.openxmlformats.org/officeDocument/2006/relationships/image" Target="../media/image3.pn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9.png"/><Relationship Id="rId3" Type="http://schemas.microsoft.com/office/2007/relationships/hdphoto" Target="../media/hdphoto1.wdp"/><Relationship Id="rId7" Type="http://schemas.openxmlformats.org/officeDocument/2006/relationships/image" Target="../media/image16.png"/><Relationship Id="rId12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7.png"/><Relationship Id="rId5" Type="http://schemas.openxmlformats.org/officeDocument/2006/relationships/image" Target="../media/image3.pn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2.png"/><Relationship Id="rId4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2.png"/><Relationship Id="rId4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2.png"/><Relationship Id="rId4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2.png"/><Relationship Id="rId4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2.png"/><Relationship Id="rId4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2.png"/><Relationship Id="rId4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2.png"/><Relationship Id="rId4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8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6.png"/><Relationship Id="rId5" Type="http://schemas.openxmlformats.org/officeDocument/2006/relationships/image" Target="../media/image3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8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6.png"/><Relationship Id="rId5" Type="http://schemas.openxmlformats.org/officeDocument/2006/relationships/image" Target="../media/image3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8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6.png"/><Relationship Id="rId5" Type="http://schemas.openxmlformats.org/officeDocument/2006/relationships/image" Target="../media/image3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8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6.png"/><Relationship Id="rId5" Type="http://schemas.openxmlformats.org/officeDocument/2006/relationships/image" Target="../media/image3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8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6.png"/><Relationship Id="rId5" Type="http://schemas.openxmlformats.org/officeDocument/2006/relationships/image" Target="../media/image3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8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6.png"/><Relationship Id="rId5" Type="http://schemas.openxmlformats.org/officeDocument/2006/relationships/image" Target="../media/image3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34.png"/><Relationship Id="rId5" Type="http://schemas.openxmlformats.org/officeDocument/2006/relationships/image" Target="../media/image3.png"/><Relationship Id="rId10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37.png"/><Relationship Id="rId5" Type="http://schemas.openxmlformats.org/officeDocument/2006/relationships/image" Target="../media/image2.png"/><Relationship Id="rId10" Type="http://schemas.openxmlformats.org/officeDocument/2006/relationships/image" Target="../media/image36.png"/><Relationship Id="rId4" Type="http://schemas.microsoft.com/office/2007/relationships/hdphoto" Target="../media/hdphoto1.wdp"/><Relationship Id="rId9" Type="http://schemas.openxmlformats.org/officeDocument/2006/relationships/image" Target="../media/image35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39.png"/><Relationship Id="rId5" Type="http://schemas.openxmlformats.org/officeDocument/2006/relationships/image" Target="../media/image2.png"/><Relationship Id="rId10" Type="http://schemas.openxmlformats.org/officeDocument/2006/relationships/image" Target="../media/image38.png"/><Relationship Id="rId4" Type="http://schemas.microsoft.com/office/2007/relationships/hdphoto" Target="../media/hdphoto1.wdp"/><Relationship Id="rId9" Type="http://schemas.openxmlformats.org/officeDocument/2006/relationships/image" Target="../media/image34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41.png"/><Relationship Id="rId5" Type="http://schemas.openxmlformats.org/officeDocument/2006/relationships/image" Target="../media/image2.png"/><Relationship Id="rId10" Type="http://schemas.openxmlformats.org/officeDocument/2006/relationships/image" Target="../media/image40.png"/><Relationship Id="rId4" Type="http://schemas.microsoft.com/office/2007/relationships/hdphoto" Target="../media/hdphoto1.wdp"/><Relationship Id="rId9" Type="http://schemas.openxmlformats.org/officeDocument/2006/relationships/image" Target="../media/image34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40.png"/><Relationship Id="rId5" Type="http://schemas.openxmlformats.org/officeDocument/2006/relationships/image" Target="../media/image43.png"/><Relationship Id="rId10" Type="http://schemas.openxmlformats.org/officeDocument/2006/relationships/image" Target="../media/image34.png"/><Relationship Id="rId4" Type="http://schemas.microsoft.com/office/2007/relationships/hdphoto" Target="../media/hdphoto1.wdp"/><Relationship Id="rId9" Type="http://schemas.openxmlformats.org/officeDocument/2006/relationships/image" Target="../media/image5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40.png"/><Relationship Id="rId5" Type="http://schemas.openxmlformats.org/officeDocument/2006/relationships/image" Target="../media/image43.png"/><Relationship Id="rId10" Type="http://schemas.openxmlformats.org/officeDocument/2006/relationships/image" Target="../media/image34.png"/><Relationship Id="rId4" Type="http://schemas.microsoft.com/office/2007/relationships/hdphoto" Target="../media/hdphoto1.wdp"/><Relationship Id="rId9" Type="http://schemas.openxmlformats.org/officeDocument/2006/relationships/image" Target="../media/image5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45.png"/><Relationship Id="rId5" Type="http://schemas.openxmlformats.org/officeDocument/2006/relationships/image" Target="../media/image2.png"/><Relationship Id="rId10" Type="http://schemas.openxmlformats.org/officeDocument/2006/relationships/image" Target="../media/image44.png"/><Relationship Id="rId4" Type="http://schemas.microsoft.com/office/2007/relationships/hdphoto" Target="../media/hdphoto1.wdp"/><Relationship Id="rId9" Type="http://schemas.openxmlformats.org/officeDocument/2006/relationships/image" Target="../media/image34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45.png"/><Relationship Id="rId5" Type="http://schemas.openxmlformats.org/officeDocument/2006/relationships/image" Target="../media/image2.png"/><Relationship Id="rId10" Type="http://schemas.openxmlformats.org/officeDocument/2006/relationships/image" Target="../media/image44.png"/><Relationship Id="rId4" Type="http://schemas.microsoft.com/office/2007/relationships/hdphoto" Target="../media/hdphoto1.wdp"/><Relationship Id="rId9" Type="http://schemas.openxmlformats.org/officeDocument/2006/relationships/image" Target="../media/image34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45.png"/><Relationship Id="rId5" Type="http://schemas.openxmlformats.org/officeDocument/2006/relationships/image" Target="../media/image2.png"/><Relationship Id="rId10" Type="http://schemas.openxmlformats.org/officeDocument/2006/relationships/image" Target="../media/image44.png"/><Relationship Id="rId4" Type="http://schemas.microsoft.com/office/2007/relationships/hdphoto" Target="../media/hdphoto1.wdp"/><Relationship Id="rId9" Type="http://schemas.openxmlformats.org/officeDocument/2006/relationships/image" Target="../media/image34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Relationship Id="rId9" Type="http://schemas.openxmlformats.org/officeDocument/2006/relationships/image" Target="../media/image34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Relationship Id="rId9" Type="http://schemas.openxmlformats.org/officeDocument/2006/relationships/image" Target="../media/image34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Relationship Id="rId9" Type="http://schemas.openxmlformats.org/officeDocument/2006/relationships/image" Target="../media/image34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48.png"/><Relationship Id="rId5" Type="http://schemas.openxmlformats.org/officeDocument/2006/relationships/image" Target="../media/image2.png"/><Relationship Id="rId10" Type="http://schemas.openxmlformats.org/officeDocument/2006/relationships/image" Target="../media/image47.png"/><Relationship Id="rId4" Type="http://schemas.microsoft.com/office/2007/relationships/hdphoto" Target="../media/hdphoto1.wdp"/><Relationship Id="rId9" Type="http://schemas.openxmlformats.org/officeDocument/2006/relationships/image" Target="../media/image34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48.png"/><Relationship Id="rId5" Type="http://schemas.openxmlformats.org/officeDocument/2006/relationships/image" Target="../media/image2.png"/><Relationship Id="rId10" Type="http://schemas.openxmlformats.org/officeDocument/2006/relationships/image" Target="../media/image47.png"/><Relationship Id="rId4" Type="http://schemas.microsoft.com/office/2007/relationships/hdphoto" Target="../media/hdphoto1.wdp"/><Relationship Id="rId9" Type="http://schemas.openxmlformats.org/officeDocument/2006/relationships/image" Target="../media/image34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49.png"/><Relationship Id="rId4" Type="http://schemas.microsoft.com/office/2007/relationships/hdphoto" Target="../media/hdphoto1.wdp"/><Relationship Id="rId9" Type="http://schemas.openxmlformats.org/officeDocument/2006/relationships/image" Target="../media/image34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50.png"/><Relationship Id="rId4" Type="http://schemas.microsoft.com/office/2007/relationships/hdphoto" Target="../media/hdphoto1.wdp"/><Relationship Id="rId9" Type="http://schemas.openxmlformats.org/officeDocument/2006/relationships/image" Target="../media/image34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Relationship Id="rId9" Type="http://schemas.openxmlformats.org/officeDocument/2006/relationships/image" Target="../media/image34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Relationship Id="rId9" Type="http://schemas.openxmlformats.org/officeDocument/2006/relationships/image" Target="../media/image34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1.png"/><Relationship Id="rId9" Type="http://schemas.openxmlformats.org/officeDocument/2006/relationships/image" Target="../media/image34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1.png"/><Relationship Id="rId9" Type="http://schemas.openxmlformats.org/officeDocument/2006/relationships/image" Target="../media/image34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728393C9-67A3-3BA5-B18D-0595F1DF9677}"/>
              </a:ext>
            </a:extLst>
          </p:cNvPr>
          <p:cNvGrpSpPr/>
          <p:nvPr/>
        </p:nvGrpSpPr>
        <p:grpSpPr>
          <a:xfrm>
            <a:off x="10160179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70A21311-753D-C8DA-01E8-AD05D0EEBFC3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7ABA25FD-65BA-8C6D-89B6-F7091F6FC58D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24CDA004-46AF-97DC-E8DC-B80CC82A50E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028ED00E-006D-C4AE-4021-863DE923AAB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A23B7CBA-B046-ACBA-2897-30CD773F865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86C9144E-C7A5-AA42-E6CF-AF62A63FF317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9A94B503-ECA2-4754-A57E-AF019A5F53F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FECF3523-AE8C-4A29-3D99-DAD6141A2AF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B2BDBEEA-0B5B-6B55-27D8-AD397E7B1CD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1B49A0EA-4FAE-02FB-0246-F59C72068B4B}"/>
              </a:ext>
            </a:extLst>
          </p:cNvPr>
          <p:cNvSpPr/>
          <p:nvPr/>
        </p:nvSpPr>
        <p:spPr>
          <a:xfrm>
            <a:off x="10280683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2920E8A6-2BE2-4F9C-C41C-07AFD1F69AAC}"/>
              </a:ext>
            </a:extLst>
          </p:cNvPr>
          <p:cNvGrpSpPr/>
          <p:nvPr/>
        </p:nvGrpSpPr>
        <p:grpSpPr>
          <a:xfrm>
            <a:off x="-5911399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A69D7902-806F-BC17-3ACF-3269D6B6E838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6D3FFB02-5DEA-90F9-5A2E-F10DCE87443D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EA77EAB4-CED4-FAED-358B-DB9B99C74D5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9C31E248-BC71-9D60-D37B-89DF26E6100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A7F73223-15B7-BC53-5FDE-5FDD7D8FCBB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738F205C-1F85-261C-C1C2-04F15D7AAF74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8AD4E142-2687-53C1-C120-DACFC8D712E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9AF4AAEF-A134-212D-5CB0-E8C4009C02C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CB0DB887-51A4-048A-1141-88BF6753C85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A5D1DA7A-678A-CEAA-C477-771E56E71992}"/>
              </a:ext>
            </a:extLst>
          </p:cNvPr>
          <p:cNvSpPr/>
          <p:nvPr/>
        </p:nvSpPr>
        <p:spPr>
          <a:xfrm>
            <a:off x="-5762797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5482E32E-C5B5-8608-4596-7F433DBE6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746750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D512E7F1-8D38-5362-3C6A-C410C35E1B64}"/>
              </a:ext>
            </a:extLst>
          </p:cNvPr>
          <p:cNvGrpSpPr/>
          <p:nvPr/>
        </p:nvGrpSpPr>
        <p:grpSpPr>
          <a:xfrm>
            <a:off x="-5916895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1795DC0D-7857-9D83-79C5-BFD1748C41A2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99158455-5694-B007-7913-3620FC95F798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A6E2C6A6-48B7-1056-E84F-94E5289B2E7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E0AEFF79-1746-B2D6-8FB7-BCFB2B535C5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AA9A7774-7B67-AFB5-775F-5693964E004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124513DA-A755-FD19-8F6D-8758130EC13E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2C15BE4F-F8F5-07EC-771A-8B9A554A35B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AA3781B0-B8C2-3922-37AB-DE0D78DDE13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A31C573F-2287-3217-7C9F-C4510FFB38E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E13AA5F5-5614-7039-36C8-612423E55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90135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8845C6FB-7AE4-C5A1-E68E-BFAE588AF633}"/>
              </a:ext>
            </a:extLst>
          </p:cNvPr>
          <p:cNvGrpSpPr/>
          <p:nvPr/>
        </p:nvGrpSpPr>
        <p:grpSpPr>
          <a:xfrm>
            <a:off x="10165897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5C71CD7F-40F1-0219-37FA-6253FC16555A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4D81E28F-29A6-78CA-65B4-7CDEBAB29CAB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686A0D91-5B41-97E7-E376-9A6B007AB42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52C8ECC3-3B7B-FC65-7C55-1724AA08CAB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FE9CF40E-18B5-77AD-0E2E-DD32C5AD77D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0672FB29-2AC2-012F-FD1F-B29D8F5F853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B8461235-47A9-0BA0-8948-1406C55FB03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6CD4FA04-74CE-61DF-C07E-393A925213D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49E590F0-1EA7-073A-F363-2FA1353E0D7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E55A1AFA-E316-349B-E83A-F6BAC447F2E4}"/>
              </a:ext>
            </a:extLst>
          </p:cNvPr>
          <p:cNvSpPr/>
          <p:nvPr/>
        </p:nvSpPr>
        <p:spPr>
          <a:xfrm>
            <a:off x="3933713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481DA3D5-324F-2DB3-1608-7186D8AA49B4}"/>
              </a:ext>
            </a:extLst>
          </p:cNvPr>
          <p:cNvSpPr/>
          <p:nvPr/>
        </p:nvSpPr>
        <p:spPr>
          <a:xfrm rot="10800000">
            <a:off x="3763110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AD6B4BAD-8DBE-09EA-8990-FE2227F99B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131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75617DEA-8B6E-2F6C-2BAB-BAE5E15870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751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7D18092C-4ED6-46D2-39E5-88DE8ACE7C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1424351"/>
            <a:ext cx="8985673" cy="599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71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B3640-6143-EDA2-27BD-C2703E06E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031598FB-5E9C-5B34-EB98-33958A3FDE8E}"/>
              </a:ext>
            </a:extLst>
          </p:cNvPr>
          <p:cNvGrpSpPr/>
          <p:nvPr/>
        </p:nvGrpSpPr>
        <p:grpSpPr>
          <a:xfrm>
            <a:off x="4290318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EE69AA4F-997F-2EC4-7D4E-F9F6F17211AC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0CFA8B20-5C5A-4132-982D-CD6D1B64B993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0A139A08-939F-EE4E-EF18-C87AC3518AE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F7F53A08-A196-9531-8979-BFC4F854113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463A5DAD-73D9-3209-171A-2FC6F382573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EDB218B5-932D-0202-C04E-B9F5F0912BDB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035805D6-82C3-F7B4-8E31-0221245C3A0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3D44E907-FEA5-5AA2-2EFA-438D5B54DFD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3F8F5719-CB5A-0B3A-5EA8-22CD7CE6FEC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2742C6FE-74BE-DDD3-2DE5-6AA2980A8B12}"/>
              </a:ext>
            </a:extLst>
          </p:cNvPr>
          <p:cNvSpPr/>
          <p:nvPr/>
        </p:nvSpPr>
        <p:spPr>
          <a:xfrm>
            <a:off x="4410822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CD4FD76A-8D97-5756-BDC1-185BEDBC35C8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E3A13B67-CE21-9AF7-B408-4678201F394C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D265F980-752D-A16C-C514-BCD33180B373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8F678A63-C3EE-3C0C-BD8D-96B618A8641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EBCBAB0D-EFFB-A8FC-3B3C-F6AD3390DAD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EB10E1FB-DA10-9E13-8C77-3E100DBF045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FA152E74-D3AF-E9DE-4FF7-FC52D0DDFE1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9A5265AD-F131-5E5B-F8E2-985F6B38300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D591412C-EC84-5AEE-70EB-7A7B1A510BE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A58DCBD6-08DD-62E4-BB8B-687A2A1E07C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B9CB2FE4-D835-1005-A13F-383FB0288D2C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468ACFFE-E912-8276-DFB8-7AA8683D2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E05EA89D-E934-9812-02FC-7506E20FB603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70F57A07-88D4-3F18-AFEE-CB4633017032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BDE067C7-6F9F-FB7C-90DB-EFCA4D0DD2D8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E1421C26-62FF-D234-60F6-409858B1EAB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5624240B-28B7-F8B1-C868-9980DD21418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82715B90-6799-929C-5A88-DFC13C8FBFA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E50CB37E-A6AF-6ED6-6A4E-22A3FB51377E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BFD9864B-C5C4-8937-3D9B-4ACA090E88A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39B52B4B-38CE-BB0A-E3B8-C18A5012627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7DF2F5A2-E07D-23C8-B81F-837C9055873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2559EC7D-3D29-DE7A-D509-042632E013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027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6B313246-1E49-F76A-F3E1-00F62F87D20C}"/>
              </a:ext>
            </a:extLst>
          </p:cNvPr>
          <p:cNvGrpSpPr/>
          <p:nvPr/>
        </p:nvGrpSpPr>
        <p:grpSpPr>
          <a:xfrm>
            <a:off x="4296036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2F919365-CE79-7D80-5033-808F1ACF618A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2DEEEC71-8453-335B-625F-ABE309AACD0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C2ABEEE1-63CE-CADE-645A-54AB9FB6779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C905FD6A-6B75-AA50-DD2E-D5318AD9AD7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319D1106-EA4F-C359-3FA4-D02E9EC2504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33F3C93E-7024-3542-7C82-A4FD245A7CAA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35DED4A3-B1DC-7D72-FF06-D83D3288EC1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8C38B50E-4F8C-4715-74AB-F7D93CBB6D0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F6C57894-F84C-4E64-C217-746C143C890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FD5D1193-6C9F-BE62-5B7B-99BC5CC40A03}"/>
              </a:ext>
            </a:extLst>
          </p:cNvPr>
          <p:cNvSpPr/>
          <p:nvPr/>
        </p:nvSpPr>
        <p:spPr>
          <a:xfrm>
            <a:off x="-2201621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0278B724-F7B9-FDE1-A1EB-C70948AFB0D6}"/>
              </a:ext>
            </a:extLst>
          </p:cNvPr>
          <p:cNvSpPr/>
          <p:nvPr/>
        </p:nvSpPr>
        <p:spPr>
          <a:xfrm rot="10800000">
            <a:off x="-2372224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444A3285-9477-67A3-1DB2-504B12F72C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F57FAD58-658C-B4F0-8C00-3F0A52DC2E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858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702589AF-198E-4EF3-2A49-9916159F39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4967651"/>
            <a:ext cx="8985673" cy="599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6110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300">
        <p159:morph option="byObject"/>
      </p:transition>
    </mc:Choice>
    <mc:Fallback>
      <p:transition spd="slow" advClick="0" advTm="3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83DB7-E1D1-439D-99A1-C7B60CE4F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4C81B9DC-94D7-4960-878A-C307A8DE2FEB}"/>
              </a:ext>
            </a:extLst>
          </p:cNvPr>
          <p:cNvGrpSpPr/>
          <p:nvPr/>
        </p:nvGrpSpPr>
        <p:grpSpPr>
          <a:xfrm>
            <a:off x="4290318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AB82E619-E44A-9004-9DCD-86F66379B3D2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EB942998-1E18-D3B0-1CEC-09A0C0E1AC89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5BEF34F9-D910-0371-6D85-BA0C89946FA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4F30C266-A0A9-786A-F51E-2E9B57B72E6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571BB5D0-29EA-1944-322A-FA846ED9AF1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D8B2FF11-E57E-0F92-B075-CD37C469E9C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CEB08FE6-A1C1-6064-662D-2B1E03690AB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BF4221F0-1D9B-536C-E85E-6CF1A060936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A7D8E591-4DF6-6E30-72B2-DE8A1DCA967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626C2CE3-2B07-F735-9921-B9394A104F2B}"/>
              </a:ext>
            </a:extLst>
          </p:cNvPr>
          <p:cNvSpPr/>
          <p:nvPr/>
        </p:nvSpPr>
        <p:spPr>
          <a:xfrm>
            <a:off x="4410822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sz="2400" b="1" dirty="0">
                <a:solidFill>
                  <a:schemeClr val="tx1"/>
                </a:solidFill>
                <a:latin typeface="Bodoni MT" panose="02070603080606020203" pitchFamily="18" charset="0"/>
              </a:rPr>
              <a:t>Bálint teendői: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tx1"/>
                </a:solidFill>
                <a:latin typeface="Bodoni MT" panose="02070603080606020203" pitchFamily="18" charset="0"/>
              </a:rPr>
              <a:t>Adatbázis tervezés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tx1"/>
                </a:solidFill>
                <a:latin typeface="Bodoni MT" panose="02070603080606020203" pitchFamily="18" charset="0"/>
              </a:rPr>
              <a:t>Backend fejlesztése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tx1"/>
                </a:solidFill>
                <a:latin typeface="Bodoni MT" panose="02070603080606020203" pitchFamily="18" charset="0"/>
              </a:rPr>
              <a:t>Auth Rendszer fejlesztése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tx1"/>
                </a:solidFill>
                <a:latin typeface="Bodoni MT" panose="02070603080606020203" pitchFamily="18" charset="0"/>
              </a:rPr>
              <a:t>Swagger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tx1"/>
                </a:solidFill>
                <a:latin typeface="Bodoni MT" panose="02070603080606020203" pitchFamily="18" charset="0"/>
              </a:rPr>
              <a:t>Védelem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tx1"/>
                </a:solidFill>
                <a:latin typeface="Bodoni MT" panose="02070603080606020203" pitchFamily="18" charset="0"/>
              </a:rPr>
              <a:t>Tesztelés</a:t>
            </a:r>
          </a:p>
          <a:p>
            <a:pPr algn="ctr"/>
            <a:endParaRPr lang="hu-HU" sz="2400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28AB616E-26C8-B45D-19B6-502DD9CFF1E3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849B5FB2-B5A6-EFB6-2F75-58406E6A6005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71902D84-3B0A-D6C6-C545-4DF54FAE8F89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57D49A0F-7797-2D54-6B8D-FFD3CFE30CA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CC7E2BED-7AB7-0B9F-8AB1-FB6332EB22C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CC93E6CC-F72A-61D6-E7ED-5A1D1148170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598DE3E9-E6CE-C75D-FB06-1A56489C0689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A1376049-F0D5-30E6-C86C-43A13733E4B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185ED27E-6B5B-C5DD-46EB-DF9AC869C7D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B64D6BB9-BA94-9FC3-4278-E72894ACA03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EDE32968-4B06-F0BC-991B-AD9E0E5F484E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E30FD208-87B9-0368-0705-AB38564B0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D8634BCE-D0CC-C5E3-0132-32C4689FC22B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3741DAB8-7340-B9FF-6DC3-A2CD3CD155D1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D0F60649-1886-2148-0611-BF77A4DA17E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295DDBDB-5112-F8FA-DDBD-31C7ED1B5F9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35E28CA9-977E-AED2-50A4-18DF9822145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541F3844-AC2F-01D3-E75C-EFD520D36C5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B60E6ADF-5620-CAE6-00BD-929160ED2642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AC85824B-F4A1-52CA-30AE-17E6AC6C72E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D2DBFEB3-CF94-0DB9-F36B-BCF380E2136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61C389DC-8B58-CA50-C174-C61BB057946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D470090B-ADDC-36D3-97F3-BCDC38DC37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027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0C94C89C-FBE1-9909-B3A2-6312646B1F8E}"/>
              </a:ext>
            </a:extLst>
          </p:cNvPr>
          <p:cNvGrpSpPr/>
          <p:nvPr/>
        </p:nvGrpSpPr>
        <p:grpSpPr>
          <a:xfrm>
            <a:off x="4285589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CCA476D7-203E-2866-7596-8EFA18DD9521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EC7CF52C-8023-4FAE-670B-C32F451FA424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A059643F-EF1D-EBD7-4A29-7422C14BEB0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0347C55C-C667-D7BC-262B-12088C6AEA8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CE039AAF-D973-74F7-66DB-A939FE02354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25960DA9-6077-82AE-077D-B44742EBE42A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D3AC8D4A-E467-0EBD-EAEF-1079919606E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77FD1E56-A151-3D54-CD34-53444E30486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5F860BB6-2927-288B-9058-9B33D683075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D1FA2138-0FD0-B20E-604E-B1DFEAF2F483}"/>
              </a:ext>
            </a:extLst>
          </p:cNvPr>
          <p:cNvSpPr/>
          <p:nvPr/>
        </p:nvSpPr>
        <p:spPr>
          <a:xfrm>
            <a:off x="-2201621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088B8FDE-F374-0ECB-8720-1A7746CA1744}"/>
              </a:ext>
            </a:extLst>
          </p:cNvPr>
          <p:cNvSpPr/>
          <p:nvPr/>
        </p:nvSpPr>
        <p:spPr>
          <a:xfrm rot="10800000">
            <a:off x="-2372224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4EAC778B-2218-7142-3691-664497636F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47587F34-34EB-8AC2-987F-F3CE61BFDD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858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41B6761C-2E82-1C9A-8963-03B8E8A17C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49676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0E9B6D62-5BDF-67F4-CB91-490821D60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0249" y="7618555"/>
            <a:ext cx="1981535" cy="1981535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62D44F11-23BF-1ED4-85EA-F003C544B6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79576" y="2439322"/>
            <a:ext cx="3718276" cy="371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4747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300">
        <p159:morph option="byObject"/>
      </p:transition>
    </mc:Choice>
    <mc:Fallback>
      <p:transition spd="slow" advClick="0" advTm="3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77B6C-536A-C51C-4F87-3A8BEA082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F1629C9B-8243-6732-0200-47E43C7BC88B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3C230390-7636-DFB2-867B-481173FF638F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B2BDCD7B-2E1B-A0C9-5599-262C8A7AC1D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BA0393A2-0F99-279C-8561-C2B95BAB76B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A1CB86F9-2483-74DC-AD79-FC8478A468B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0EDA6088-2473-DC5C-9F6B-52F67DB0840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434D9C91-9214-1A95-1817-60F560D36792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4CE5CE3E-7F48-2821-1AEE-A6EAFD9A8CD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6A76D3D4-2D73-197A-0ED7-87D7E81463D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7814F89E-AD1F-FE70-8E2C-8BD35AB3287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5A3B4177-6813-98DD-0559-8851FE57880D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Bálint teendői: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tx1"/>
                </a:solidFill>
                <a:latin typeface="Bodoni MT" panose="02070603080606020203" pitchFamily="18" charset="0"/>
              </a:rPr>
              <a:t>Adatbázis tervezés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tx1"/>
                </a:solidFill>
                <a:latin typeface="Bodoni MT" panose="02070603080606020203" pitchFamily="18" charset="0"/>
              </a:rPr>
              <a:t>Backend fejlesztése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tx1"/>
                </a:solidFill>
                <a:latin typeface="Bodoni MT" panose="02070603080606020203" pitchFamily="18" charset="0"/>
              </a:rPr>
              <a:t>Auth Rendszer fejlesztése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 err="1">
                <a:solidFill>
                  <a:schemeClr val="tx1"/>
                </a:solidFill>
                <a:latin typeface="Bodoni MT" panose="02070603080606020203" pitchFamily="18" charset="0"/>
              </a:rPr>
              <a:t>Swagger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tx1"/>
                </a:solidFill>
                <a:latin typeface="Bodoni MT" panose="02070603080606020203" pitchFamily="18" charset="0"/>
              </a:rPr>
              <a:t>Védelem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tx1"/>
                </a:solidFill>
                <a:latin typeface="Bodoni MT" panose="02070603080606020203" pitchFamily="18" charset="0"/>
              </a:rPr>
              <a:t>Tesztelés</a:t>
            </a:r>
          </a:p>
          <a:p>
            <a:pPr algn="ctr"/>
            <a:endParaRPr lang="hu-HU" sz="3200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BE5B3081-9443-E29C-AE8C-07F8BE93DDDD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9E2F7D6F-964E-C0D0-3253-27ABEB505837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B7BBD0F5-BFBA-EBA7-EF67-6AF2B33EFED5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D46A9341-2E70-BE0B-AF18-0DF40E067BF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965AAC9B-EB85-81BD-6807-06F24242273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76726C15-39FD-22D3-B788-5CCE27C51EC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35868628-3262-FA4C-C5A9-CCE6DBBA9399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0E700353-4771-D997-BA03-DADCAF5356C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3C63F46E-7061-318A-D5DD-D1D212C9102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429A2220-ADF8-BB3F-BA19-441AFF078F6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C2A01609-6FB5-1CDF-463A-D9724C8DEDDB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0C7E74D2-4736-ABD6-6BC6-309F994FAA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4A6D8D32-7DA3-611E-1561-BEB709D8A59B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FF5F8FA7-B811-9AD1-460E-B6D4B0084F64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B7AB2257-F880-CD60-13D4-44029CD4156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59724599-D39B-8295-AE13-013EB6F6F7F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E65A7B7C-8567-43AB-54B0-EC3300E4FA3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4AF7D059-6E64-EC86-09B7-8975E4C8388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A93D27DA-73DE-8EBF-5082-82F3394E1EC4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E8A3604E-6278-B76A-5FDE-0F2A700859C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38B02B6E-B49E-BEF6-7E55-3841409A9AD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B503356E-4CB0-71DA-3E9C-66B8EB9023B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4EEA53A8-044C-6D65-6DAA-71D21B468A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027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20E3DD81-021C-15BE-3875-40B8746E4975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E6B4D67C-74BB-BDC1-F8F9-446E1C95B5E2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5E9E085E-DFAD-9A02-991B-E1144F4668E2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B431AEE7-4794-1437-3220-0606CBB980B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126358ED-AAE5-EB2B-246B-E5849E5C967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2E9BC0D0-0F08-EC4D-AB89-19782A605E3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934698C1-060B-1FD4-BA7C-B49C45128F14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38F3D77B-648F-7597-0BAC-F9D22687D15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4BE933F6-170F-9725-D303-FE2011CF2B4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57B460D7-0A66-F187-C32E-1D5C493564F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90678836-1B11-07A5-F599-EBC3D453161F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BBC1234E-320F-FBA9-F570-C6A39E036C14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DB6A5FEF-9F0B-F30E-3A4A-34F8836894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1E6A197F-101A-2DD4-14DE-7599052F00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B6A941EB-6682-96CA-5275-4D2AD67393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49676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0BAFD1CF-632B-EF90-77B6-2D34EB385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540" y="4409556"/>
            <a:ext cx="1981535" cy="1981535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94EC1025-815E-30B2-80F5-18F8ED2A08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9828" y="2881777"/>
            <a:ext cx="3718276" cy="3718276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0CE345C6-3938-54BF-E908-963F12F6AB5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764" y="248778"/>
            <a:ext cx="3396870" cy="639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2039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67AFB-A140-B96C-1474-3E1092FAF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ABA2E732-97D5-BE32-16ED-9C8CC505ABBD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4A004094-2268-876F-42DF-27DA16CE0939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ABE1F838-3BCF-1305-F663-A8B0D99F55FB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63A70138-F7E4-E0BC-9A1D-E5A1A863B75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F56442CE-4BC6-F1EC-8A20-540EE18DB17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6488A778-8F56-0BB0-EA19-4175CFEA15B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0E0723FE-02C8-A03B-E90B-AD07D710F7E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75FB47E7-E941-CB88-F715-CE4F0CF98E8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EFD6A8A1-BC9A-FC69-14CF-54FAF20F6D5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EFCE46EC-ADD5-B624-5338-88D126CD88C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1AC0C86F-E544-79EF-1D26-E0143FD936B0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Angol Bemutatás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4D0ABA0F-F124-F2EF-CD82-3C4142435605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EA0DDA0F-DC4D-F2AE-9872-CEAC7B3BB951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B220ECCB-BECB-A6F8-7ED9-65B84D9036D6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2646E707-9E17-F26B-95E7-D95A72F66D5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1D0D8283-6C20-E3A6-183F-D76B27EF2EB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934CAA08-B991-376D-1765-873AFD4576B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5E54E5B3-6A35-45F9-BBB8-05F42D5AB89A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C0BE9A6B-1092-E142-E85C-7CBEE96B8FF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127F3C8A-C400-728C-A1D0-5E5D02D1577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93796EB3-C373-2992-AEBC-1516E7E204C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7964C841-BAEA-ED61-3B4F-3FB4AE825569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29DC3F8B-38D1-8EE5-6F07-6EA95D1AF8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E05FC282-4DBC-1877-9DB0-B554C57A9953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0C898EFF-54D6-4AEC-F66C-694F81EC1599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1AB322C8-81C8-5943-17A8-5DDBE3FEB53C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0EA98A84-886F-1A27-E5D7-2B386EAD636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E270D0C8-8011-1AF2-0D5E-C53D4F20375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D0B374F4-FF10-374A-FA98-547296635BC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EE33A517-0B41-BEFA-CFD8-F38CD09D3942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72C4C2E2-3EB2-9F86-8022-06A7E64CAF5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6E7F4F71-716D-44D1-62AC-47DE2B17858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33DD54B5-A602-06F3-2171-AA446C4809A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00A5405C-FC36-62E4-0B86-97B1D5D4D52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027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F93FADB4-EE59-9DA5-23B0-112B2D794A2E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0591D5ED-B68A-F114-EDEA-89D517C1282D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220D5651-7A77-397C-E4AB-9017AF244DB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027D3613-1986-EA63-2995-230E2B56757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92C1FA4C-B4A7-F188-54E4-C3DD0DDA4B8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7A8EB297-6BF6-D46B-B882-8EC7FEFAC1C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351C6E8F-58D2-DE94-961C-83EB089D20FF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36FC4CD3-4F7A-08CD-8016-4BC75B47DD2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2029A424-19F9-EFB9-68BD-2EDC898C29D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51C691EE-839C-C72E-545A-C6332C9044D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696B9DFC-8C15-5C07-591D-D52AF249EF55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9940DB87-9851-B054-758A-2710138DA32F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A64BA757-9059-CB6B-B3C7-C5D6429AE6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19524AB4-02BB-B611-5AA3-232C3ED778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4BD6C936-E6CF-9624-130B-DCA075A262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49676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69CEE5F3-1F5F-A400-EBCE-57BB12163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0829" y="4560156"/>
            <a:ext cx="1981535" cy="1981535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6079603E-D1DB-6F5F-54B6-821FD0B6B6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9828" y="2881777"/>
            <a:ext cx="3718276" cy="3718276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21B8B2C3-1C75-E899-8C08-86B6B8A3D5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448" y="9772628"/>
            <a:ext cx="7520051" cy="429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6837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8F905-5AAE-6433-A935-C01F387BB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88D41803-259E-2D8A-3435-40A8ED2F4854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70D51465-BEF9-4593-1BCA-F851B13F015C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25AD6772-6EAC-21D7-2501-F4FBCD250EC8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E99E2AD0-79B9-CCD6-7B04-FA650567E53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B43399CD-0154-5AE9-8DD0-D5D301B9FBB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34CE6D04-D65D-E9BA-C34D-2B4879861EC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9FDC437F-80AC-9E80-6431-5BCA3A33AD9F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776010EF-5D3D-E787-A2CC-D810DE1F1BC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DB4CE9F4-E3C8-9D98-05AC-19FE30A6F93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7B5CC2C4-59C7-8D63-4D75-799877051DC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0AACE6DF-AC8F-9F64-D520-ED899F0ABFB5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Adatbázis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F9535FE5-08B9-C23A-896A-968F03C09683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B680999A-C766-5874-1F7A-8C5C7B7A1F43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83CB2707-13D5-0EF6-4FC9-C028D7D9C185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C952BC6C-2F14-6576-6655-2E1B42EADB1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7D0AF8E1-6156-80C6-4FA8-E40F1464B47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A6F14171-5B36-9162-6877-C38ED63241B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D0710F57-7B44-892A-E964-1BE88DE6FD8F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E808C0CC-8CA9-C691-A1DD-EB810FB8AA5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FF233D3E-EA32-B46B-83DA-3F51AEA3AFE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FE214134-842E-8BA6-C63E-968B6021D7D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1321843F-A2F0-9F0B-62FA-DC502F4F58C7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EB7FDA80-35A6-A872-4166-366F7C1C62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0E7608C1-B902-C076-9884-553911936E2A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A4042226-FA44-10E4-8389-9DF100D02C58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85C56D25-ADC3-885A-4CAC-BBD6AA3F411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1B7E5BD0-E9C8-8A75-3C29-058F313C5DD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8AEEACC9-B56C-1350-2C93-E4B738E9BE0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103A16E3-FC7A-F527-1C8F-B6B025DED31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7CF1DF25-D541-A3BB-3FC9-F5EA3E2767E2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3C8593CA-90EC-AF94-3170-748DA62E327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18E4379E-727D-5DF5-2870-ACB0E64E2B3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FB62569F-582B-BE1C-4A3D-B63A5150B04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F2CE8868-AE54-03A7-D12D-94E85B78AF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027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9FDC407A-A191-CD21-66CB-9550E277A313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49EBF578-709F-1372-286A-E50DC136EA47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61B18C6B-48D2-6747-B455-430E02CF237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E3EC591B-8AF3-9580-D662-234A29B5F50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96477CA0-00E1-2361-0E8B-E1FC7565C0D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3D7DCE46-EDE1-5D34-6D15-74CCEC6E275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5B1525A9-CAE5-F37A-83C1-00C5A4E13FC7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030BB62F-59A0-7F05-4744-1B09E7206D8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F42D41A0-854E-8FE3-514B-ABAD3429155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BAFDB2E4-CC2E-494B-269C-1C6E2A53185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7A3EF29C-31E1-8852-C99A-271C242C5B1C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ECF815F9-5A51-9429-AA19-9ED51450A936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A580E747-F39E-1AAA-173B-8A7D2E9CB7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26580400-F403-6AB2-2702-0D182401D2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3B0EC14C-D13D-003D-2BD0-1405FE18C5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49676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3C632ECA-F1AF-76C1-7474-82886D78C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0829" y="4560156"/>
            <a:ext cx="1981535" cy="1981535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C3E3CF9F-E1B5-F840-79D6-DD356C281B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9828" y="2881777"/>
            <a:ext cx="3718276" cy="3718276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5BF93905-9127-9649-5EE0-3D3C3CB75FF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448" y="9772628"/>
            <a:ext cx="7520051" cy="429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7310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7EFE1-09AA-1506-F19D-7C2696DF1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E1B55192-9640-194B-A403-9E25414EC417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1F02C2F2-586F-5848-8981-35FAA43C7772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DF13A950-288F-6B79-1E42-FAF1EEA57B4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5BA16517-6968-B55B-C782-1AC53871947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6E9D0161-0184-82AE-B101-1EEAF9A976D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FD2BA646-2E5C-F640-D290-D3B908D06BA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3D6331FD-791A-79DC-9C7F-AD9C0EBA2BB3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34305F27-E205-3847-0545-C1CC2E78F97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47E5543A-9E11-FFF4-5997-97703E855CA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052531B9-BD17-08C0-D77D-941C62F725D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2EA14E15-4D78-2557-EFC4-2DCF5351958C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Adatbázis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AEFCFF9D-97D7-E2B0-450B-A29731AAE629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2687B083-EC95-89B7-D18E-8DAAD4DC8E61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B4049C49-A4EA-C326-86C0-DD6B31BB293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22044EE2-6699-2704-F5B1-EB9C40061B6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5F516211-7202-7EA2-EE8B-FC774A76B38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CFF347ED-E65D-55B8-A5E7-42E70D204B5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F0A0DAA0-F886-6FDE-8C07-C3D249F1BE59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519E263C-68C0-DE94-979A-CCFF2C3F2E2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0A071ABB-B7C5-6150-9399-3DEC720A7AD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42AC0B14-B70F-2DA7-2827-14AE2E687AA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C0703FE8-2C50-56FE-7191-458FA0D25CF6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A6F6F522-21BA-3284-2DDE-187328D62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CAA241A3-18D4-68A3-3437-10C1DCCD7C85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097C3447-B315-9F51-8B7F-348411206E04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FBE9E475-D681-D41B-43C6-59DC5C6D70B6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2714CC25-AFB2-7CC5-A07E-55F9F9E916D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74D7D6C8-3373-F878-B45D-9AD28A2FFA7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0B3F2B29-E058-5E5F-9810-BE5E2A1B29B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F33BCDBE-6982-0596-9A38-EB3C81ACF096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14979283-1E1A-0106-DC02-6276CB16E27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FBD5843E-AD1B-0451-EB1E-667C59878E3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A8865C80-07BA-2A5F-702F-C5FA008B835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DA92DD58-0CCB-FDA6-2811-453358EC63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027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13D0E60D-5D7A-8CE3-7149-C94B4AD6E1C0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D217AA71-971B-DFA1-588B-EACF5352AD56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F8D14200-2E49-7763-588B-985907A2BDD7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FE087CAF-AB58-402B-CF5A-8538E05EB39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3040E7B4-77A7-E65A-066A-967824F3DD1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6CE0471A-C3EF-AA79-8F54-8D4CCB71811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71B5C1D6-27B4-4019-4813-1C0D2B9E361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3F1D12E5-5BA0-BD5E-7DBE-71726EB37E4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0DDE7EF7-13BA-1E3D-6530-8F4AF1925C0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D0413FA7-B208-79A5-2C67-B2E79C285D3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7AF232E0-0547-6A83-2145-CD9AFF745112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D0EAE91E-0DC1-6B37-F26F-587E51734594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22A3020B-C2B7-19F2-B2A3-2B1F5F2B17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825CBB8C-352A-6957-7025-866C5A81D3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7F147074-1459-99CB-3FA2-39D1B3042F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4967651"/>
            <a:ext cx="8985673" cy="5990449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644947E0-A154-8EEB-E1D8-2EE45B668F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09" y="39629"/>
            <a:ext cx="10838866" cy="6197427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40C26EEA-9AAF-1D4A-F8FC-4179931BB4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1285" y="287608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F6B73054-597E-2518-D737-87A650265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855" y="4612822"/>
            <a:ext cx="1981535" cy="1981535"/>
          </a:xfrm>
          <a:prstGeom prst="rect">
            <a:avLst/>
          </a:prstGeom>
          <a:solidFill>
            <a:srgbClr val="DF6266"/>
          </a:solidFill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D6E3E935-BCDD-A456-7411-5F13EA537A28}"/>
              </a:ext>
            </a:extLst>
          </p:cNvPr>
          <p:cNvSpPr txBox="1"/>
          <p:nvPr/>
        </p:nvSpPr>
        <p:spPr>
          <a:xfrm>
            <a:off x="7021335" y="-756004"/>
            <a:ext cx="2350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Bodoni MT" panose="02070603080606020203" pitchFamily="18" charset="0"/>
              </a:rPr>
              <a:t>10 Tábla</a:t>
            </a:r>
          </a:p>
          <a:p>
            <a:r>
              <a:rPr lang="hu-HU" dirty="0">
                <a:latin typeface="Bodoni MT" panose="02070603080606020203" pitchFamily="18" charset="0"/>
              </a:rPr>
              <a:t>Több fajta kapcsolat</a:t>
            </a:r>
          </a:p>
        </p:txBody>
      </p:sp>
    </p:spTree>
    <p:extLst>
      <p:ext uri="{BB962C8B-B14F-4D97-AF65-F5344CB8AC3E}">
        <p14:creationId xmlns:p14="http://schemas.microsoft.com/office/powerpoint/2010/main" val="32038701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AF16A-9214-EAAE-C3ED-AE5D0B118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E4E3E8CC-6179-4FB8-6A74-79F99E2F1E0A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55B74ABC-FDBB-5BDB-E09A-BBE5D573E548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C9371F04-F9C0-EDC8-C317-348F98BB62D5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86E88CE0-76B2-81A8-4BF6-14576C8A9B8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AB892A81-307E-8BFB-76CE-CD19301434B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54A92EA7-25AC-AE53-570E-826E3CF3E48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F9025B07-C325-A565-3528-46FD1D6FE14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6D80A41B-DB1C-E973-A9F1-CAD3A17B04D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40A5027A-FC90-7B15-4C6A-681E997DBF5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ADFD0058-A8B6-8D0D-C679-7054DDE7C9C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83F630B8-5D97-0A7C-229E-B6AD79FF798D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Adatbázis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BFBABC28-2C7D-F14E-49DF-2BD9948F4F10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C8250D79-7841-3F21-A1A2-AC1CCB9FFDC7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E3AD2739-4748-4EFC-B785-08CB1471C645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2D48C91D-9ADD-7278-8ED5-A8B4B5B44B3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8A6B3DC6-24F5-1950-F46A-FF1B2C0C302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FBB4C430-4DE4-33F2-21F8-4B882B9BED8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EE5C14A4-C750-4491-2B0F-52D6DE14A439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F8D83F6C-E704-A3C6-023B-C141C95631B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F288B510-A640-8D18-8C25-D37B0539819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52B6DBE2-6569-36C3-4508-20A13C1AD87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235A1BA3-9834-D9AE-D920-C7CA643A118C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A8828689-D48A-885D-64AF-1CC367398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EF9A5BC5-CCFC-DD72-3AAA-AB8A86BBC6D9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319F855C-2266-188C-8890-079E5491D3A1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CDC0E3A1-134A-760D-4F5E-BCAEF394825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2900FCCE-1AB0-10CC-948E-F407393B0BF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E8B8ACAF-9CB7-BBFF-0892-68A2BDDF509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42E4E9FA-C29D-12B8-FB2D-035A1D3213F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D6537D9E-F9EB-A702-90A8-BDB84A000370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6622B97E-21AE-E6A8-A332-F52D4DA1C32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4466D6FF-90DC-4FEC-3412-C5E28BABA40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E3F91DEA-0B5C-F7B2-8688-D745490CD31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785E714A-A2D4-8E49-7C2F-267C2A134C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027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EF6022DF-6E3E-808F-59A9-DC3497E36DF8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FC14A6D6-942A-836F-D3B0-F48EB07E27B9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91F94FCE-2083-863C-5655-C73297951F38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1DBC9DE4-2FEE-93CD-EBE9-80EF1BFEE5D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40019341-F0BE-32CE-CDB6-61595F241F3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460AD4C3-896E-B2B9-99E4-234D5FAD770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C67027CC-8FBA-5CE3-933A-2DA7DBD42D1A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A11CBC34-CB15-43EF-48A4-0E9367708FD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99490382-2B0F-3D23-EF4D-A2F3D3298FA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57314BAC-4E11-8C87-991B-1631E01C65D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F7A64AAD-7825-947F-D6BF-D152121276C2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2F8ECB22-43D1-0036-76A2-AD4C668C6A76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A9D206F7-CBC5-627B-C8BA-DEED617BE6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839EA4D0-6E59-B59D-EEFC-F8B241F98A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AF77F2D7-ACB6-61A7-069E-160C073E86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4967651"/>
            <a:ext cx="8985673" cy="5990449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5369D29A-EF93-540A-2351-9ABB33F8A0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09" y="39629"/>
            <a:ext cx="10838866" cy="6197427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9088D3D0-BE5C-2A45-CDC7-C00385BAFD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1285" y="287608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8D67797C-132B-46CA-EE49-F0A780DAD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855" y="4612822"/>
            <a:ext cx="1981535" cy="1981535"/>
          </a:xfrm>
          <a:prstGeom prst="rect">
            <a:avLst/>
          </a:prstGeom>
          <a:solidFill>
            <a:srgbClr val="DF6266"/>
          </a:solidFill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7810CFB1-23CE-0380-A8A6-5A659AE9C583}"/>
              </a:ext>
            </a:extLst>
          </p:cNvPr>
          <p:cNvSpPr txBox="1"/>
          <p:nvPr/>
        </p:nvSpPr>
        <p:spPr>
          <a:xfrm>
            <a:off x="7173735" y="376044"/>
            <a:ext cx="2350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Bodoni MT" panose="02070603080606020203" pitchFamily="18" charset="0"/>
              </a:rPr>
              <a:t>10 Tábla</a:t>
            </a:r>
          </a:p>
          <a:p>
            <a:r>
              <a:rPr lang="hu-HU" dirty="0">
                <a:latin typeface="Bodoni MT" panose="02070603080606020203" pitchFamily="18" charset="0"/>
              </a:rPr>
              <a:t>Több fajta kapcsolat</a:t>
            </a:r>
          </a:p>
        </p:txBody>
      </p:sp>
    </p:spTree>
    <p:extLst>
      <p:ext uri="{BB962C8B-B14F-4D97-AF65-F5344CB8AC3E}">
        <p14:creationId xmlns:p14="http://schemas.microsoft.com/office/powerpoint/2010/main" val="1860742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37BD8-9B04-EEC7-6A31-9C4163730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F9CAFCB4-C50B-98D7-76B8-DE39169CF560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A309A532-4190-ACD0-8A15-95F9F12C5FCB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41CB990A-4333-3D97-11E9-AA29E0C07278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CC98EDDF-24DE-690E-7B5A-ABBC8F1888E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5C4D5595-3FDC-4266-91EE-56D58B9A4AE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66A50FE5-BB51-BB59-60B7-820029DB318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DFEFB967-8A99-C2ED-4721-78D12CC69DE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2C261C27-068E-3237-2E9C-96571B1B6EF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B5B1B103-5CBB-91B2-D996-2836F2FCCC8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7DB57CD3-6E87-4FD4-FBE4-3C3051EDF97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46B6967D-B630-4072-C46B-381004B04574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Szerkezet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3E7B4CD1-7A36-9F8E-7365-1F9F9CAD3E88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FB073D50-5208-729C-1B78-C1B1B061CDD0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72F04A2C-6E0C-1A4C-6A86-5005ED8D8671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597864F5-012F-A052-21F9-9535B0C8968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949BF622-5AF7-0CEA-D44B-56437452D7B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1EACE281-2548-7106-4087-AFC60C873C9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B6A2BCF3-114F-2AE8-0C02-0C36BAFFE589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641F5D5C-2477-436E-20B5-0B4A8C9AE28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EB42D6DF-4C4F-6AB5-73F1-37F97671A44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1CA43275-3BDE-2731-0672-1624408DEA9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8C3C05CB-69BD-7277-D0EB-7A9F7249EC17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BAFA0166-3A9A-AE87-A5E7-76441395D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DC6D5253-F563-4649-B371-4329BD30EEAC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C63B6D98-ABC0-7538-A8CB-52FF8774F4AE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06EAF597-8A83-14A2-31CA-006CBBCACE65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49FA0B94-5149-44AA-BEB5-8B17EC1BE76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3646BDD0-221B-E7EF-91B9-ACFE5F4E8F8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C77054F9-7100-0807-8979-7E2FC012665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8D76B5E4-09A4-4017-F41E-0B0E4AD81CA6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2CD48C79-0F16-2256-AD68-91129D12D82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5633464B-CCA2-D60B-432D-25AF9C383E5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52FD163A-F7AB-5941-4600-7A568648D2C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B9A3B0A3-7F2B-9B48-721E-9B649051A0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027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FC0AC3CA-ED23-43A0-BB66-F071DD5259FC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9E444D70-977B-299B-91B8-5E7E046DA8A7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31C79697-4E84-3B53-FD3F-0B8F703FBE14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1C5F979E-998D-5F57-346C-D4BA4567AAC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27F54BA5-64B9-D24F-75A6-D96C69A4934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B3CFAF2C-B6B6-231B-619E-60B70654A61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9699D61E-02DF-CBF2-E6F2-778787F2D1DB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CE285D3A-A02D-6CA6-B22D-A310B6FAEC0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C4010CF7-E24D-747E-D9B3-676B01DE661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D2E9B2E9-CF8B-C549-3265-3C478C16D6A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CC58F08A-F0A0-CD3D-256C-4DDB7E06650A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3DD56FFD-5829-5FA5-229C-FE501E262F87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A506D939-DCE7-B499-FD13-3775DB2CC5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58661EA7-F1E8-5330-D35D-5F66D8089B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ACC892FA-E846-88FA-CC76-6F44FCBEA8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4967651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F5B62AA4-E72D-AFCB-06E8-F666B985C6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1285" y="287608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28815AA7-F4AF-497B-9768-F6FE18CE6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855" y="4612822"/>
            <a:ext cx="1981535" cy="1981535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9BD0F83C-67EC-F731-2101-EDBFA5943B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55620" y="1342249"/>
            <a:ext cx="2676525" cy="4648200"/>
          </a:xfrm>
          <a:prstGeom prst="rect">
            <a:avLst/>
          </a:prstGeom>
        </p:spPr>
      </p:pic>
      <p:sp>
        <p:nvSpPr>
          <p:cNvPr id="7" name="Téglalap 6">
            <a:extLst>
              <a:ext uri="{FF2B5EF4-FFF2-40B4-BE49-F238E27FC236}">
                <a16:creationId xmlns:a16="http://schemas.microsoft.com/office/drawing/2014/main" id="{914AD957-4806-7AB3-DD22-83BD3CC61C07}"/>
              </a:ext>
            </a:extLst>
          </p:cNvPr>
          <p:cNvSpPr/>
          <p:nvPr/>
        </p:nvSpPr>
        <p:spPr>
          <a:xfrm>
            <a:off x="2576841" y="1764447"/>
            <a:ext cx="2599781" cy="211945"/>
          </a:xfrm>
          <a:prstGeom prst="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D4B64D8A-EB05-3E23-DCE9-C99E45CD968D}"/>
              </a:ext>
            </a:extLst>
          </p:cNvPr>
          <p:cNvSpPr/>
          <p:nvPr/>
        </p:nvSpPr>
        <p:spPr>
          <a:xfrm>
            <a:off x="2572055" y="2812772"/>
            <a:ext cx="2599781" cy="615515"/>
          </a:xfrm>
          <a:prstGeom prst="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Nyíl: jobbra mutató 14">
            <a:extLst>
              <a:ext uri="{FF2B5EF4-FFF2-40B4-BE49-F238E27FC236}">
                <a16:creationId xmlns:a16="http://schemas.microsoft.com/office/drawing/2014/main" id="{D0A29F25-E6B7-06F8-4403-EF50E7343CF0}"/>
              </a:ext>
            </a:extLst>
          </p:cNvPr>
          <p:cNvSpPr/>
          <p:nvPr/>
        </p:nvSpPr>
        <p:spPr>
          <a:xfrm rot="10800000">
            <a:off x="5399230" y="2921067"/>
            <a:ext cx="1007838" cy="3137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2C8C8DDF-9AD4-8E7E-BEF3-0462D1C37EEF}"/>
              </a:ext>
            </a:extLst>
          </p:cNvPr>
          <p:cNvSpPr txBox="1"/>
          <p:nvPr/>
        </p:nvSpPr>
        <p:spPr>
          <a:xfrm>
            <a:off x="6458076" y="2864160"/>
            <a:ext cx="237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dirty="0">
                <a:latin typeface="Bodoni MT" panose="02070603080606020203" pitchFamily="18" charset="0"/>
              </a:rPr>
              <a:t>Fogadja a kéréseket</a:t>
            </a:r>
          </a:p>
        </p:txBody>
      </p:sp>
    </p:spTree>
    <p:extLst>
      <p:ext uri="{BB962C8B-B14F-4D97-AF65-F5344CB8AC3E}">
        <p14:creationId xmlns:p14="http://schemas.microsoft.com/office/powerpoint/2010/main" val="327748257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5" grpId="0" animBg="1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56607-4030-E4E1-CAC7-9BBF10F9B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8007B027-EE97-344C-9DB8-5FA84A55EC8C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1EA131F7-9812-17EA-A0E6-B590E720EED7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B07721FE-4728-5398-4100-752774F494E5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C5026CDD-F8FD-81BD-0B54-1649DCB1C61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CC596878-5C2C-11C5-4EB0-73C4864B393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E872E3F6-00B7-F4B3-8106-BF1C33E5971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97E891E4-7F4E-5D06-AC27-16CF91108F53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6D7DF40C-6EDA-2C9E-4EBD-B5A6F2E1879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2A4E3481-8A6E-E805-4B38-01712BD2889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1A64A188-D40F-48D4-391B-EB778653668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47043296-6997-4CFF-A5EA-8AD99523DE44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Szerkezet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C733322D-3496-E0C4-BF54-D331D2B31E31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B6476BF8-8A4A-BD7A-8EC0-4D06A8676DDF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06AAA87A-1CA3-E903-0A46-C2DDDFED8161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705E1ED3-C38D-BD0F-CB1B-24D2A4A1967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2A8F9355-6552-C7E8-5682-F315CAD736E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C1DB7A55-797D-6E93-06A1-328FBDCEABD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E3A213D6-EA32-4D85-11B9-17D9CA6CA551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5BF1F75F-01DD-64D4-534A-888E6C7D393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A2CA55A4-6943-AE7F-0ACD-BCEC9547505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74A9E5C4-25A8-056B-8E48-ADE44DCC431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F1F73501-9BF4-17E9-879B-F353415A4B69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7F0250E1-167F-825D-D448-A0669C099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BDE308A1-AD79-569C-4B3F-7DA1990D27A4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F270ADC3-535A-84FE-C097-BBD814FD2565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6C7CFCE0-58F4-1978-F693-3EDB16CDEA6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55B94EB4-F3C6-8768-0B7F-93606531E09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0B54C9C6-8A1C-F2F5-4B33-9012260E7E0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0A506D2D-3415-3167-3576-0E757E2872B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0B2C8ADB-C767-5F2E-8A41-77FE33E5CB42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AE212D9A-F34C-A071-5F56-9A8B40BAA68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039D837B-F7C5-7769-C1C8-685FB9BB3C7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C384D66A-E5A5-4803-C56B-54F249B7C17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87847991-6027-0CB9-28C6-39D847D170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027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C892FCC3-6476-0EF9-A8E5-BB45D9758B41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D15C18AE-8DEB-DA34-96DB-46F36692A328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4F8CA609-3159-C9B2-BD8C-01E52C8848EC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FC24B980-BB72-FB37-8080-1807AAF92BD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61155E0C-3BEE-58B6-D22C-0674D2AD941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9FE6916B-2137-FB56-E63D-388BDD35BE8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60AFFF06-DD3E-0467-9989-6D34039945DE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DF22403A-A804-C01A-A6FC-E03ABB92903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DF040BA5-7C17-73DD-B2D2-AD6B6550849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17346551-C593-A9B1-DB42-F33390FEA0B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DE71B796-C6F1-636C-B94C-EA92DED04AF5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2774C415-810A-9715-0532-73DFA1EBE207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894C5CE2-7594-20A2-96B4-5BEBE9B35E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EA0144B7-A4E7-2004-5F33-7AFC7FDC68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7C1FB2D9-53B6-59FB-996B-0725CA504B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4967651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E8BD14C6-B01E-1A19-75CF-46C84C874E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1285" y="287608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8929AF7A-CB6D-D445-DCD5-E12A5DE23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855" y="4612822"/>
            <a:ext cx="1981535" cy="1981535"/>
          </a:xfrm>
          <a:prstGeom prst="rect">
            <a:avLst/>
          </a:prstGeom>
          <a:solidFill>
            <a:srgbClr val="DF6266"/>
          </a:solidFill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A164F7E4-A861-5DA8-B666-76FBC1BFFBC2}"/>
              </a:ext>
            </a:extLst>
          </p:cNvPr>
          <p:cNvSpPr txBox="1"/>
          <p:nvPr/>
        </p:nvSpPr>
        <p:spPr>
          <a:xfrm>
            <a:off x="10466090" y="-2499614"/>
            <a:ext cx="2350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Bodoni MT" panose="02070603080606020203" pitchFamily="18" charset="0"/>
              </a:rPr>
              <a:t>10 Tábla</a:t>
            </a:r>
          </a:p>
          <a:p>
            <a:r>
              <a:rPr lang="hu-HU" dirty="0">
                <a:latin typeface="Bodoni MT" panose="02070603080606020203" pitchFamily="18" charset="0"/>
              </a:rPr>
              <a:t>Több fajta kapcsolat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B5C3993B-C9F9-0696-57C5-C8356AD843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55620" y="1342249"/>
            <a:ext cx="2676525" cy="4648200"/>
          </a:xfrm>
          <a:prstGeom prst="rect">
            <a:avLst/>
          </a:prstGeom>
        </p:spPr>
      </p:pic>
      <p:sp>
        <p:nvSpPr>
          <p:cNvPr id="7" name="Téglalap 6">
            <a:extLst>
              <a:ext uri="{FF2B5EF4-FFF2-40B4-BE49-F238E27FC236}">
                <a16:creationId xmlns:a16="http://schemas.microsoft.com/office/drawing/2014/main" id="{730B027D-3E53-B0D9-DACB-3CDCB8E3F346}"/>
              </a:ext>
            </a:extLst>
          </p:cNvPr>
          <p:cNvSpPr/>
          <p:nvPr/>
        </p:nvSpPr>
        <p:spPr>
          <a:xfrm>
            <a:off x="2576841" y="1764447"/>
            <a:ext cx="2599781" cy="211945"/>
          </a:xfrm>
          <a:prstGeom prst="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D5FE59D-532E-8A77-0F8F-D494AA692D3B}"/>
              </a:ext>
            </a:extLst>
          </p:cNvPr>
          <p:cNvSpPr/>
          <p:nvPr/>
        </p:nvSpPr>
        <p:spPr>
          <a:xfrm>
            <a:off x="2572055" y="2812772"/>
            <a:ext cx="2599781" cy="615515"/>
          </a:xfrm>
          <a:prstGeom prst="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Nyíl: jobbra mutató 12">
            <a:extLst>
              <a:ext uri="{FF2B5EF4-FFF2-40B4-BE49-F238E27FC236}">
                <a16:creationId xmlns:a16="http://schemas.microsoft.com/office/drawing/2014/main" id="{97F1405E-453C-4AD8-01E3-BA365B1A2D75}"/>
              </a:ext>
            </a:extLst>
          </p:cNvPr>
          <p:cNvSpPr/>
          <p:nvPr/>
        </p:nvSpPr>
        <p:spPr>
          <a:xfrm rot="10800000">
            <a:off x="5434168" y="1749674"/>
            <a:ext cx="1007838" cy="3137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4F6B0F51-0437-7FC0-C6F9-8FAD5806D586}"/>
              </a:ext>
            </a:extLst>
          </p:cNvPr>
          <p:cNvSpPr txBox="1"/>
          <p:nvPr/>
        </p:nvSpPr>
        <p:spPr>
          <a:xfrm>
            <a:off x="6508096" y="1706515"/>
            <a:ext cx="337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dirty="0">
                <a:latin typeface="Bodoni MT" panose="02070603080606020203" pitchFamily="18" charset="0"/>
              </a:rPr>
              <a:t>Kérés feldolgozásának kezdete</a:t>
            </a:r>
          </a:p>
        </p:txBody>
      </p:sp>
    </p:spTree>
    <p:extLst>
      <p:ext uri="{BB962C8B-B14F-4D97-AF65-F5344CB8AC3E}">
        <p14:creationId xmlns:p14="http://schemas.microsoft.com/office/powerpoint/2010/main" val="35689560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3719E-E703-AD98-7603-3B8403BD9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6618C7E9-9C0F-8278-B1F7-FD237893DFA5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563135E0-440E-E0B4-C6BC-1FC5326D922A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361E1226-723D-EC44-9908-75BA59B1C10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069F72F2-AB8A-127E-BF49-FBFB3A2BF56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7DF18114-0207-6046-3AC4-0ED9FB0BD7B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DB98790F-C83D-66BF-2BB7-ABF3C6AC5FD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234F0075-4137-DA01-CC9E-1D1E629CD796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F7FDF8E0-E6CF-3EA9-F953-36234C1EB96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DF798683-7980-636A-902D-744EDBB0FF0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A5D6B79C-BE8B-9D42-BC9B-B2DA053E639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BB357EFF-02EB-037B-1215-42A8F2C75C35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Szerkezet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BD516217-AB84-9C1C-4B4A-88284513743D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60264F15-87F8-339D-9C4B-DA2F7BAFEAB4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AC43671B-4D4F-CBFF-E4E5-B7730757B26B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DD33C893-8B19-E2CB-50C5-61CB9471383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AEBB53A1-E931-3B7A-B9CA-806F8CC0CF7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0E23DD3A-7D4D-710F-04C6-A1AB1A89F7A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16ACD146-A956-E7F7-FEB3-5F2014BB41B3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834DD631-186E-3239-523C-839111A05CC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168071D7-1DFD-7008-2FC7-AD412AE1D2B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6BF2134A-4111-5D09-9CCA-3DE747EB45D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4DD4F111-5AD4-CC99-E7A1-210668BF0251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47718A1C-17F5-A1A3-D7F9-4873D03C9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6425FF2D-BD86-60A5-CB63-39D0167F70DA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B20932F6-7EF6-A112-E14A-381AFA07B73E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D578FA96-BD29-BFBE-ED9C-1464B26D0B83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C41313D9-CD90-6164-718F-D3AC604F054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80170625-EBEA-E631-AAC3-ACE080A548A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A356D489-87B4-8E31-B47E-63ABBD94B61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4BAA6E61-C87C-F788-2BF6-DCAD54A0472F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CCCF5B94-CCDA-5FFB-945F-064EE6358F4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D041C026-40D5-20D8-4A54-54525454DBA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EAF0A2AC-4039-06A2-941B-DC8550348AE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88CBC017-3E2B-CBE9-4744-1ADF486C3CE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027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4EDB0A15-E1E7-9F42-9C5A-F10EB802C985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4C374213-A039-386F-C28E-FE3995342592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B3E0AA5E-DFA5-97A2-ECED-2242647EBDAA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27C94602-FABA-4BF7-083A-DBC29CC684B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3D87B236-1434-E64E-6E66-DE513272BBB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BDC8DEC2-5F83-4EDE-8FE4-BA55F1D5A75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25790C5D-91F0-5C6F-099F-168F03A71992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96F8DC3A-9D47-5384-2371-3445CAD63ED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C1445FB2-2E25-C7EB-DAAF-71CA2D5674C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BCA1F97B-B416-369B-5A1C-B755B3C6710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510AF799-F8AB-521A-608E-35A96A8EFC33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35923084-FFE9-2356-E687-48AC158DD907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5627B7B8-5094-BDF3-5329-D82E39781D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6F5CCD56-C212-DF66-C9B0-5110BCDDF1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DCD08E9D-D5C4-425D-2F7A-A8F45F5987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4967651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98BE9A58-5DDF-E655-E317-4ADF9EAC82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1285" y="287608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6F0D6B92-A753-CAD9-D6AE-4DB136E38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855" y="4612822"/>
            <a:ext cx="1981535" cy="1981535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647D97AF-1B31-DFA3-7194-C3B1D55CAB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55620" y="1342249"/>
            <a:ext cx="2676525" cy="4648200"/>
          </a:xfrm>
          <a:prstGeom prst="rect">
            <a:avLst/>
          </a:prstGeom>
        </p:spPr>
      </p:pic>
      <p:sp>
        <p:nvSpPr>
          <p:cNvPr id="7" name="Téglalap 6">
            <a:extLst>
              <a:ext uri="{FF2B5EF4-FFF2-40B4-BE49-F238E27FC236}">
                <a16:creationId xmlns:a16="http://schemas.microsoft.com/office/drawing/2014/main" id="{78C5FB5B-5783-4237-109F-A3C4DB30FB9C}"/>
              </a:ext>
            </a:extLst>
          </p:cNvPr>
          <p:cNvSpPr/>
          <p:nvPr/>
        </p:nvSpPr>
        <p:spPr>
          <a:xfrm>
            <a:off x="2576841" y="1764447"/>
            <a:ext cx="2599781" cy="211945"/>
          </a:xfrm>
          <a:prstGeom prst="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0C3227A-A29B-1116-9716-1964FB8984D0}"/>
              </a:ext>
            </a:extLst>
          </p:cNvPr>
          <p:cNvSpPr/>
          <p:nvPr/>
        </p:nvSpPr>
        <p:spPr>
          <a:xfrm>
            <a:off x="2572055" y="2812772"/>
            <a:ext cx="2599781" cy="615515"/>
          </a:xfrm>
          <a:prstGeom prst="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Nyíl: jobbra mutató 17">
            <a:extLst>
              <a:ext uri="{FF2B5EF4-FFF2-40B4-BE49-F238E27FC236}">
                <a16:creationId xmlns:a16="http://schemas.microsoft.com/office/drawing/2014/main" id="{DC271AF6-221A-17A8-E78B-B62A0370B7B3}"/>
              </a:ext>
            </a:extLst>
          </p:cNvPr>
          <p:cNvSpPr/>
          <p:nvPr/>
        </p:nvSpPr>
        <p:spPr>
          <a:xfrm rot="10800000">
            <a:off x="5399230" y="3111036"/>
            <a:ext cx="1007838" cy="3137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F68A5EC3-8CA1-8FA4-CFFD-6D4324E0C75E}"/>
              </a:ext>
            </a:extLst>
          </p:cNvPr>
          <p:cNvSpPr txBox="1"/>
          <p:nvPr/>
        </p:nvSpPr>
        <p:spPr>
          <a:xfrm>
            <a:off x="6465200" y="3087729"/>
            <a:ext cx="237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dirty="0">
                <a:latin typeface="Bodoni MT" panose="02070603080606020203" pitchFamily="18" charset="0"/>
              </a:rPr>
              <a:t>Backend „agya”</a:t>
            </a:r>
          </a:p>
        </p:txBody>
      </p:sp>
    </p:spTree>
    <p:extLst>
      <p:ext uri="{BB962C8B-B14F-4D97-AF65-F5344CB8AC3E}">
        <p14:creationId xmlns:p14="http://schemas.microsoft.com/office/powerpoint/2010/main" val="25571075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1B509-71A5-9735-04AE-78EEE05F2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6ECC383B-712D-975D-7C7A-F87F7B79DE4B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94E10EBC-5C04-0AB3-15A1-39974E78F34F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CFECDB74-1C80-0F29-32C8-769BE2E96968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6732C904-1164-0721-05A2-74B58063FD8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9607AADD-671D-4432-FA85-D6DAC254B66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F265C829-3B22-DBD6-840E-1279841DAB9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AE37B841-6CA4-E1F7-A0BF-A15BF43A6469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0E1FD2B6-7F29-C699-670B-2707D8100AC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21DFE07D-A909-7D43-7781-B005878505A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F27D5C34-AA3C-3ABA-3642-120839DEF5C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DB29B7C0-A686-790F-BDC7-20879DCCF191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Szerkezet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0834813F-AC6B-09CD-F9E3-E53CCAD39ABE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D6D45DCD-A384-37F4-298A-98BB291B9461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18171826-A33E-3E1D-5F77-C3D9A93FFDF4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CAFC9200-4C27-6D2C-BE59-0AD39364DDB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4B101A61-9908-5EF7-3B0E-F032EF4EC04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15E428CD-0907-9DA6-24DD-6C13EDF32D7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EE53EEBD-1F17-AFAE-146B-4C416FC41B14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818FC487-A439-39A9-9814-EFD7AB1A570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E879AAF3-CF3C-3DA2-5CC5-2B703CF388A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642043D1-8E11-36E7-499B-6E8786930CE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5003A94E-6AD1-2778-89B6-6F8285EA4DDC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2FE67E27-1B35-1896-E3B1-4FC53E87A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2AC65B0A-D6EB-0573-3F16-7DB925CF2E88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90C9B08E-D13F-C7A1-7889-613F62F30A4F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F8032165-7E4F-FE64-C9E3-BE0CCCE86E6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7E2EDD40-807C-DD53-ACC0-BEDEB2DD783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509AA243-A46F-CC93-19D3-E202B4F2DF7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73ADDC07-4D89-666B-E860-071AD331E95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0C9DACCA-CC1A-875E-DE9E-A9E3C94895C1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0872AAEF-324F-5733-6605-EDE41613915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DFB9B59F-9175-3799-CB03-1BF52C54787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E5BC548F-D4E9-489E-F3EC-2FBE8C884B5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E6A7538F-A1C7-1B83-444E-A4D91D8EDA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027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4F34545E-86FB-1460-2468-9B740E812DFF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B2559B18-7795-BB31-B2AF-BFBB523444DA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7F8112C8-F53B-D460-F231-7506DD64AFA6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A63275BC-81D9-3F6D-9AEA-EF47E68D90D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B0285DB8-2A11-65EA-F9DA-F38F83A538B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D5EEFD0D-EB5C-6A15-087C-B2792C1450D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867318BF-2CB0-F463-0877-A35EB49041D3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AC3FBECB-FCFD-7490-27AD-A3ECE545ADF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A0A3E915-C2F2-149A-13D1-F6123E6F2AD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C25899D9-C455-AE16-0128-24EDAECCD24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B154AE56-625D-19C4-F9EE-EB99846AC047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E8973343-3E59-3081-14C8-67A6D28A2FF6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55345B4E-46F3-20C0-BBB3-52601FBE6D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4B9ECC75-DE82-4C72-E3C7-7CCFC21857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1F7B12E3-489B-D0F4-5C60-123C45935B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4967651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20F6C0A5-EFA2-4BFF-D929-A1AFCEF701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1285" y="287608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309F6DF9-4D6F-E8E6-444B-546667FBB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855" y="4612822"/>
            <a:ext cx="1981535" cy="1981535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1ACDC284-37B1-42BC-D1C0-19A86F769C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55620" y="1342249"/>
            <a:ext cx="2676525" cy="4648200"/>
          </a:xfrm>
          <a:prstGeom prst="rect">
            <a:avLst/>
          </a:prstGeom>
        </p:spPr>
      </p:pic>
      <p:sp>
        <p:nvSpPr>
          <p:cNvPr id="7" name="Téglalap 6">
            <a:extLst>
              <a:ext uri="{FF2B5EF4-FFF2-40B4-BE49-F238E27FC236}">
                <a16:creationId xmlns:a16="http://schemas.microsoft.com/office/drawing/2014/main" id="{521BB351-3982-5F27-09FF-C83BF5F5D6C1}"/>
              </a:ext>
            </a:extLst>
          </p:cNvPr>
          <p:cNvSpPr/>
          <p:nvPr/>
        </p:nvSpPr>
        <p:spPr>
          <a:xfrm>
            <a:off x="2576841" y="1764447"/>
            <a:ext cx="2599781" cy="211945"/>
          </a:xfrm>
          <a:prstGeom prst="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A952A3DA-09C7-1AD3-4DE5-BE046CBBC0DF}"/>
              </a:ext>
            </a:extLst>
          </p:cNvPr>
          <p:cNvSpPr/>
          <p:nvPr/>
        </p:nvSpPr>
        <p:spPr>
          <a:xfrm>
            <a:off x="2572055" y="2812772"/>
            <a:ext cx="2599781" cy="615515"/>
          </a:xfrm>
          <a:prstGeom prst="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Nyíl: jobbra mutató 13">
            <a:extLst>
              <a:ext uri="{FF2B5EF4-FFF2-40B4-BE49-F238E27FC236}">
                <a16:creationId xmlns:a16="http://schemas.microsoft.com/office/drawing/2014/main" id="{E1D23F1C-17D5-8715-F1DA-7298A917C5A4}"/>
              </a:ext>
            </a:extLst>
          </p:cNvPr>
          <p:cNvSpPr/>
          <p:nvPr/>
        </p:nvSpPr>
        <p:spPr>
          <a:xfrm rot="10800000">
            <a:off x="5399230" y="2723417"/>
            <a:ext cx="1007838" cy="3137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2FBEB726-0E25-79DB-87EB-3A4D58AA22E1}"/>
              </a:ext>
            </a:extLst>
          </p:cNvPr>
          <p:cNvSpPr txBox="1"/>
          <p:nvPr/>
        </p:nvSpPr>
        <p:spPr>
          <a:xfrm>
            <a:off x="6458076" y="2682950"/>
            <a:ext cx="337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dirty="0">
                <a:latin typeface="Bodoni MT" panose="02070603080606020203" pitchFamily="18" charset="0"/>
              </a:rPr>
              <a:t>Kommunikál az adatbázissal</a:t>
            </a:r>
          </a:p>
        </p:txBody>
      </p:sp>
    </p:spTree>
    <p:extLst>
      <p:ext uri="{BB962C8B-B14F-4D97-AF65-F5344CB8AC3E}">
        <p14:creationId xmlns:p14="http://schemas.microsoft.com/office/powerpoint/2010/main" val="1837408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01639-AFA2-28F2-48BF-1DC040DA3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BD5AFB0C-7D42-ED17-5F8C-B2BE7107EB99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0295027A-61BB-AC63-5E09-E8C0A76094B3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71ACFCF5-A1B8-78FB-7DD6-BB1FBE9E321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C6897DE2-73CF-4BB0-0C5A-56228491AB4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AD0FDD44-325F-AD8F-ECBE-76935D419F7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C05CD2C8-0A53-C05A-C2E1-5E319DC3FB9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E2A75D38-1324-9A6F-44B7-C596016051A5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783521F8-6E72-BD98-0EF8-E1F1138CD72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C7639D62-5C84-E28E-A7B0-E5D8A4E0C98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02CDEC12-9F2E-C4E8-EDAF-942AFF2BA9F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8AED9DED-6C64-2988-CA83-311B0C61C31D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Szerkezet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62477488-1CB4-1BE3-DCFE-464E1944B48F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2B678C7A-637D-D704-4CC5-1AA6AA3AF212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F00EF645-7392-B8BD-D1D9-5A0E07817C34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CF5A78CF-D03C-A296-D4F7-174832BB44F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B5AAF9F4-BA3D-685F-E870-0156CB8F096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A00E4276-EC77-2F8C-ECAA-E22E24A3B81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2922560D-476F-2C25-5ADA-EC473127A7F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D125B981-3CA0-BDC2-CD6F-F55651DFC50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320946F9-528D-C3D8-261D-7D33FBB739C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0777470D-FC8E-54A5-7E5E-95C2A20EC47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948F37E3-9470-3247-8EFF-FFC82A73820A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CB2BDAD4-C097-3CC3-19E0-ECB869A74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57188B43-82A6-7DD8-6E49-D8884D1AFEA7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0C48640D-E488-5B56-8CD3-7B783D336CF4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91F8CA0A-3B9F-82BA-193F-C04D64787522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0E32C6DD-42D2-52FB-B775-237539662BC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1EEE9FD3-1C0D-39F1-DBDC-F87993E3113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F3C9C95D-6CF3-D996-87E6-66FC7DE28B3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D87A8D4B-B113-5604-FEF0-A75FA6CC6A31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452E83DA-BC5C-CFA1-0DA9-B457B7166AF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42833FF1-4CAC-5751-D16F-47DB583AEA2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5B1C4B60-B98F-6B17-4515-9306F89F43C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8B61FDD6-6A58-3C8B-7F90-61E689E543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027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07E0E050-9FBC-BB12-ED87-C79A6770E2E4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72781DB1-70D8-D9B0-38D0-937DA0AA3453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C9B45864-4C27-AA2E-1F30-11C4EA37A60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3A95FA00-AB59-5607-4F54-6D06960DD89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A18A256E-0ECD-4008-34C9-7AB2D4F3BFF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7BE00CDE-D8A3-0562-B157-741D3D5D89C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25F290FD-3F45-308D-CE25-26D5568A6401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B1B02073-3BDD-A793-DBC3-1E06B241202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34DC0185-0ED1-4DA2-7D1C-44E9A69019F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F460AAFD-382C-4FC0-C6D9-D76F85DC8C4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9AC35449-7A13-8AB2-6F86-DA797F07C573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A83BE862-DE13-D9E9-7219-3CEE24D12453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07D70A32-4D63-D723-76E9-3628BB8B9C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199307BD-0D7E-8F7A-7795-CD3A7BD494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0727A35D-AD34-ECFF-3F1A-179B6E29C9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4967651"/>
            <a:ext cx="8985673" cy="5990449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F0F8263D-3AA6-375B-7868-B13CFD02BB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57" y="165108"/>
            <a:ext cx="2676525" cy="46482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95A2EDE4-0629-2606-2326-AFFACC30D2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4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2E22F736-597F-6815-06D1-BE34DDFD4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855" y="4612822"/>
            <a:ext cx="1981535" cy="1981535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3" name="Picture 4" descr="How to Make a Simple Server in Express.js | by Douglas Rocha | Medium">
            <a:extLst>
              <a:ext uri="{FF2B5EF4-FFF2-40B4-BE49-F238E27FC236}">
                <a16:creationId xmlns:a16="http://schemas.microsoft.com/office/drawing/2014/main" id="{EA274348-DD82-3FED-9EE9-633DAA732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823" y="3136092"/>
            <a:ext cx="5072262" cy="3583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Getting Started With Sequelize — A walkthrough and short tutorial. | by  Joseph Hu | Medium">
            <a:extLst>
              <a:ext uri="{FF2B5EF4-FFF2-40B4-BE49-F238E27FC236}">
                <a16:creationId xmlns:a16="http://schemas.microsoft.com/office/drawing/2014/main" id="{E651FE58-A0BE-0DCB-AED2-2CDCE2185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063" y="840610"/>
            <a:ext cx="4425045" cy="1847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Jest Crash Course: A Beginner's Guide to Testing in JavaScript | by Gerard  Ike | Medium">
            <a:extLst>
              <a:ext uri="{FF2B5EF4-FFF2-40B4-BE49-F238E27FC236}">
                <a16:creationId xmlns:a16="http://schemas.microsoft.com/office/drawing/2014/main" id="{0CD36F91-F5C6-1B92-712B-E8A9EBD53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7668" y="176347"/>
            <a:ext cx="4454072" cy="233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Nodemailer – Send e-mails with Node.JS">
            <a:extLst>
              <a:ext uri="{FF2B5EF4-FFF2-40B4-BE49-F238E27FC236}">
                <a16:creationId xmlns:a16="http://schemas.microsoft.com/office/drawing/2014/main" id="{D387C3F7-A3B9-2AFB-BADF-45D2B7A22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732" y="4612821"/>
            <a:ext cx="1922094" cy="1639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ookie Parser is an easy way to understand your browser cookies">
            <a:extLst>
              <a:ext uri="{FF2B5EF4-FFF2-40B4-BE49-F238E27FC236}">
                <a16:creationId xmlns:a16="http://schemas.microsoft.com/office/drawing/2014/main" id="{92025F31-BE24-C152-AC47-2C6C85B48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2048" y="2841877"/>
            <a:ext cx="2750099" cy="1443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92611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52FF4-90E3-EB64-23A4-233CF7794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0EF9269E-D936-D74B-7830-82D3966FF793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F82EDFDE-1D7A-D487-16CD-63FA35016E54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D7C87226-409A-C741-4DFE-64EA4D4EDB6D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A67518D2-21E3-7263-F45B-B1203016FB6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A8079EF9-B5FB-D705-0C87-A6126EDC381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31169B2C-D8B6-7296-0919-F351AE7C645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094B1ACF-7B8C-2994-24D3-CAE3491C024F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4C3BB913-B2F4-FCA6-5688-90DF8D9929C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6F0F883D-9836-9D51-B6D1-A3E2B4FB80B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B2ED37B6-1F4C-C9EB-DF1D-6BBA7A2D11C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04FE4D5D-6674-452A-268C-5271A8A68A09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 err="1">
                <a:solidFill>
                  <a:schemeClr val="tx1"/>
                </a:solidFill>
                <a:latin typeface="Bodoni MT" panose="02070603080606020203" pitchFamily="18" charset="0"/>
              </a:rPr>
              <a:t>Authentikáció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56E1599E-39B7-7A6B-47A1-F12463BED810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D4542E58-1BD4-8FAB-5AB5-FC606399E02B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34CD9E43-29AB-9E2B-9C87-F8D6D5CC9678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6134D31D-AEFD-30A3-F5D9-9BAC8657CA7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FF15D393-CF26-13FE-CD0E-C94D86A8328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D4D837D0-EA09-824D-3392-B0BE49CCADC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7E52AC3D-B888-674D-7A75-DBD3A22E9BA1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FB0F8EB1-F50D-920A-766A-1288B1D5B28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70B99A38-7244-16E0-E5E0-39F268F66E3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4D00D5E1-2132-CE54-0982-8FEBF22F96C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39007E54-0CC2-AE8C-9519-9CCA39905C66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7A5029BD-D572-EC76-1202-1A1214CFE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C6116E7F-218F-FCC2-19B0-78E12B8BF338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35447F84-40FF-17D2-0519-E1125140B3CD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39B1628C-0A57-B51D-7A36-F8CFFA7F310D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15F36BCF-350A-3C0C-FEAE-D43E41076FC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5B4E596D-4B8B-8703-6DA3-4E74203E0BE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C946C744-263E-72D4-E1C6-CDAA4A1B134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5B005702-670F-4433-E644-4D79D231B313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E8B89092-FF45-1D9A-1250-4A17CA198B1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83D79ECB-1AA4-9E3A-C452-AA3621CE37F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E301EB18-F5B3-B414-7138-1FAFE169037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6430F314-DE81-01EC-1357-F206F51819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DDCA0AF2-1B82-69B6-9A8A-3F2D96E6BA9F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9A3B513F-24AE-F94D-2408-471280B7606F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C4BB239C-F03C-BD8A-EB0C-869AB021E7FA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5762293F-F512-3907-F942-C2028A181D1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146381A6-B2AB-A791-3E09-DB7D258CED2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3756AFE4-DC76-8BF6-D42A-B8050916205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25F955DE-2A55-F15C-51D5-5F567E620BB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28ED5012-5655-1BAC-AA0A-174E3AEDA0C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972C6A4A-CBB5-ADDB-E96F-3F4492889EF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69A65EBB-DFD9-012C-BF1B-92EE37126BD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474ADC1C-82C4-A018-2E81-B502E9BE77EA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1BE8C5AC-4F59-7322-DEE7-B92E13A658F4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2B121BFA-EB1B-CFE1-2493-F2BC16A2F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1D0379C5-5ECA-F648-4386-9CB443E46B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370DE404-C399-ECCF-D25C-9E5FE2C054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61F921B1-5CC8-6322-A5F4-C675CA1A38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4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093BE2D6-E135-AEC3-B300-6AC443A02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855" y="4612822"/>
            <a:ext cx="1981535" cy="1981535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D8F7095E-3EC2-02D5-352D-94B58B5455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" t="10270" r="2722" b="10270"/>
          <a:stretch>
            <a:fillRect/>
          </a:stretch>
        </p:blipFill>
        <p:spPr>
          <a:xfrm>
            <a:off x="14093774" y="14377362"/>
            <a:ext cx="11528292" cy="2727352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930357AB-4B0E-BCDD-2188-50CFF694E5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5" t="9873" r="4225" b="9873"/>
          <a:stretch>
            <a:fillRect/>
          </a:stretch>
        </p:blipFill>
        <p:spPr>
          <a:xfrm>
            <a:off x="-11334418" y="13854387"/>
            <a:ext cx="11161648" cy="3898120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28C8434D-96AE-0405-3CE0-080E96F0A51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1" t="15240" r="4651" b="15240"/>
          <a:stretch>
            <a:fillRect/>
          </a:stretch>
        </p:blipFill>
        <p:spPr>
          <a:xfrm>
            <a:off x="13660487" y="10060808"/>
            <a:ext cx="11057810" cy="2711296"/>
          </a:xfrm>
          <a:prstGeom prst="rect">
            <a:avLst/>
          </a:prstGeom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7C7CCA37-DDC1-92F9-C2CD-7A51D74A131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" t="16044" r="3657" b="16044"/>
          <a:stretch>
            <a:fillRect/>
          </a:stretch>
        </p:blipFill>
        <p:spPr>
          <a:xfrm>
            <a:off x="822734" y="10216883"/>
            <a:ext cx="11300440" cy="2053776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4A1ACAD3-352B-CB10-E09E-A202EE1D535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9" t="13693" r="3899" b="13693"/>
          <a:stretch>
            <a:fillRect/>
          </a:stretch>
        </p:blipFill>
        <p:spPr>
          <a:xfrm>
            <a:off x="-11388746" y="9611561"/>
            <a:ext cx="11241262" cy="2681310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D5FCFE7E-5456-9BCA-E2E9-343799695C2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7" t="10270" r="2607" b="10270"/>
          <a:stretch>
            <a:fillRect/>
          </a:stretch>
        </p:blipFill>
        <p:spPr>
          <a:xfrm>
            <a:off x="1134238" y="14233015"/>
            <a:ext cx="11556394" cy="272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6676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9E158-9547-FD61-E95E-FED06B822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C41D2AB5-8C92-2BE1-F33F-E89CFFAD4138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B6D396A1-EA37-048F-0183-22E3755520B3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DA90E938-BD3C-5295-19F7-CACE9BEEFF75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EE4F11F1-2BCA-A6BB-C433-4906FE6CD92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D7921114-9977-B0A0-12B7-E02A76E9490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EF64F32E-9872-FED8-88AC-58FF98A60F2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FB75304C-173E-AB28-357F-577D70F24BC2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A5CAEACB-C7EB-964C-3A05-A95E3195D3B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BCEBAF9D-72B3-BCCF-DE69-1A89DDEC15B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ACC3845B-DC9B-73D6-1860-EBF6EF52693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8AD907A2-DA07-4D13-482A-E782DE447E70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 err="1">
                <a:solidFill>
                  <a:schemeClr val="tx1"/>
                </a:solidFill>
                <a:latin typeface="Bodoni MT" panose="02070603080606020203" pitchFamily="18" charset="0"/>
              </a:rPr>
              <a:t>Authentikáció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9C65F162-0013-2135-B2BB-B5DE1F4474B0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A399421E-0796-0FD7-660E-824F3A713108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98446916-E577-BA6D-4CE2-4AD70AD5C416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C7E98D14-7BBC-103E-5EB4-EAD3AE030CA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03350F23-064D-9CE7-8CA2-1F9D9290546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A5EF6962-C8E8-48B8-8F77-50F699BFBBD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BC8E1976-08F2-57E7-0050-45BABF88A181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03E43FC9-6128-72DA-6E85-72BA1D09C0D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B5BD0B6A-0AEC-9B27-E0D5-E4D3533F536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F4CD7788-AC1F-3271-BFD8-822CD9B0FE0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8DD64F98-406F-034B-D476-5925EF1D0716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A21DE30D-BD2A-F9D2-654C-D6CDFC8F2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604CCE02-FC47-1DC3-5F51-D6DB7BCFB4E6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54C6A002-3C35-C6CE-0507-B5F2CD7B9833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8A2C768E-0177-27A1-64DE-3945C4EBDB98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49185021-0C16-78B0-4BD3-7D125CD3BB4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8BCD72B2-1E7C-D473-E138-9E18788F7A4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E4E77C6E-1CBD-760A-70F2-4A6E6FAD035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F1F10A3F-918B-C040-BC7D-666A3A201AC6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DE0162FC-C5BA-3FBA-298E-43741FA07A9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AC928DAE-E133-5605-D806-3CFA07E6843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E9869D57-A153-4EB9-1701-A329F04805E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F2C642A8-4A6A-C53E-4D9B-06503D9FEB0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456ACF02-383E-A56C-B97F-0CCC9204F906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69D05D6F-E8A7-4CE7-C173-A554CADD642F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7F274C45-5832-9966-9910-BB01DF2F7795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2FBD6D98-CED0-B165-C8D5-428FBA0ED1F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8DAAA08B-D8BD-0FDE-3E8C-087522941DD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29208CD4-9AF9-1768-16A4-B9DC888DCD4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E52EF7EA-E983-6339-B72E-778755530419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8D7F9F28-1D07-340D-BC39-F3582E12139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7ED54BB7-F02F-F8F5-87BC-9CCABCCE1E3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BE36FABD-C2E4-7377-9F75-0263A091A20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677819A3-CFB4-8267-14FA-67E7569B9098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353678EE-1042-6FF4-2EBA-6D6EDE5B8E6E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16846CC3-9ADB-DFC1-02B2-01E0EDF0FF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C2ACD963-F1F2-3712-EB8B-62D406ECEF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7AD4DF8E-D94E-4A16-66D2-ADF60AE364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7D7DF848-64DA-695A-D405-AC571C1CD8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7" t="10270" r="2607" b="10270"/>
          <a:stretch>
            <a:fillRect/>
          </a:stretch>
        </p:blipFill>
        <p:spPr>
          <a:xfrm>
            <a:off x="1106071" y="906358"/>
            <a:ext cx="11085929" cy="2727352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41FE9FBC-B89E-E1BB-E3A8-D9EBAFEFC3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4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137B812E-26FE-D891-337E-1943C6867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855" y="4612822"/>
            <a:ext cx="1981535" cy="1981535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A4E750B7-7186-92BD-6C6C-01F7745FD02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5" t="9873" r="4225" b="9873"/>
          <a:stretch>
            <a:fillRect/>
          </a:stretch>
        </p:blipFill>
        <p:spPr>
          <a:xfrm>
            <a:off x="-11334418" y="13854387"/>
            <a:ext cx="11161648" cy="3898120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FFB26752-7C78-34C0-23AB-6B8D2649BC9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1" t="15240" r="4651" b="15240"/>
          <a:stretch>
            <a:fillRect/>
          </a:stretch>
        </p:blipFill>
        <p:spPr>
          <a:xfrm>
            <a:off x="13660487" y="10060808"/>
            <a:ext cx="11057810" cy="2711296"/>
          </a:xfrm>
          <a:prstGeom prst="rect">
            <a:avLst/>
          </a:prstGeom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DB7BE161-FC2B-F998-3258-132398DC0FC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" t="16044" r="3657" b="16044"/>
          <a:stretch>
            <a:fillRect/>
          </a:stretch>
        </p:blipFill>
        <p:spPr>
          <a:xfrm>
            <a:off x="822734" y="10216883"/>
            <a:ext cx="11300440" cy="2053776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F20D4BC6-A787-744D-17B0-4A0D3B04426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9" t="13693" r="3899" b="13693"/>
          <a:stretch>
            <a:fillRect/>
          </a:stretch>
        </p:blipFill>
        <p:spPr>
          <a:xfrm>
            <a:off x="-11388746" y="9611561"/>
            <a:ext cx="11241262" cy="268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353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7815A-4C4C-E521-7102-0B6D3CB7A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004EEEF4-D284-868C-A66A-CD2F59042E53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53926A5E-7704-D4F3-E15D-66AE2A4C8DEE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C54EEF24-E080-9485-BDF4-33256280F711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F7A8295F-6C4A-FC33-8C19-CDCC59BBDEA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DAB50C0A-DF6D-3050-C680-946F3EDE1E8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2CDAA46A-66B3-FC52-0DF0-EDBE45EFA1D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F258EAFE-B550-6236-698D-716B783A7EF5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68988988-F990-42C2-621D-8A5E6EB246A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04A1416C-F92A-63A6-CD70-45CA2F09A5B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E3374428-5F27-1047-4ABD-42A8EEA4E20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185CF31F-BFD9-5347-A0D6-82A35B609696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 err="1">
                <a:solidFill>
                  <a:schemeClr val="tx1"/>
                </a:solidFill>
                <a:latin typeface="Bodoni MT" panose="02070603080606020203" pitchFamily="18" charset="0"/>
              </a:rPr>
              <a:t>Authentikáció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7960F68E-577D-6D48-547F-A3B4182F1864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9E2E7398-8854-327F-4937-5086D5CC2B4E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CFD440BC-80F5-9A0B-35E5-26802B0D3EA4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720FA0C2-7C91-CA43-5F32-8812749BAB2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2DEDED72-1CCD-B224-381E-00E5F44C071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27B07D21-E6EA-739E-D5B1-DF79716B703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555227B4-324B-0B8E-072E-0D4CA778CED0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48C10BA9-2597-0C4C-1A5D-07D78ED4881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A19E7198-0708-9061-3E12-B4F1F070978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CA4E6DA1-C8B5-CDA1-CD8D-2D12551020B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F263A82C-A102-AF1B-EBB8-EDDB22C01F02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AC6C0D06-466B-8BB1-6A99-DAF39BC82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1E5BA88B-4731-A6D6-8B30-A577EF38B947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2AA00BA5-720A-D9FC-358C-73C101DFEB5B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E51620AD-5EBD-98D5-F7EF-FC0EDD738C69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BB52B9B1-61B3-4991-EC51-D59598C6B8D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2A5B579F-EE0A-4BF2-5211-241766910FD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848366B4-DA9C-9D02-A496-DC779B31060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66C43E17-86AD-C33B-EA48-4577501494B9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BC9C5E5D-578A-9CCC-C480-66D24D1C9FC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791D1CFC-AC65-74C1-7436-4FC7A72C917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84D7C619-A18E-64C0-C539-90BD7E9DD5F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6F4AB426-7FA6-345F-319F-1529D186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52D137F3-97BC-EE84-4A28-993767BE145F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9F35B290-01C8-09BD-B896-4EC20A849BF1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D364526C-B3BE-3FB3-8841-83242B8FB165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13BD0D4A-A249-C7A6-97C5-83744C434C3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63046828-6363-DB3D-163B-346B83F022C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6B297185-06B4-386A-4C0C-4DD5C9DC4FB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50FCE477-564A-6A30-3EC4-B2E20669149E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6BC418E4-0CD6-897C-BCD0-B398C1A7DC3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876954F6-EFFF-42BE-A4D8-104DB64A033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A0A107DF-8FAA-FAB9-6A4A-F97B662B11C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354A4312-5327-9EC1-294C-A79935E3EFC0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6D18122E-85B6-647B-A11A-7805F29D6CB0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9B790998-DCD7-F4CF-0CF3-F3A8C98455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C0B2A990-9F47-70DF-9EA4-2B0966FA95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8F9D8D55-2789-DA8F-C53B-F5936DF393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86BF9F41-01E8-A54A-9696-2ABC1BD32C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5" t="9873" r="4225" b="9873"/>
          <a:stretch>
            <a:fillRect/>
          </a:stretch>
        </p:blipFill>
        <p:spPr>
          <a:xfrm>
            <a:off x="767566" y="694635"/>
            <a:ext cx="11161648" cy="3898120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76650E28-8BE7-279E-6FEA-0132AF2944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7" t="10270" r="2607" b="10270"/>
          <a:stretch>
            <a:fillRect/>
          </a:stretch>
        </p:blipFill>
        <p:spPr>
          <a:xfrm>
            <a:off x="12523465" y="-5958913"/>
            <a:ext cx="11085929" cy="2727352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95FD6C8D-FC4B-1BE2-3B8F-0C8E98CA0B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4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8DFC430A-AE6B-E438-9766-5CB361E4F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1834" y="4707847"/>
            <a:ext cx="1981535" cy="1981535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CCCF89D0-3169-FDE8-EBED-A9332BA064D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1" t="15240" r="4651" b="15240"/>
          <a:stretch>
            <a:fillRect/>
          </a:stretch>
        </p:blipFill>
        <p:spPr>
          <a:xfrm>
            <a:off x="13660487" y="10060808"/>
            <a:ext cx="11057810" cy="2711296"/>
          </a:xfrm>
          <a:prstGeom prst="rect">
            <a:avLst/>
          </a:prstGeom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039C7435-9D89-C666-0F8C-2FA2A0055DC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" t="16044" r="3657" b="16044"/>
          <a:stretch>
            <a:fillRect/>
          </a:stretch>
        </p:blipFill>
        <p:spPr>
          <a:xfrm>
            <a:off x="822734" y="10216883"/>
            <a:ext cx="11300440" cy="2053776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A2E1F8E2-A3CC-E846-F9D1-43AC267B77B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9" t="13693" r="3899" b="13693"/>
          <a:stretch>
            <a:fillRect/>
          </a:stretch>
        </p:blipFill>
        <p:spPr>
          <a:xfrm>
            <a:off x="-11388746" y="9611561"/>
            <a:ext cx="11241262" cy="268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1469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C1996-CA08-5CCC-43E5-2247E5837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23C0910A-0DC2-8209-1FF8-6C48E7946EF7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0497C252-1A26-4480-937A-2802672EEC90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2AF92568-BC79-A140-7FE6-DE8453CF535C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B37622B5-D502-B358-F6D1-27EE861FDEF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003B190F-9812-0EBD-B122-C7E8E605867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3FBC0199-5187-7CC6-9956-6B74AC20918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CB1DF7ED-DFC1-60EA-1BF1-F4CE73DB5281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B936321B-A13A-1A4E-E129-011B5095F9B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389E4EFD-B34E-C929-C50F-6496E0C4877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357DA1F1-5F0C-F13A-F19B-E1331315545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001AE5F1-892C-341B-58CD-9D686C7C4BE2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 err="1">
                <a:solidFill>
                  <a:schemeClr val="tx1"/>
                </a:solidFill>
                <a:latin typeface="Bodoni MT" panose="02070603080606020203" pitchFamily="18" charset="0"/>
              </a:rPr>
              <a:t>Authentikáció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FEDD115C-DC0A-ED3F-2176-A47CB1FA2B3C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0F5A558D-B6B1-7912-4C65-4C9F90159A27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54F579AC-4374-CB38-F6BC-952F6942A03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B950341E-6091-3D9F-1ECF-BD8C920E91E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E76E6D85-31AA-E4DF-2767-293A72E8292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C4B76CAA-C98D-8C85-D61F-C859D286C9C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7006345A-0241-84ED-E6BF-C6CC71C9C62A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DA030056-F8A6-22B8-48C6-B5CADB21B8A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58F31F49-0898-70B3-188B-9C1B714B8A6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60D2D0F2-6E5C-D02B-12D1-9DE45AF54E9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119D6BB2-B64E-6605-D321-9923E8C11BA6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C678B19C-F807-716F-AE64-70CD9CD3D7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ADF03245-401C-9FC1-D6BC-0B01119CEE00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7F761F75-9B87-AA88-C3CB-6DA33E6A247A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0B38E422-14D7-9A81-5D2A-1B8A7F9BC42A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ADF2A1DB-78CC-FE27-F883-A7F48851940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A25ADAAE-4BFD-D85F-92AB-CB815FF2D04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AD692D1A-E7A9-3763-0E48-06545676F83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BD81152A-D6D6-F5E5-741D-860CF534BAE9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DFD440E1-E371-7149-59A9-46DF2ADA3A8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BD7D2112-2BC7-7201-C118-84BFF57B391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3D6F69AD-A27A-15CA-C841-40B694F6828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E41A5643-C067-2869-12FF-3691534F9D7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7ECA4774-8FA5-5003-24B4-5A0151363161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4E0F5A7D-08F9-86B5-46C0-6BDA29962273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212F0881-F825-A862-85C8-962767AE18A1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6935CA1F-D0DA-0546-4FDF-9BC4A026AAD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EC9D36E4-7A63-2CBE-2246-1F61D4D6384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822827CE-B851-E584-18ED-BF76E5846CA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8AC17440-1FC7-4F01-6DE5-81108FF40DE3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321D0F43-BAF3-F476-7B81-631DF420220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C6C6A6DA-4B83-D4C3-248C-F221401B37F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FA50ED89-85AF-75C0-6091-D7B993994E6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5DCDE1EA-C5D2-8728-1983-0E3EAB874BB3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1F6017EC-979F-E86E-A097-C9FD98EFBBDD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92F042F3-819C-FEAE-B2E9-2FB3829B3A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72FED574-C273-7550-A682-E59F5EF44A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C7558EDB-6CE4-1F6A-C2F8-C9D6CF8895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17B496A3-CE5D-A3FF-F2E5-AAEC27572D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5" t="9873" r="4225" b="9873"/>
          <a:stretch>
            <a:fillRect/>
          </a:stretch>
        </p:blipFill>
        <p:spPr>
          <a:xfrm>
            <a:off x="-10431557" y="-6511499"/>
            <a:ext cx="11161648" cy="3898120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835E73AB-6182-DCC7-6E94-DF768AE7FD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7" t="10270" r="2607" b="10270"/>
          <a:stretch>
            <a:fillRect/>
          </a:stretch>
        </p:blipFill>
        <p:spPr>
          <a:xfrm>
            <a:off x="12523465" y="-5958913"/>
            <a:ext cx="11085929" cy="2727352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BC6BEA29-80CE-E4AF-8A4A-9AD7B81193E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4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2A5FF64D-5E8A-6CAF-4DDF-B4A60E2D8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1185" y="577792"/>
            <a:ext cx="1981535" cy="1981535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B65407F6-0CF8-D1BB-F74F-09E9EF577DC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1" t="15240" r="4651" b="15240"/>
          <a:stretch>
            <a:fillRect/>
          </a:stretch>
        </p:blipFill>
        <p:spPr>
          <a:xfrm>
            <a:off x="2240311" y="4496710"/>
            <a:ext cx="8703647" cy="2134072"/>
          </a:xfrm>
          <a:prstGeom prst="rect">
            <a:avLst/>
          </a:prstGeom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22A1080A-46C5-FBC4-AB56-00C6D4F9809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" t="16044" r="3657" b="16044"/>
          <a:stretch>
            <a:fillRect/>
          </a:stretch>
        </p:blipFill>
        <p:spPr>
          <a:xfrm>
            <a:off x="2231551" y="2819396"/>
            <a:ext cx="8703647" cy="1581827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D0275043-5648-4049-5F01-CD8D5EC9F0C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9" t="13693" r="3899" b="13693"/>
          <a:stretch>
            <a:fillRect/>
          </a:stretch>
        </p:blipFill>
        <p:spPr>
          <a:xfrm>
            <a:off x="2231551" y="888407"/>
            <a:ext cx="7559549" cy="180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3103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B06BC-EE35-0B93-213C-74AA82F9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8A9720DC-B8C7-E078-6DE5-C8633E97C352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0AC45801-709C-5673-018C-F5571D1556F4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931297F6-6484-56F2-421D-74E6773E384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DBCAB3DA-6D95-1EF3-3D8F-E6692E79CF6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D28DB627-2A51-2990-2779-141F228CA41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6AD90B99-CB10-B528-E835-5214BCA6446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6723CF79-8D5A-E0DF-3AF4-0081B859294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9D6E79C6-9279-B7AE-9800-7D388FF4037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58AAA514-9CD7-0FF4-F6C5-3730A082E89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C4989859-B625-EE11-2F3D-3678B083BEC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E8D1987B-D2E2-EB24-7067-CDF91508D047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 err="1">
                <a:solidFill>
                  <a:schemeClr val="tx1"/>
                </a:solidFill>
                <a:latin typeface="Bodoni MT" panose="02070603080606020203" pitchFamily="18" charset="0"/>
              </a:rPr>
              <a:t>Transaction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39B9F68C-1A2B-F61A-C7A3-B995A6A23071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DC87FC7E-1E9C-4834-63E2-86279D52444B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1C11BDF3-F386-E251-F2F6-DDC01B3C35D4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8FE3FBC2-399E-BAD8-9CC8-469B02AE8A7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C3A9CF85-C290-E686-92FA-E610A7EF6C0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2B69439B-27B4-745B-9E00-59BDF3B6815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4311C262-AB63-5635-D3CF-1855E0BE9C07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0E71E495-7923-D228-D538-5C69C59DC83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E692E1AD-84CC-248E-25AF-4621F95187C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EF252D88-5FCE-A784-8822-3B226169B7A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4F928698-E313-F39F-7347-E23D3BB0DBCF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5FA34727-AE8B-96A8-F4F5-DD1F67843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FA35B76A-D170-7FBB-A778-60E3DAFFDFF5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A73DE557-02AD-DC8C-34DA-C105212B9714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2705024D-4242-91EB-878E-D98E1C8ACCC8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601DCB03-6552-3EF4-50F3-DBEE2B801DD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F9699FFA-DB7B-025D-3B78-B91A736C6B1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964A4EC5-8EE0-2EDD-9BA1-C661C46926B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09927A3A-6793-7E1A-D267-1345FE894005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7525D5FF-312D-71B9-F7C5-A89ADA3F54C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422E3529-AF1E-5519-AC98-AD09508C866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D14E4611-C6FA-2408-6627-59BFA1EE7AE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0D78DA80-D048-604E-CD4A-4E014C0164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4CFFE6F3-CC3A-41E2-2A63-2D4D41C007D7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FEF56A17-8334-8C08-9A7D-5680A04D8634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C00B1577-7684-AE33-81DC-80CB94AC90EA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6CEB007F-BF35-1955-675B-73BC228F00E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8C1AE9F7-0FF3-3D62-45F3-08E51C5C910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C9743D5A-695C-0F67-BFEF-144B1E4154F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C5CD1C80-8778-47E9-7079-77762B44A126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D209A894-CF61-02E6-77A7-07EA9A61392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6298308C-F0A7-6DA0-58F8-03B10466F4D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D3BB7CB7-C90A-0785-DFEF-97B9CF972B5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368439C9-3818-C5BB-F525-86AC45FF32D2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7DDD35F1-935F-2242-0176-ECFB44E2CA7F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0B0E1E5C-59F8-C376-FE75-E0DDDB9767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DAC6376B-FEEA-363A-3ECC-1E8153421B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ED76F00D-28FB-1095-6963-1C2DB15791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63CE1008-38FF-525B-9094-C56917CFD0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4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0C61141D-B583-607D-9363-0932B4083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9790" y="5467675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06635D13-C55D-7D70-53A7-B25CE24357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5" t="3665" r="3665" b="3665"/>
          <a:stretch>
            <a:fillRect/>
          </a:stretch>
        </p:blipFill>
        <p:spPr>
          <a:xfrm>
            <a:off x="12658319" y="-5985746"/>
            <a:ext cx="6585548" cy="635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2985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med" advClick="0" advTm="200">
        <p15:prstTrans prst="peelOff"/>
      </p:transition>
    </mc:Choice>
    <mc:Fallback>
      <p:transition spd="med" advClick="0" advTm="2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56149-ABDC-E964-A2CA-BC9F3E183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F164EDA3-4A90-C142-B029-D10C29731416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060A2516-0B15-6661-E67E-497BF0C6A825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8241B02A-2822-F6F1-4F47-6971EDF45862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F08FF51D-0744-1506-A479-29ED9CA1FCA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481AFAB5-0A8B-9C90-DDE5-7CE9BA9BA91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2265FA53-6414-0E63-CBB7-5B1D936F96F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2D72B522-2308-A293-D317-FD288779D66E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036A91F5-67B5-2CB7-A85C-85DE3F30371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7EF0C4A6-C725-25F7-A23E-C3BF343D692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39F8493C-0F8F-9F9E-D67B-D651D85CAF7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D1ACAB68-A1E3-855F-049E-79A780B4F622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 err="1">
                <a:solidFill>
                  <a:schemeClr val="tx1"/>
                </a:solidFill>
                <a:latin typeface="Bodoni MT" panose="02070603080606020203" pitchFamily="18" charset="0"/>
              </a:rPr>
              <a:t>Transaction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0DA590CD-A903-562E-67C2-720114410780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2D879874-A746-D449-6142-61BFA9B4002E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858FD051-6671-20ED-3493-95925063A484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DB78DF35-3A14-142F-96F8-C56742098D5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66B48AD1-5A68-544C-805C-2A80533FED7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4F1FACD4-DA64-C40D-10D8-125575345B1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C1A79BAF-413B-7531-606F-0670DF0098B4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AE4AB950-E6A5-0E9A-6309-0C0F8CD9824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027F670F-AF04-6050-487D-91B142B6354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43C0CAA8-44A4-3BDE-419D-F73375872D5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7037D5EE-B5AE-9B96-AF90-3723CBE3BAC1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25376156-1BF8-30CE-86D6-FA0B06907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B4041DEE-4C35-7C0B-EA88-0A6857E4D996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849A888E-9948-8B3E-016C-B3E7154AFE6C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47C8B466-6DF7-CF45-4711-E706B2C68E69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A5DEBE1B-10B9-94C2-1366-6F390E22C6A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0C3741EB-3789-D94C-5877-F30BFB1D93B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C0C58B2A-8449-4F4C-6F96-8996949A89F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06A8AE02-4731-90B4-C99C-B24EF6044235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B2DD0455-BE6D-86FB-ECD4-14218059265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5598C814-DBC0-EAEF-79BE-1BA64BF8982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F9348BE9-F0B6-2FB5-414E-F521325AE5C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0CF39ECD-3708-EB38-94EB-A4F6BC6910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1161B08D-A43A-CC37-45EE-F65BAC8398E7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F8F6B787-3C40-CD27-1FED-51979E622B48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3BB06217-532C-C074-A87B-1E632AC6B6F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ECAC5A27-FA01-EC32-979B-748C340BFFC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C35FC564-9999-C652-7A6E-A7F0F13E46B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9B5D82FB-204D-45C1-F93A-05B9FDEE72B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536E7E4E-60D0-7208-8112-5CD72ADBA46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783BFA86-9413-A098-18A4-C534A6F7E56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A39892A2-2F74-557E-4CA5-C352A7A4801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46972838-9C23-C24C-6203-A928297DB54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A7296B6D-6FB4-AFA6-821D-CDC57B9135AD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3DD8356A-A1FA-EEC3-421C-EBFA81CD14F6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58BD8D8A-CDB4-0297-D83A-F86DDC8576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9C999BAB-3C33-E5F7-6A95-DD7FB0967D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19B85EE5-253D-FE9C-0377-5D69F15EA6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BD56FA4E-1F6B-F9A7-5183-1B7747A4A1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4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4BEF43CF-B382-63C5-D408-9CC20602D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9790" y="5467675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673CD422-EDB8-6B3C-9CAE-98217DBDB3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5" t="3665" r="3665" b="3665"/>
          <a:stretch>
            <a:fillRect/>
          </a:stretch>
        </p:blipFill>
        <p:spPr>
          <a:xfrm>
            <a:off x="2678677" y="535509"/>
            <a:ext cx="6585548" cy="635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7985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46BD1-4A85-21D1-8FC9-CDE07C255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1EA983A1-5303-BA01-710E-16B59BA8A7A8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B3F6BC2E-3525-DF79-C04D-1B830664174B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CFD963D7-C176-BEE1-1D0D-94455853D665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BE77EEDF-40E8-9E02-55C2-4055C9E5840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A34D9844-4817-0C74-D6AB-6AE5BC43B30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26C385E1-75ED-2F95-D996-2F029D40CB7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EC98F677-F4C3-D45A-6D7D-A6AA027B60A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4212A263-01B0-30B3-B5EF-732C278F7A2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DB22C3B3-760C-D9EA-029E-750B8A49FA8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8912F650-2307-30D0-6EA9-87B28A690FC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DDA2AB5C-D8CB-40B1-A777-86E95474FB9A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 err="1">
                <a:solidFill>
                  <a:schemeClr val="tx1"/>
                </a:solidFill>
                <a:latin typeface="Bodoni MT" panose="02070603080606020203" pitchFamily="18" charset="0"/>
              </a:rPr>
              <a:t>Connection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FAF1B235-54A1-F916-3EBC-B8C7A86B802C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600952C3-2B91-8CA0-6825-37A9F9327452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41A58DED-3AC4-9045-1B90-C97F3E2963B6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5A1E1BAE-23A1-C256-0DFF-9D3AECF05CD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38086EE0-A297-350A-EF47-55503DFBB76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381AF3BE-270B-DF94-63AE-4C4245E96F0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BA4C1A8F-CE6A-E4D0-C5A2-C7EAA3936383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7D02887D-68A7-AF53-424D-18086AF0B74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07FB3FAE-BB96-F66A-9FB1-C74D863A470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B66E6946-6EAB-5434-ECE1-40B808B86E8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3F245EDF-4B0D-7F21-5503-4776B6E792D3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447EF58F-5522-62D7-81F6-04268FEA2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18C160E4-98E7-3803-C7BF-12A877691A4F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454D6B84-4EDD-048B-C0EA-EAA70F327C03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30B5CFDC-D179-A7AC-C7C2-13C24909E4DD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22691B9A-74BA-9D61-111A-E09CA80CE27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FB7C4B11-934C-0126-FD7D-D0033111EE9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706FB719-4F6A-D2EB-EDA2-FE970C99E18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37EB8732-ACBB-9CEF-9E3D-E3E101AEB779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F09FEC7A-FC82-7E4F-5092-ABC4C5A6F53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36C35C64-6E65-59A6-A6C4-455746F6C73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024C92B1-FF08-CF7B-3807-1DA4BD46F4F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D2FD4039-4E51-F14D-F7E2-E3EFE222E8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1175A71F-10E5-F218-1FDB-7E61F96B5426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E7413E3C-6D92-0E7E-6582-7CAF630B5807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1085C09C-DD51-C3D0-C1D2-E1DE9B8697B4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C44AF5F1-2E3F-45F5-35C9-5404CF3BCAC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D43066CB-F335-D813-F330-7EA458E45E4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469B008D-2CA2-36D2-5893-B1FD0F91205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C7D19150-FAB3-B966-CA60-3C3BBD84272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76C7A5FC-CC15-57BD-8A69-8D27FAC7692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24340221-8E00-339C-6EBF-267A31DBCA7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9620D83A-81C5-5494-C7EC-66E19E228E0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859A624C-08F1-1A66-3EA9-7F2F9185FEBA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DA4A66F1-7025-33C0-293F-B0CC43965455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E7DF1FAC-A233-A3C7-C73F-982EF0C311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CCBB33FC-D841-5DFD-D067-257C94D3ED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F68FEFE8-2A87-2185-638B-DD543376DD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3CC9BA01-5782-C222-749D-C9EA613179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4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D7446D20-D75A-1B40-255F-57EF802E8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</p:spTree>
    <p:extLst>
      <p:ext uri="{BB962C8B-B14F-4D97-AF65-F5344CB8AC3E}">
        <p14:creationId xmlns:p14="http://schemas.microsoft.com/office/powerpoint/2010/main" val="19119647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F00A6-A000-A29F-E386-F311DE9A6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20C72AAA-FE88-7450-D08D-E55D53573803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CF3A8544-1747-AAD3-7219-3F321CC7D2B4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69CC47C1-FDEC-FC65-FC07-B30969819B82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1430411E-1A7A-6943-5E4C-023DCE1D032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CF2D97AC-C0D9-3B17-6BCE-9647F9AC916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278C5BC9-82E9-2E38-EE8D-0A4E8F1738C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EE36CFB9-5470-5CC7-FE82-1E069351741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D64FB2F8-ABB5-B34D-1BBA-E096A0CE45E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3FFB0A84-2A1B-26A0-3660-A120EEF539F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9710828D-FE57-4BA2-8BD6-ACBDD938D42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8020A85F-56FE-A82C-0EEA-C22DA37D8866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 err="1">
                <a:solidFill>
                  <a:schemeClr val="tx1"/>
                </a:solidFill>
                <a:latin typeface="Bodoni MT" panose="02070603080606020203" pitchFamily="18" charset="0"/>
              </a:rPr>
              <a:t>Connection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309DB54C-352C-6AEC-BEE5-D1B348A7E270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05AAD32A-34D4-A69C-DD27-3067AF1F809E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94F11239-F9D8-E7AF-F28C-6FAFD9663AE2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9D1FE6EF-4F35-F9D8-0DD9-17CF69931F3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ED9A2280-97C3-1E42-ED29-EF3C5F67D1C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D058AA20-1504-C2E9-E761-4F04E79613D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3CE87E31-B100-B431-41D8-4155986B7E9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80A0BD7C-E0F7-6BB4-C9A6-D54974C0553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519C49C0-ACEB-4473-A0DF-4544EC5E2A3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14D2D5A3-A51F-03B0-B8B6-70624D7985A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7C8503E4-4700-9703-D0ED-B2A6816B09F3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B9D549A2-3BBB-661C-1C0B-157022EF6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F5B26051-9DBD-76B5-E84F-FAB003BBDFDB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240F0B65-5323-1E09-BB65-609B2F97682A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974C053C-3D70-6E51-DEE8-ABE7DDC385E5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3F00A076-24D7-2DE2-8C62-2CFBF458764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623C2002-94BC-B5E5-1F63-C98E79940C2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F7F38E05-7018-498E-C2A4-4A4FCCDB664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2346F7F5-2995-B0C4-A05F-AA2C6DC7FCD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9BE22C99-5B87-8E8C-6C77-63B24C18EED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F1675EA0-0C80-A2F7-435C-4A31C1FB876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9C5C6E02-21A7-9953-A76E-D7ACCA74DF9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606643D7-A781-569C-9C64-0A4B27F2266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0BDF1F67-0017-7654-0B21-ECAB45840732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14CBD631-619D-BF57-038F-7E4CBF29DCD3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294E3F7E-E357-954E-1A76-2359C965A2CC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2524ED80-B081-9BEF-2907-FD920021098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E202D2DB-C0F7-8B32-DE80-363F4B6CF15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AE3C3075-9A80-83BF-7ADF-8322B8FA861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F907507E-E3EB-076F-D99B-210286784FCB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124E3931-6C17-51B5-DD56-D6B57AE2F85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326048E4-62EF-23B1-5749-A021B4E171F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D1FDA299-3B0F-8FBE-1227-12C63AD5436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78DB06A4-2FC4-B4AF-3A09-FD2F8E64E775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642F6A06-3FD5-02FF-AA92-6EEE8752D03F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5186317D-7045-E359-F761-E0DE3B9767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1EDC369C-5756-B496-0733-5F26AA99FF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09EBE01D-2138-C773-1159-3DF1FAB7ED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B81F8E73-A0FE-863B-309D-80E988D199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4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7F458137-94FE-CFF6-5393-08B47FC4B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FB2B9BB6-8504-839C-9166-F4C5C101A7E5}"/>
              </a:ext>
            </a:extLst>
          </p:cNvPr>
          <p:cNvSpPr/>
          <p:nvPr/>
        </p:nvSpPr>
        <p:spPr>
          <a:xfrm>
            <a:off x="2538698" y="1566840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A</a:t>
            </a:r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A7F29C1F-D80B-8FCA-9C02-BDCFE76DF2F1}"/>
              </a:ext>
            </a:extLst>
          </p:cNvPr>
          <p:cNvSpPr/>
          <p:nvPr/>
        </p:nvSpPr>
        <p:spPr>
          <a:xfrm>
            <a:off x="5275003" y="1566839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0941606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DFEDA-1E45-03FC-0946-F0A541F19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24EA3829-AF7E-EB6E-B81E-3F68FC083452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21D4D9E5-D51F-AFA7-344D-690D5FC8A0CD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B4191640-6A55-B397-2B79-CC89D3F59DA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8CC367E6-1E0C-3D39-2DB8-D579BA6F6C7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B6701BC4-8627-8D54-E581-BEA135FE6C5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39E8C9A0-7EEA-F2EC-EBF7-02EE06FA3DF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872F957D-3D82-C578-C79B-92E664BBE621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83B82160-9BB0-C51F-7117-839812ED147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4214939B-9B5B-0F38-3C80-1BD5DAE3F6E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90775982-D29E-CF22-5B47-2DA45E34216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999DB425-899A-3C2E-EB91-0240B0C35FFF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 err="1">
                <a:solidFill>
                  <a:schemeClr val="tx1"/>
                </a:solidFill>
                <a:latin typeface="Bodoni MT" panose="02070603080606020203" pitchFamily="18" charset="0"/>
              </a:rPr>
              <a:t>Connection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126D8E0E-2678-DC9B-F0FB-420EBC5F18D1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DC879238-1A35-8AC4-A567-BE258F286E5A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60397A2B-CDC8-86E6-D170-BFD00FD7D60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3E7214A3-1D0C-69FC-4A3A-F397A5DEFCF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ED3F5451-85CD-A479-F4C5-8D9E22BAE13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087A0A87-84A0-099C-B2A9-B487E28B04E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B06968F6-84F9-FFF6-DECE-3640F0D13282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FC8CA9BC-EBEC-C1A7-7F4C-4BE764244D9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043C2C55-EF26-C447-E240-10C7B4FA32C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F6F91CBB-4B51-C7C1-D1BD-0B4BE467D69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AC82BF5F-46BA-3765-DD9F-66816C6F7506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D5A5D783-796C-7D10-B691-6F986237F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3A250C31-E528-3016-D97B-D5F2732FCFBF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ABC2D59D-6938-B954-17A4-17755AB7D4BA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CCCDF14A-0E5C-B607-174B-7D67A218F22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673BAE2C-23C5-1D82-C4EB-C35E4B0D0B4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475E659D-A5EC-E807-10E3-7460CB36707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6A72803A-9FDF-FC12-D7B0-25DD733CEC5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ED789680-4B4F-3CE0-1FF0-F73816A99A4D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3396FF76-6BFA-F2CB-5645-ACB17DF81BD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8AF83BA4-57FD-FE9E-DA94-1F37835EC61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4C208D02-3EC0-3220-DF29-F02939CE5A8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12C9D3BE-0D73-E285-E26F-A427F6A8B0E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12734134-E294-0F3E-ED0B-B37D30DAFA5E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5975A066-9433-51DE-E7FD-1DEABFBA035A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E18876F5-B5BB-B647-AB91-88CC0C2D47D7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3E343578-7039-3C45-69B4-7EFB964DB23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D24708FD-17B8-5C02-F4E8-A6A6BF7EB5C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9DCC6569-30FA-F4F9-869B-48E06AD7CC2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06272D0C-ED3E-1565-81EB-CC4F489A66AE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DAC0C67E-E479-BD4B-B93A-53C7FEAB851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E25D48D3-593E-0FAA-1C3E-E56AC9AAEE6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0285D9DE-52EF-9D66-ADA1-29C66AAC4FC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196F845A-ECED-17A9-2080-A7BA0B668078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D34B4246-D231-AA94-6830-3F91AF9444D5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7EF4CBEF-869A-089A-A6F0-CB53E23BA6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CAB1A240-790E-92D5-AD92-CE65A70960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C18CBBA2-1CD5-2C59-DD66-44F73A62D6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4FD2662C-4A7D-4D8A-9FA3-91A318DF42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4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E6E500EF-37AE-39B9-CD5C-273396036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C0C6D0FB-24E8-D565-56B6-53BA50388561}"/>
              </a:ext>
            </a:extLst>
          </p:cNvPr>
          <p:cNvSpPr/>
          <p:nvPr/>
        </p:nvSpPr>
        <p:spPr>
          <a:xfrm>
            <a:off x="2538698" y="1566840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A</a:t>
            </a:r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596AC268-0C17-AAE8-C87A-58BFADB2B1E7}"/>
              </a:ext>
            </a:extLst>
          </p:cNvPr>
          <p:cNvSpPr/>
          <p:nvPr/>
        </p:nvSpPr>
        <p:spPr>
          <a:xfrm>
            <a:off x="5275003" y="1566839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B</a:t>
            </a:r>
          </a:p>
        </p:txBody>
      </p:sp>
      <p:sp>
        <p:nvSpPr>
          <p:cNvPr id="3" name="Nyíl: jobbra mutató 2">
            <a:extLst>
              <a:ext uri="{FF2B5EF4-FFF2-40B4-BE49-F238E27FC236}">
                <a16:creationId xmlns:a16="http://schemas.microsoft.com/office/drawing/2014/main" id="{0581037B-255D-0D15-C91B-6B3AEE320C7C}"/>
              </a:ext>
            </a:extLst>
          </p:cNvPr>
          <p:cNvSpPr/>
          <p:nvPr/>
        </p:nvSpPr>
        <p:spPr>
          <a:xfrm>
            <a:off x="3257550" y="1679293"/>
            <a:ext cx="1717048" cy="1690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582A5636-3040-904E-33FA-F82EDA0F5EC6}"/>
              </a:ext>
            </a:extLst>
          </p:cNvPr>
          <p:cNvSpPr txBox="1"/>
          <p:nvPr/>
        </p:nvSpPr>
        <p:spPr>
          <a:xfrm>
            <a:off x="3207813" y="1333777"/>
            <a:ext cx="202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Felkéri barátnak</a:t>
            </a:r>
          </a:p>
        </p:txBody>
      </p:sp>
    </p:spTree>
    <p:extLst>
      <p:ext uri="{BB962C8B-B14F-4D97-AF65-F5344CB8AC3E}">
        <p14:creationId xmlns:p14="http://schemas.microsoft.com/office/powerpoint/2010/main" val="13739698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DDB8B-E99E-0270-D192-0E5AF3B9C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D48D0E0E-47E1-AF95-49D9-B2FA12F1EE0C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3FBAC4F1-AE6F-8787-C1A4-8C1FF64450DA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4DA7DF12-4186-7EE3-07C8-A653FD1B23B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421E7D0D-5A3B-468D-AEF5-7458EE06036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09E9194C-2477-0BB0-1C57-020786980BC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EF18F319-4033-ECAE-5041-D6FA7B69ACC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9128E2FF-07E0-94EC-1CBB-0C449BB43ED6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69E791AE-3F74-835F-7F7A-CA7C864DA83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781B3132-6576-000B-A671-F8F3085F439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1B8432E5-64BD-CA3F-3A63-7DE82572C33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32E1628F-5E29-312B-BB94-D790E27CCCC8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 err="1">
                <a:solidFill>
                  <a:schemeClr val="tx1"/>
                </a:solidFill>
                <a:latin typeface="Bodoni MT" panose="02070603080606020203" pitchFamily="18" charset="0"/>
              </a:rPr>
              <a:t>Connection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EFFCA433-AB4E-18C6-746F-45BFDADA086E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39B0AC1E-BB85-2791-DF62-04B2C9D549DF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73E20093-8640-CA04-82AE-BF997C0BF4DA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153A9DAD-A2A6-114D-E6DF-A70D928BBEF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74A2EA38-14C7-DD8E-3122-55B24405360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2D7B6401-16E5-C159-576A-677C3B517D3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1AA8C6A8-D083-10C7-F8D0-FEC078F3898D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FBD9E1BA-A4CB-496C-0120-F4121C4B2B0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55D32A95-3E5B-98E0-49B0-58384B32DD8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21DD7D5A-266D-267F-709C-F8428ADF7C4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9E79F064-569A-8822-8EE9-0EE1CC414742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BDE42D18-298D-AB94-7F41-A612775BE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E7B6199E-A919-966E-9674-A470D2C82913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B2A5ED24-C6DD-2D93-7E5C-9C2C77BAEFEB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495F03E1-6296-4650-EA94-61023EA14C66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2AB49297-6B5C-59E3-9FC5-91B96B083C5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44A3320D-4138-AF80-1144-92E75B51D6C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FB2A033F-D058-3C96-233B-C038F070663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759A007E-6FC7-EA36-7B5C-E47F2B09AAB7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FCE0B1F6-4473-96EC-BF25-3A13AC41636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246B0285-452F-C4DF-B0FB-119E0E89D90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9D15AB33-AD53-BBCF-20AE-BE5B9A94EF9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957D5025-EDFC-3BD9-7185-46E57B5EBD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5EB160CF-6862-A174-754C-43D9666B546D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4787FB13-F4DC-1704-1B57-0E88A61C6650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77AF4B52-A583-48E6-F6C6-F058D22E0D4C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6C73952D-7123-6E73-2ECD-5E847083B90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3551C5E6-E6B2-E780-53C5-B7C64DACF15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B0B367C3-534B-D6FB-8E96-BF9744B2E5A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9A0D7019-DC47-660C-A3FA-A79BAD5C4726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1B1F37C0-462A-D752-E153-4FFD97033EB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19632FB5-0CDE-1B34-4785-553D0C0EA57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6BF13F68-D5EA-C29A-7A86-053CDA8611C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C3E5B922-2D08-FCE8-298E-CFB146349AF4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9240A4C7-B458-5F21-A6A2-E1B996F851B2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52EA799F-6DC3-AECF-E7E8-3C0D834EAD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3A4D241E-E82A-B406-93C0-B0D8BEE700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792909FA-B15F-E5B9-E130-95F24A44C8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CF5E47A3-D74F-1D3B-18B5-E95F7680C9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4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01EBC4DD-A3E7-A28B-101D-4298A8757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A37BDC29-50DC-C413-CDBD-51A158801373}"/>
              </a:ext>
            </a:extLst>
          </p:cNvPr>
          <p:cNvSpPr/>
          <p:nvPr/>
        </p:nvSpPr>
        <p:spPr>
          <a:xfrm>
            <a:off x="2538698" y="1566840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A</a:t>
            </a:r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08057265-098D-F4AA-E935-B90759D84631}"/>
              </a:ext>
            </a:extLst>
          </p:cNvPr>
          <p:cNvSpPr/>
          <p:nvPr/>
        </p:nvSpPr>
        <p:spPr>
          <a:xfrm>
            <a:off x="5275003" y="1566839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B</a:t>
            </a:r>
          </a:p>
        </p:txBody>
      </p:sp>
      <p:sp>
        <p:nvSpPr>
          <p:cNvPr id="3" name="Nyíl: jobbra mutató 2">
            <a:extLst>
              <a:ext uri="{FF2B5EF4-FFF2-40B4-BE49-F238E27FC236}">
                <a16:creationId xmlns:a16="http://schemas.microsoft.com/office/drawing/2014/main" id="{C6C1E278-BF87-A554-5F1A-E40F41C95B0A}"/>
              </a:ext>
            </a:extLst>
          </p:cNvPr>
          <p:cNvSpPr/>
          <p:nvPr/>
        </p:nvSpPr>
        <p:spPr>
          <a:xfrm>
            <a:off x="3257550" y="1679293"/>
            <a:ext cx="1717048" cy="1690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4679FE6F-2B40-7C05-F790-C62DB85283DF}"/>
              </a:ext>
            </a:extLst>
          </p:cNvPr>
          <p:cNvSpPr txBox="1"/>
          <p:nvPr/>
        </p:nvSpPr>
        <p:spPr>
          <a:xfrm>
            <a:off x="3207813" y="1333777"/>
            <a:ext cx="202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Felkéri barátnak</a:t>
            </a:r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6F2012AE-AB1D-40A4-0A66-FB98D2F65360}"/>
              </a:ext>
            </a:extLst>
          </p:cNvPr>
          <p:cNvSpPr/>
          <p:nvPr/>
        </p:nvSpPr>
        <p:spPr>
          <a:xfrm>
            <a:off x="2533202" y="2318431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A</a:t>
            </a:r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7B59638A-22D0-F8B9-1D1E-97FB525CCDB7}"/>
              </a:ext>
            </a:extLst>
          </p:cNvPr>
          <p:cNvSpPr/>
          <p:nvPr/>
        </p:nvSpPr>
        <p:spPr>
          <a:xfrm>
            <a:off x="5269507" y="2318430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B</a:t>
            </a:r>
          </a:p>
        </p:txBody>
      </p:sp>
      <p:sp>
        <p:nvSpPr>
          <p:cNvPr id="10" name="Nyíl: jobbra mutató 9">
            <a:extLst>
              <a:ext uri="{FF2B5EF4-FFF2-40B4-BE49-F238E27FC236}">
                <a16:creationId xmlns:a16="http://schemas.microsoft.com/office/drawing/2014/main" id="{6C3B7391-DBE3-C356-6FD9-E7DC9E34259C}"/>
              </a:ext>
            </a:extLst>
          </p:cNvPr>
          <p:cNvSpPr/>
          <p:nvPr/>
        </p:nvSpPr>
        <p:spPr>
          <a:xfrm>
            <a:off x="3252054" y="2430884"/>
            <a:ext cx="1717048" cy="16905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B848273D-D1DD-1F1E-7677-EB114858CF0D}"/>
              </a:ext>
            </a:extLst>
          </p:cNvPr>
          <p:cNvSpPr txBox="1"/>
          <p:nvPr/>
        </p:nvSpPr>
        <p:spPr>
          <a:xfrm>
            <a:off x="3202317" y="2085368"/>
            <a:ext cx="202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Vissza vonja</a:t>
            </a:r>
          </a:p>
        </p:txBody>
      </p:sp>
    </p:spTree>
    <p:extLst>
      <p:ext uri="{BB962C8B-B14F-4D97-AF65-F5344CB8AC3E}">
        <p14:creationId xmlns:p14="http://schemas.microsoft.com/office/powerpoint/2010/main" val="26780958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FD5AF-D183-E0AA-7444-589524C04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F4CDA2A8-D3B4-55AB-511B-064DFBD9BDE3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7E268A7F-D7B9-F51D-A564-89CD89AB5780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DA74654A-B27B-5379-38D4-8D4671CE74BB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1A282E91-2A7B-DF8E-004F-9B5D4B14423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D297307E-F736-464C-891A-18762C7E053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5C505717-1E24-7FF4-FE18-569B6A2BB69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0B5EE906-4E16-5FF0-269E-F52BAB29B0A3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08D15BB0-2AE0-A88F-A276-1F796FD6855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70E915C8-26CD-63B3-C8F1-863F5CEF492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D8DC16D0-A5AA-1BAC-4129-97FFCE875C6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7256CA83-8639-4B14-73C6-C97B0AB3C920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 err="1">
                <a:solidFill>
                  <a:schemeClr val="tx1"/>
                </a:solidFill>
                <a:latin typeface="Bodoni MT" panose="02070603080606020203" pitchFamily="18" charset="0"/>
              </a:rPr>
              <a:t>Connection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CEE1A163-F10F-77D4-41C1-F0A6E7B8C8D9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915D53E6-17EC-C15B-64FF-15280A930B86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83013880-AB44-8D3B-BD38-BB968F0BF606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C704C0BA-A4CF-839D-4F9C-4A0971E2628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2E74E053-DBA0-E5E6-5727-7C8F8BF4629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5C28CEC7-9C57-C64C-E923-FF1932AE177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4643F447-AC8B-0F9C-852F-4A6134009BE4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8ED798A2-56AF-3FC1-2C6C-9B95283E546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8D772B67-5037-D771-1565-408E1EBFF6C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19565712-547A-A0ED-CCB4-549C2DCAC46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AA280E21-066B-7FF1-7631-344EC81E38D1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E3665237-1FB7-3520-8BC2-F05A87C9E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83EEF788-65D3-32B6-6ADA-CDC0BB8350FC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7D474F65-B55F-2000-1402-E52D6314F4F0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16DA1CA7-F8D0-301D-2CBE-EC3A552EF4AB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1B785AF4-2962-C50D-CA38-9873C359BEB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72AC8441-05A8-E457-0818-0B78BFE2A0A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115A65E5-BEFA-1ECC-858D-5350316D0F1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9AC3FD08-D9EB-83C3-87FE-D4AD1AFC4C04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7F4F7908-5447-A931-69C9-5BE2AC9F863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2A43B678-3CAF-E885-88CB-A80850CD648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391F8DAD-84A9-03F0-03AD-746E14DB916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5C69F02C-00D1-B343-80A6-F6DC335C52E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59DA10CD-29C9-C49C-B8F0-391D73871F12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CE7EB3C6-D671-F944-7139-425AE0D7D386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26B8105F-35F4-B66D-4AB7-0A9DC0DE333A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38AC5090-825B-A175-C94E-1F5A63C4D32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86CD04E5-B692-9872-9927-26C43DEE7B6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BD285503-ADA0-841C-5732-4E3142A2ECA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B907345F-274B-6063-1603-7A26593CB4E3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95D2F035-DD8B-C14A-D802-C800A86BC4B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B52B0490-4566-A4F8-E90B-BA7D2496157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910879BD-9771-7BBA-0B29-C3ACCE96B91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68405782-668E-644F-881A-7645A59126AA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47DB4433-7F45-ECD4-FE65-E329E1A301B2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CA5F955E-4C25-F7E1-4628-F4D53EDBB8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A2E30F46-F2CD-50F3-8E1A-3FF1775FF2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674721DF-9FF9-8A93-81B5-E801818CC5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F1A6DFFF-8A9C-EF19-8FA7-83043FA2D8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4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50A5C269-7365-4345-CAB9-42AF5D26C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77EB6F57-C00E-1362-5A4B-6497695FA437}"/>
              </a:ext>
            </a:extLst>
          </p:cNvPr>
          <p:cNvSpPr/>
          <p:nvPr/>
        </p:nvSpPr>
        <p:spPr>
          <a:xfrm>
            <a:off x="2538698" y="1566840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A</a:t>
            </a:r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D5F8B0EC-B013-5603-C38E-A4F226FB1F79}"/>
              </a:ext>
            </a:extLst>
          </p:cNvPr>
          <p:cNvSpPr/>
          <p:nvPr/>
        </p:nvSpPr>
        <p:spPr>
          <a:xfrm>
            <a:off x="5275003" y="1566839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B</a:t>
            </a:r>
          </a:p>
        </p:txBody>
      </p:sp>
      <p:sp>
        <p:nvSpPr>
          <p:cNvPr id="3" name="Nyíl: jobbra mutató 2">
            <a:extLst>
              <a:ext uri="{FF2B5EF4-FFF2-40B4-BE49-F238E27FC236}">
                <a16:creationId xmlns:a16="http://schemas.microsoft.com/office/drawing/2014/main" id="{B88F6F04-73E0-D468-EACE-84E4441E36F2}"/>
              </a:ext>
            </a:extLst>
          </p:cNvPr>
          <p:cNvSpPr/>
          <p:nvPr/>
        </p:nvSpPr>
        <p:spPr>
          <a:xfrm>
            <a:off x="3257550" y="1679293"/>
            <a:ext cx="1717048" cy="1690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7405D909-A584-A2EF-E195-3F9056E331E2}"/>
              </a:ext>
            </a:extLst>
          </p:cNvPr>
          <p:cNvSpPr txBox="1"/>
          <p:nvPr/>
        </p:nvSpPr>
        <p:spPr>
          <a:xfrm>
            <a:off x="3207813" y="1333777"/>
            <a:ext cx="202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Felkéri barátnak</a:t>
            </a:r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72D239CD-D286-FAB7-308B-F5A88A601309}"/>
              </a:ext>
            </a:extLst>
          </p:cNvPr>
          <p:cNvSpPr/>
          <p:nvPr/>
        </p:nvSpPr>
        <p:spPr>
          <a:xfrm>
            <a:off x="2533202" y="2318431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A</a:t>
            </a:r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5202EACB-6D40-EE00-2FFA-96E90932B92D}"/>
              </a:ext>
            </a:extLst>
          </p:cNvPr>
          <p:cNvSpPr/>
          <p:nvPr/>
        </p:nvSpPr>
        <p:spPr>
          <a:xfrm>
            <a:off x="5269507" y="2318430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B</a:t>
            </a:r>
          </a:p>
        </p:txBody>
      </p:sp>
      <p:sp>
        <p:nvSpPr>
          <p:cNvPr id="10" name="Nyíl: jobbra mutató 9">
            <a:extLst>
              <a:ext uri="{FF2B5EF4-FFF2-40B4-BE49-F238E27FC236}">
                <a16:creationId xmlns:a16="http://schemas.microsoft.com/office/drawing/2014/main" id="{D6C8BC11-582B-4920-4D33-1A0FE2EF7D09}"/>
              </a:ext>
            </a:extLst>
          </p:cNvPr>
          <p:cNvSpPr/>
          <p:nvPr/>
        </p:nvSpPr>
        <p:spPr>
          <a:xfrm>
            <a:off x="3252054" y="2430884"/>
            <a:ext cx="1717048" cy="16905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87EB9429-9F3E-8A4B-873B-2B1C0A68E935}"/>
              </a:ext>
            </a:extLst>
          </p:cNvPr>
          <p:cNvSpPr txBox="1"/>
          <p:nvPr/>
        </p:nvSpPr>
        <p:spPr>
          <a:xfrm>
            <a:off x="3202317" y="2085368"/>
            <a:ext cx="202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Vissza vonja</a:t>
            </a:r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5508B01E-191A-3842-A661-85F9C0F20DE1}"/>
              </a:ext>
            </a:extLst>
          </p:cNvPr>
          <p:cNvSpPr/>
          <p:nvPr/>
        </p:nvSpPr>
        <p:spPr>
          <a:xfrm>
            <a:off x="2551494" y="3107556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A</a:t>
            </a:r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19D08F68-6739-4FED-2600-1AE0D4CBAF0F}"/>
              </a:ext>
            </a:extLst>
          </p:cNvPr>
          <p:cNvSpPr/>
          <p:nvPr/>
        </p:nvSpPr>
        <p:spPr>
          <a:xfrm>
            <a:off x="5287799" y="3107555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B</a:t>
            </a:r>
          </a:p>
        </p:txBody>
      </p:sp>
      <p:sp>
        <p:nvSpPr>
          <p:cNvPr id="14" name="Nyíl: jobbra mutató 13">
            <a:extLst>
              <a:ext uri="{FF2B5EF4-FFF2-40B4-BE49-F238E27FC236}">
                <a16:creationId xmlns:a16="http://schemas.microsoft.com/office/drawing/2014/main" id="{A6CFE314-8F71-AD53-27DC-B6E8DCEE87BD}"/>
              </a:ext>
            </a:extLst>
          </p:cNvPr>
          <p:cNvSpPr/>
          <p:nvPr/>
        </p:nvSpPr>
        <p:spPr>
          <a:xfrm>
            <a:off x="3270346" y="3220009"/>
            <a:ext cx="1717048" cy="16905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BF8F534B-6AD3-3421-B9C2-0AC8D91B6180}"/>
              </a:ext>
            </a:extLst>
          </p:cNvPr>
          <p:cNvSpPr txBox="1"/>
          <p:nvPr/>
        </p:nvSpPr>
        <p:spPr>
          <a:xfrm>
            <a:off x="3220609" y="2874493"/>
            <a:ext cx="202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Blokkolja</a:t>
            </a:r>
          </a:p>
        </p:txBody>
      </p:sp>
    </p:spTree>
    <p:extLst>
      <p:ext uri="{BB962C8B-B14F-4D97-AF65-F5344CB8AC3E}">
        <p14:creationId xmlns:p14="http://schemas.microsoft.com/office/powerpoint/2010/main" val="1968308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2CA95-17CB-EA64-7543-2827814B6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B3A94189-118D-A674-B802-BBB9A1628964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E8DB30F4-AD62-B934-01D5-F430A97301EC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111B215C-DB0E-10F2-3F50-D8B4E2D3714C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FE5A7D05-1DBC-EB18-DE24-D88D6F56B85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522AA41E-BF24-D0DD-72FA-6724CF1E2EE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86F6FAE4-3F96-E816-AC9C-DDF25E61173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1A857F11-CC77-26F7-310C-47F60B21289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CF497D68-26B8-CF6C-616C-928AF5B164E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B9977C03-9EE7-1570-E84D-CB49E9AD32F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A9AD0B18-198B-1F35-6415-AC8E8313B53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8D3DFF92-CA05-FAC6-8445-31E8738A14B0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 err="1">
                <a:solidFill>
                  <a:schemeClr val="tx1"/>
                </a:solidFill>
                <a:latin typeface="Bodoni MT" panose="02070603080606020203" pitchFamily="18" charset="0"/>
              </a:rPr>
              <a:t>Connection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11D0D4FA-2A99-E859-0C8D-7003BE86BCDA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E16022C9-EC96-51CF-E0A4-E84FC6348282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F8C728BA-92DA-E1F5-E1A2-9C80FD8C4DCC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9C70FA13-8ECF-D5F5-AE03-F96BA98B9D1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3183DB77-87F5-1C2B-5926-00BD737170C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096D087F-12F1-29F5-1C20-09ABCC6972D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D4FB930D-CE69-49D7-61E1-22A82087087B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B4BAADB1-DEE7-3A32-B726-BCDE0A60DB8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6BA71CCF-CFE4-AA7A-1A7C-33F1EFB7861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0CAD7979-C4A9-6A32-EA46-A873A6E5E92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CF895C9E-6FB3-FD51-E9CA-C0A96412A055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6D332FA6-CB18-5FE9-2099-4514DE67F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2DA1AC6C-E8A3-ABD0-948C-61C4E0ACB1C0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E46A5B9F-0A76-1BC4-E129-C316C74CEE57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1979CF60-D4D0-DA8E-8F3D-45A9BAAACCE3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177E93E6-CB79-8724-3337-82BC0A91A12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2DBAEA06-D8B4-A2E6-FA68-9340A7013A3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FBA897A8-6585-07B9-72AB-560D4BEBFFA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8D6DE739-8D2C-8770-02A8-0014E3778406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A17BBAC8-97E7-3E84-7BE1-4AC2302EE34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6E161DD0-C934-F88B-13DF-8CEA58C4C6A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30E421BC-8273-0A0D-A013-875C3E22D31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CD109A6A-760D-8774-5704-F3435D5A62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9B96E874-AE8F-5634-FB1D-D9DB2A1B97B8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3CBE83A6-6A4D-DEC3-FE4A-ADE9B4C5C44D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ECC14714-3B14-409E-446E-049F16BE0B6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AF07839A-E740-A118-AFA1-55C3C65D324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C96AEFB8-9D1D-0610-777E-43186395636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D7A67218-9810-8BF7-1C93-E224E7EA519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DA746A66-5A28-5918-8AF1-2517B0492315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6676EC63-EA6E-8CAD-0924-B1D4610D72C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FD2C676A-8089-0F87-B90E-48D0D6AB2A1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B67E86D2-85BA-B318-D451-F2F19C6C035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C15FB9A0-B5E8-A1FE-DF60-AE7EF801DBE1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145A9C97-D7A8-1268-3676-1B94F1002CD7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02BBDC61-EA37-BE09-28A2-675C0DB7B3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7F6B17C9-FDC5-EC64-6E75-F982F58089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AE1BE80D-1652-3526-78F6-FA7ED5A4F9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C9AB60A6-334A-1D32-3C36-F1D9293DF4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4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19EB88EB-7638-923B-D74D-DB9C48897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76C2178A-1A61-FC19-FE1E-DBCA37266CF5}"/>
              </a:ext>
            </a:extLst>
          </p:cNvPr>
          <p:cNvSpPr/>
          <p:nvPr/>
        </p:nvSpPr>
        <p:spPr>
          <a:xfrm>
            <a:off x="2538698" y="1566840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A</a:t>
            </a:r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4542D907-F762-D852-8162-5FF84E6538CE}"/>
              </a:ext>
            </a:extLst>
          </p:cNvPr>
          <p:cNvSpPr/>
          <p:nvPr/>
        </p:nvSpPr>
        <p:spPr>
          <a:xfrm>
            <a:off x="5275003" y="1566839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B</a:t>
            </a:r>
          </a:p>
        </p:txBody>
      </p:sp>
      <p:sp>
        <p:nvSpPr>
          <p:cNvPr id="3" name="Nyíl: jobbra mutató 2">
            <a:extLst>
              <a:ext uri="{FF2B5EF4-FFF2-40B4-BE49-F238E27FC236}">
                <a16:creationId xmlns:a16="http://schemas.microsoft.com/office/drawing/2014/main" id="{2DF0572B-488E-B7AF-5082-A2982EAC047B}"/>
              </a:ext>
            </a:extLst>
          </p:cNvPr>
          <p:cNvSpPr/>
          <p:nvPr/>
        </p:nvSpPr>
        <p:spPr>
          <a:xfrm>
            <a:off x="3257550" y="1679293"/>
            <a:ext cx="1717048" cy="1690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F83C94A2-43D0-1B57-A88F-F1055AC55C84}"/>
              </a:ext>
            </a:extLst>
          </p:cNvPr>
          <p:cNvSpPr txBox="1"/>
          <p:nvPr/>
        </p:nvSpPr>
        <p:spPr>
          <a:xfrm>
            <a:off x="3207813" y="1333777"/>
            <a:ext cx="202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Felkéri barátnak</a:t>
            </a:r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EEAEE08A-DD52-896A-73DC-05E6ED9A7D7C}"/>
              </a:ext>
            </a:extLst>
          </p:cNvPr>
          <p:cNvSpPr/>
          <p:nvPr/>
        </p:nvSpPr>
        <p:spPr>
          <a:xfrm>
            <a:off x="2533202" y="2318431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A</a:t>
            </a:r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B571F564-3CD2-6783-F3FD-9ADF1DEFA5C2}"/>
              </a:ext>
            </a:extLst>
          </p:cNvPr>
          <p:cNvSpPr/>
          <p:nvPr/>
        </p:nvSpPr>
        <p:spPr>
          <a:xfrm>
            <a:off x="5269507" y="2318430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B</a:t>
            </a:r>
          </a:p>
        </p:txBody>
      </p:sp>
      <p:sp>
        <p:nvSpPr>
          <p:cNvPr id="10" name="Nyíl: jobbra mutató 9">
            <a:extLst>
              <a:ext uri="{FF2B5EF4-FFF2-40B4-BE49-F238E27FC236}">
                <a16:creationId xmlns:a16="http://schemas.microsoft.com/office/drawing/2014/main" id="{47441223-281A-3787-0762-13D4B1424427}"/>
              </a:ext>
            </a:extLst>
          </p:cNvPr>
          <p:cNvSpPr/>
          <p:nvPr/>
        </p:nvSpPr>
        <p:spPr>
          <a:xfrm>
            <a:off x="3252054" y="2430884"/>
            <a:ext cx="1717048" cy="16905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6544169B-E03A-7A4A-7920-199B92E24206}"/>
              </a:ext>
            </a:extLst>
          </p:cNvPr>
          <p:cNvSpPr txBox="1"/>
          <p:nvPr/>
        </p:nvSpPr>
        <p:spPr>
          <a:xfrm>
            <a:off x="3202317" y="2085368"/>
            <a:ext cx="202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Vissza vonja</a:t>
            </a:r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2578D3AF-075B-76BD-D750-627E7C0F388F}"/>
              </a:ext>
            </a:extLst>
          </p:cNvPr>
          <p:cNvSpPr/>
          <p:nvPr/>
        </p:nvSpPr>
        <p:spPr>
          <a:xfrm>
            <a:off x="2551494" y="3107556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A</a:t>
            </a:r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050D30DA-3732-F291-C56F-D0C0466CE9C6}"/>
              </a:ext>
            </a:extLst>
          </p:cNvPr>
          <p:cNvSpPr/>
          <p:nvPr/>
        </p:nvSpPr>
        <p:spPr>
          <a:xfrm>
            <a:off x="5287799" y="3107555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B</a:t>
            </a:r>
          </a:p>
        </p:txBody>
      </p:sp>
      <p:sp>
        <p:nvSpPr>
          <p:cNvPr id="14" name="Nyíl: jobbra mutató 13">
            <a:extLst>
              <a:ext uri="{FF2B5EF4-FFF2-40B4-BE49-F238E27FC236}">
                <a16:creationId xmlns:a16="http://schemas.microsoft.com/office/drawing/2014/main" id="{8325FBC6-F794-6DC4-5E60-0466070070D9}"/>
              </a:ext>
            </a:extLst>
          </p:cNvPr>
          <p:cNvSpPr/>
          <p:nvPr/>
        </p:nvSpPr>
        <p:spPr>
          <a:xfrm>
            <a:off x="3270346" y="3220009"/>
            <a:ext cx="1717048" cy="16905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905C1FE3-EF6D-738C-9C98-D0DA24480109}"/>
              </a:ext>
            </a:extLst>
          </p:cNvPr>
          <p:cNvSpPr txBox="1"/>
          <p:nvPr/>
        </p:nvSpPr>
        <p:spPr>
          <a:xfrm>
            <a:off x="3220609" y="2874493"/>
            <a:ext cx="202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Blokkolja</a:t>
            </a:r>
          </a:p>
        </p:txBody>
      </p:sp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29921A44-861B-EBA8-C21E-6B09B444E790}"/>
              </a:ext>
            </a:extLst>
          </p:cNvPr>
          <p:cNvSpPr/>
          <p:nvPr/>
        </p:nvSpPr>
        <p:spPr>
          <a:xfrm>
            <a:off x="9364053" y="1617916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A</a:t>
            </a:r>
          </a:p>
        </p:txBody>
      </p:sp>
      <p:sp>
        <p:nvSpPr>
          <p:cNvPr id="21" name="Téglalap: lekerekített 20">
            <a:extLst>
              <a:ext uri="{FF2B5EF4-FFF2-40B4-BE49-F238E27FC236}">
                <a16:creationId xmlns:a16="http://schemas.microsoft.com/office/drawing/2014/main" id="{8D6247C0-3960-3070-F9A3-C8FFFF585B02}"/>
              </a:ext>
            </a:extLst>
          </p:cNvPr>
          <p:cNvSpPr/>
          <p:nvPr/>
        </p:nvSpPr>
        <p:spPr>
          <a:xfrm>
            <a:off x="6646050" y="1614238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B</a:t>
            </a:r>
          </a:p>
        </p:txBody>
      </p:sp>
      <p:sp>
        <p:nvSpPr>
          <p:cNvPr id="22" name="Nyíl: jobbra mutató 21">
            <a:extLst>
              <a:ext uri="{FF2B5EF4-FFF2-40B4-BE49-F238E27FC236}">
                <a16:creationId xmlns:a16="http://schemas.microsoft.com/office/drawing/2014/main" id="{B5AA17A0-6096-D474-73B6-2F1EA3AAB376}"/>
              </a:ext>
            </a:extLst>
          </p:cNvPr>
          <p:cNvSpPr/>
          <p:nvPr/>
        </p:nvSpPr>
        <p:spPr>
          <a:xfrm>
            <a:off x="7371166" y="1727689"/>
            <a:ext cx="1717048" cy="1690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2BF18F9C-0E97-1F56-69CB-7FC28D811B2B}"/>
              </a:ext>
            </a:extLst>
          </p:cNvPr>
          <p:cNvSpPr txBox="1"/>
          <p:nvPr/>
        </p:nvSpPr>
        <p:spPr>
          <a:xfrm>
            <a:off x="7206581" y="1394490"/>
            <a:ext cx="202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Elfogadja barátnak</a:t>
            </a:r>
          </a:p>
        </p:txBody>
      </p:sp>
      <p:sp>
        <p:nvSpPr>
          <p:cNvPr id="24" name="Téglalap: lekerekített 23">
            <a:extLst>
              <a:ext uri="{FF2B5EF4-FFF2-40B4-BE49-F238E27FC236}">
                <a16:creationId xmlns:a16="http://schemas.microsoft.com/office/drawing/2014/main" id="{930A30E9-AF6E-8C97-920C-3B72A5E30C51}"/>
              </a:ext>
            </a:extLst>
          </p:cNvPr>
          <p:cNvSpPr/>
          <p:nvPr/>
        </p:nvSpPr>
        <p:spPr>
          <a:xfrm>
            <a:off x="9364052" y="2399086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A</a:t>
            </a:r>
          </a:p>
        </p:txBody>
      </p:sp>
      <p:sp>
        <p:nvSpPr>
          <p:cNvPr id="26" name="Téglalap: lekerekített 25">
            <a:extLst>
              <a:ext uri="{FF2B5EF4-FFF2-40B4-BE49-F238E27FC236}">
                <a16:creationId xmlns:a16="http://schemas.microsoft.com/office/drawing/2014/main" id="{67E3541D-CCB0-E886-0E44-DBEEA85FCE4B}"/>
              </a:ext>
            </a:extLst>
          </p:cNvPr>
          <p:cNvSpPr/>
          <p:nvPr/>
        </p:nvSpPr>
        <p:spPr>
          <a:xfrm>
            <a:off x="6650770" y="2346917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B</a:t>
            </a:r>
          </a:p>
        </p:txBody>
      </p:sp>
      <p:sp>
        <p:nvSpPr>
          <p:cNvPr id="27" name="Nyíl: jobbra mutató 26">
            <a:extLst>
              <a:ext uri="{FF2B5EF4-FFF2-40B4-BE49-F238E27FC236}">
                <a16:creationId xmlns:a16="http://schemas.microsoft.com/office/drawing/2014/main" id="{A3C0E3CD-6801-6D82-F78F-480C6A6B3C63}"/>
              </a:ext>
            </a:extLst>
          </p:cNvPr>
          <p:cNvSpPr/>
          <p:nvPr/>
        </p:nvSpPr>
        <p:spPr>
          <a:xfrm>
            <a:off x="7365670" y="2479280"/>
            <a:ext cx="1717048" cy="16905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03A73063-4A06-01AF-9558-9CF8A7107326}"/>
              </a:ext>
            </a:extLst>
          </p:cNvPr>
          <p:cNvSpPr txBox="1"/>
          <p:nvPr/>
        </p:nvSpPr>
        <p:spPr>
          <a:xfrm>
            <a:off x="7315933" y="2133764"/>
            <a:ext cx="202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Elutasítja</a:t>
            </a:r>
          </a:p>
        </p:txBody>
      </p:sp>
      <p:sp>
        <p:nvSpPr>
          <p:cNvPr id="29" name="Téglalap: lekerekített 28">
            <a:extLst>
              <a:ext uri="{FF2B5EF4-FFF2-40B4-BE49-F238E27FC236}">
                <a16:creationId xmlns:a16="http://schemas.microsoft.com/office/drawing/2014/main" id="{756B8B17-0BEC-413C-4A37-E030FAC7CED1}"/>
              </a:ext>
            </a:extLst>
          </p:cNvPr>
          <p:cNvSpPr/>
          <p:nvPr/>
        </p:nvSpPr>
        <p:spPr>
          <a:xfrm>
            <a:off x="9382419" y="3070798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A</a:t>
            </a:r>
          </a:p>
        </p:txBody>
      </p:sp>
      <p:sp>
        <p:nvSpPr>
          <p:cNvPr id="35" name="Téglalap: lekerekített 34">
            <a:extLst>
              <a:ext uri="{FF2B5EF4-FFF2-40B4-BE49-F238E27FC236}">
                <a16:creationId xmlns:a16="http://schemas.microsoft.com/office/drawing/2014/main" id="{ED109490-B1A9-3D07-BC9D-294B5F758C46}"/>
              </a:ext>
            </a:extLst>
          </p:cNvPr>
          <p:cNvSpPr/>
          <p:nvPr/>
        </p:nvSpPr>
        <p:spPr>
          <a:xfrm>
            <a:off x="6634422" y="3107555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B</a:t>
            </a:r>
          </a:p>
        </p:txBody>
      </p:sp>
      <p:sp>
        <p:nvSpPr>
          <p:cNvPr id="36" name="Nyíl: jobbra mutató 35">
            <a:extLst>
              <a:ext uri="{FF2B5EF4-FFF2-40B4-BE49-F238E27FC236}">
                <a16:creationId xmlns:a16="http://schemas.microsoft.com/office/drawing/2014/main" id="{3B363DEC-EE05-5A90-EEC9-5A38F22F1AD7}"/>
              </a:ext>
            </a:extLst>
          </p:cNvPr>
          <p:cNvSpPr/>
          <p:nvPr/>
        </p:nvSpPr>
        <p:spPr>
          <a:xfrm>
            <a:off x="7383962" y="3268405"/>
            <a:ext cx="1717048" cy="16905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7" name="Szövegdoboz 36">
            <a:extLst>
              <a:ext uri="{FF2B5EF4-FFF2-40B4-BE49-F238E27FC236}">
                <a16:creationId xmlns:a16="http://schemas.microsoft.com/office/drawing/2014/main" id="{C6690A87-7F8B-5983-9D1B-1EBFF419BA8D}"/>
              </a:ext>
            </a:extLst>
          </p:cNvPr>
          <p:cNvSpPr txBox="1"/>
          <p:nvPr/>
        </p:nvSpPr>
        <p:spPr>
          <a:xfrm>
            <a:off x="7334225" y="2922889"/>
            <a:ext cx="202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Blokkolja</a:t>
            </a:r>
          </a:p>
        </p:txBody>
      </p:sp>
      <p:sp>
        <p:nvSpPr>
          <p:cNvPr id="43" name="Nyíl: körkörös 42">
            <a:extLst>
              <a:ext uri="{FF2B5EF4-FFF2-40B4-BE49-F238E27FC236}">
                <a16:creationId xmlns:a16="http://schemas.microsoft.com/office/drawing/2014/main" id="{C7F47610-F722-AF2A-03CA-1FF99C522B5A}"/>
              </a:ext>
            </a:extLst>
          </p:cNvPr>
          <p:cNvSpPr/>
          <p:nvPr/>
        </p:nvSpPr>
        <p:spPr>
          <a:xfrm rot="10800000" flipH="1">
            <a:off x="4802046" y="2830119"/>
            <a:ext cx="2853610" cy="1733583"/>
          </a:xfrm>
          <a:prstGeom prst="circularArrow">
            <a:avLst>
              <a:gd name="adj1" fmla="val 6101"/>
              <a:gd name="adj2" fmla="val 855495"/>
              <a:gd name="adj3" fmla="val 19809206"/>
              <a:gd name="adj4" fmla="val 11676727"/>
              <a:gd name="adj5" fmla="val 1730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44" name="Szorzás jele 43">
            <a:extLst>
              <a:ext uri="{FF2B5EF4-FFF2-40B4-BE49-F238E27FC236}">
                <a16:creationId xmlns:a16="http://schemas.microsoft.com/office/drawing/2014/main" id="{2BC43635-FCDF-29CF-EB6F-2918A7784A82}"/>
              </a:ext>
            </a:extLst>
          </p:cNvPr>
          <p:cNvSpPr/>
          <p:nvPr/>
        </p:nvSpPr>
        <p:spPr>
          <a:xfrm>
            <a:off x="7617543" y="2669091"/>
            <a:ext cx="1086971" cy="1142822"/>
          </a:xfrm>
          <a:prstGeom prst="mathMultiply">
            <a:avLst>
              <a:gd name="adj1" fmla="val 7914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26" name="Téglalap: lekerekített 1025">
            <a:extLst>
              <a:ext uri="{FF2B5EF4-FFF2-40B4-BE49-F238E27FC236}">
                <a16:creationId xmlns:a16="http://schemas.microsoft.com/office/drawing/2014/main" id="{00ADF751-5932-2D4D-F6A8-417C4E7B4D62}"/>
              </a:ext>
            </a:extLst>
          </p:cNvPr>
          <p:cNvSpPr/>
          <p:nvPr/>
        </p:nvSpPr>
        <p:spPr>
          <a:xfrm>
            <a:off x="9719595" y="4657077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A</a:t>
            </a:r>
          </a:p>
        </p:txBody>
      </p:sp>
      <p:sp>
        <p:nvSpPr>
          <p:cNvPr id="1036" name="Téglalap: lekerekített 1035">
            <a:extLst>
              <a:ext uri="{FF2B5EF4-FFF2-40B4-BE49-F238E27FC236}">
                <a16:creationId xmlns:a16="http://schemas.microsoft.com/office/drawing/2014/main" id="{35D52195-CC67-58F6-8EEB-04E6FFE7768F}"/>
              </a:ext>
            </a:extLst>
          </p:cNvPr>
          <p:cNvSpPr/>
          <p:nvPr/>
        </p:nvSpPr>
        <p:spPr>
          <a:xfrm>
            <a:off x="6971598" y="4693834"/>
            <a:ext cx="395213" cy="395213"/>
          </a:xfrm>
          <a:prstGeom prst="roundRect">
            <a:avLst>
              <a:gd name="adj" fmla="val 455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  <a:latin typeface="Bodoni MT" panose="02070603080606020203" pitchFamily="18" charset="0"/>
              </a:rPr>
              <a:t>B</a:t>
            </a:r>
          </a:p>
        </p:txBody>
      </p:sp>
      <p:sp>
        <p:nvSpPr>
          <p:cNvPr id="1037" name="Nyíl: jobbra mutató 1036">
            <a:extLst>
              <a:ext uri="{FF2B5EF4-FFF2-40B4-BE49-F238E27FC236}">
                <a16:creationId xmlns:a16="http://schemas.microsoft.com/office/drawing/2014/main" id="{4CB91F95-CE06-8E15-20C3-79FD0C6D3873}"/>
              </a:ext>
            </a:extLst>
          </p:cNvPr>
          <p:cNvSpPr/>
          <p:nvPr/>
        </p:nvSpPr>
        <p:spPr>
          <a:xfrm>
            <a:off x="7588340" y="4854394"/>
            <a:ext cx="1717048" cy="1690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38" name="Szövegdoboz 1037">
            <a:extLst>
              <a:ext uri="{FF2B5EF4-FFF2-40B4-BE49-F238E27FC236}">
                <a16:creationId xmlns:a16="http://schemas.microsoft.com/office/drawing/2014/main" id="{9ED197C9-FC35-ECAC-DA90-AAF8FAA51AA2}"/>
              </a:ext>
            </a:extLst>
          </p:cNvPr>
          <p:cNvSpPr txBox="1"/>
          <p:nvPr/>
        </p:nvSpPr>
        <p:spPr>
          <a:xfrm>
            <a:off x="7538603" y="4508878"/>
            <a:ext cx="2029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Felkéri barátnak</a:t>
            </a:r>
          </a:p>
        </p:txBody>
      </p:sp>
      <p:sp>
        <p:nvSpPr>
          <p:cNvPr id="1039" name="Szorzás jele 1038">
            <a:extLst>
              <a:ext uri="{FF2B5EF4-FFF2-40B4-BE49-F238E27FC236}">
                <a16:creationId xmlns:a16="http://schemas.microsoft.com/office/drawing/2014/main" id="{146355B9-A175-4363-4836-2C8FBE13AA09}"/>
              </a:ext>
            </a:extLst>
          </p:cNvPr>
          <p:cNvSpPr/>
          <p:nvPr/>
        </p:nvSpPr>
        <p:spPr>
          <a:xfrm>
            <a:off x="7856623" y="4306799"/>
            <a:ext cx="1086971" cy="1142822"/>
          </a:xfrm>
          <a:prstGeom prst="mathMultiply">
            <a:avLst>
              <a:gd name="adj1" fmla="val 7914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43" name="Nyíl: lefelé mutató 1042">
            <a:extLst>
              <a:ext uri="{FF2B5EF4-FFF2-40B4-BE49-F238E27FC236}">
                <a16:creationId xmlns:a16="http://schemas.microsoft.com/office/drawing/2014/main" id="{9E21FD4A-49C0-1E1C-1A44-87B5C0B5C416}"/>
              </a:ext>
            </a:extLst>
          </p:cNvPr>
          <p:cNvSpPr/>
          <p:nvPr/>
        </p:nvSpPr>
        <p:spPr>
          <a:xfrm>
            <a:off x="8070182" y="3739421"/>
            <a:ext cx="483335" cy="668418"/>
          </a:xfrm>
          <a:prstGeom prst="downArrow">
            <a:avLst>
              <a:gd name="adj1" fmla="val 15316"/>
              <a:gd name="adj2" fmla="val 310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26549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1026" grpId="0" animBg="1"/>
      <p:bldP spid="1036" grpId="0" animBg="1"/>
      <p:bldP spid="1037" grpId="0" animBg="1"/>
      <p:bldP spid="1038" grpId="0"/>
      <p:bldP spid="1039" grpId="0" animBg="1"/>
      <p:bldP spid="104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4F89D-2066-E949-F0BA-509834A6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8A76CFB5-0820-1DBB-AAB8-2585B5AE173A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32B3450F-32B4-FEE7-4AC4-ACA3DDEE7F41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E7ECDEB5-27A9-9FD9-D2A5-72115A3B6A28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EBD114B1-A9D4-C384-3B58-F3B5379EEE1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9CE93016-22E6-64DB-9EC4-48FC5142469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7898D0FB-7637-9C49-F3B8-F0A7DDB9CD3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10E39E57-FCC8-5B60-3E19-64DB851C9B8D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F3C74B7D-A0AD-C3DF-4124-56076D1FBB2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FAB296E2-6219-B2BC-0705-3664C1903C7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F067C6AD-F778-569B-9BC4-D73F13919B5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68233454-6F92-973A-9EF2-8A7B8533DB87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Profil+ Utolsó három poszt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9C822BCE-C87B-23F4-4F05-2D74A759BCAB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45AA2986-7EDA-D40A-79C6-C6044416A968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D49477A6-7FCC-22F0-BDC5-91A9CE2AB5BA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DF8BEE1C-CC86-B617-B10A-3B116A74DDC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B4FA768B-8577-0D70-C419-5A473F93A14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3492A490-9EBA-FEDC-FBEC-491E75F6A4D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CF62BA79-95A8-6EA9-4849-DE56937F011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F3A9A76F-DC0E-C484-8E51-FE58C26F3B0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7C47273E-F76F-E789-37F0-613F07DFF2D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1D206E58-91FE-626B-FCE7-8651AAE93EB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7C53555F-261C-5D7F-9330-277B269B2C1C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46754A07-551A-9157-CFE4-4CD9B21D9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6674D1EE-6B71-FC5B-F4A7-44A8059C0187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A920ECD8-D162-688F-EA72-49DD37A6617B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FC15FF4F-B5DF-332A-47B0-816A18E4BABA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AC91B310-9180-CCB9-CC76-2C319D0E540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B7500D34-1B1D-C9E6-769B-235110E24EB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1B2C71C5-418B-84C4-FA98-AF91C137F6E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3FFFFBE8-43B9-C78B-088D-E3897D9AC500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28E26837-B435-E440-1956-EC3FE024EE3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2F550648-5CDB-3C80-B148-931D309F239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9D8EEC57-F2DA-D615-F87B-EC483246695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EFB58EAA-C5A8-DDF9-E3C3-57784649E6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45D4FE1A-251F-62A2-547F-0402EB572720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BF8C2B88-FEEB-719B-FCE3-2815C562C231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14CEC4FB-1C1F-DFCB-3BD4-B3D0C4DD0277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7714D0F8-2E10-ECE4-F711-5AFED326529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7D0B619F-90B7-79D7-7055-EF8E950026D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C60AF742-628E-2BBF-EDC8-D3DB2C6EAAC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A91CA725-5D22-4B44-AD00-E3AB1113E9B2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77C79124-7CDF-9271-0D95-0BA7A077815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119C0A03-4CCC-6119-E2E2-E9729A58A38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C12D4D8F-45E2-D3A7-29FE-41596CFDB97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069332B5-80FC-9E75-2D2B-5C8EDEDE3614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8288FED9-F499-6E92-0521-F668D6BBF266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24F55C29-94A9-685F-C6E5-90C4467693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01C32DCA-7DAD-5C51-23B3-87D5F73A13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E8A753B3-6CE4-29C8-8FAE-5719BB9E4A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CB48FD4A-48AC-6478-562F-C48F1A612B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7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49A09BB6-2F4B-3D9D-AB3E-526E2D2F7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41" name="Kép 40">
            <a:extLst>
              <a:ext uri="{FF2B5EF4-FFF2-40B4-BE49-F238E27FC236}">
                <a16:creationId xmlns:a16="http://schemas.microsoft.com/office/drawing/2014/main" id="{2CFBDC42-6CD7-7DC9-9901-2D062272795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122" y="651321"/>
            <a:ext cx="2272448" cy="623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155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B0E79-54C4-2CFF-7103-54FBE64A3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A6B2082F-6951-AE4E-915C-CCF558FCD258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2A6E2803-2FC7-18C0-0743-D79FBAD25C3E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44D32D18-82EC-20CE-8184-19D7058016AA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6A8C9303-0D79-8A8A-6D2E-15419D4E718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1F6DF1C6-580D-A177-2B83-A2C91219BC6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7AC9157E-ADA4-D6E9-7CC3-472F9E680B9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AD6FCE23-7600-418F-53B9-43EFDD7F0BC9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A35AC510-5C76-0136-AFC3-58E9D3D660F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CA27D01A-7160-0C48-AE67-3934E2EFE82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E48D6562-E0B9-92DD-3016-6A2A940EE4A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CE3B4DAF-BA31-577F-1138-8FE68E5D9DBF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Profil+ Utolsó három poszt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A1193E32-56A6-EBE1-6D6A-0AE8698D3458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E8E98094-7EBC-E992-E5F2-88BA636D64F7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75E8FE85-D720-3116-F96D-BB23D6C0CE9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A584B947-2D56-C1CF-C770-C090BBA9618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03677ABC-B42D-30F3-D684-7AFD4A9D231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D357CCD4-7C86-BD8A-5E1A-FAC8B2BC1E5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31080761-2BB3-A88C-6DAB-34CC182DCC87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C04162FE-8397-D32E-EC63-9176D020FEB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576D51B1-1EE4-82B9-3180-C08ABF46E4D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5DA6C963-4A2C-C5E1-CEFC-90AB004DA7D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C5927541-CEC3-B0EE-CF08-21CB021AF568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1802858D-DC02-0015-E47E-06936AB43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BBEEF027-65F7-81CB-725A-D76CAEB59D6E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D8A1E099-227A-E9F6-DE90-1E813C86FC20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A59DBF79-3D39-C28F-0967-C387D9CA803C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4C05F980-FCDC-5EEC-E676-2F44471B264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E7D04F84-6B92-8015-8ABE-5801A274062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9B564A57-204B-E109-B29B-73F5AA69CDE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A749D083-0CD4-77BB-F776-63A95962FDC2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47880837-1000-8C76-C371-66F81E827B0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46101008-AED9-56E5-1355-9DE2FCDE793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1AC48CCD-8B9C-F7E4-0893-5E37A6283C5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A521C2B4-58D7-EFE0-ACE7-D1214AEAABA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569CE21C-4C6C-73DF-6F65-8F1858FEE5E7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04944E89-2FBC-767F-93D5-9D44E1F75B88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A9068817-17B6-4110-407D-077F3215FFDB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F0362274-71DC-62B3-9FEE-220BDDC4CF4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7CDA94F5-5851-FDFA-0BB4-E096D3252AC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EB6FD9EA-E4E3-4F44-3FBC-0AB897F7E01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B56E1AAD-FA44-BC70-4B7F-844C669D964B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1D8909A6-1E79-7521-88D1-81C81B8307C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88A96018-F31B-A215-4A31-AEF13209E8C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4292EA1D-5394-EE21-7603-772059095DA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456C5135-D468-3D5F-B481-D35BF06EE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41" name="Kép 40">
            <a:extLst>
              <a:ext uri="{FF2B5EF4-FFF2-40B4-BE49-F238E27FC236}">
                <a16:creationId xmlns:a16="http://schemas.microsoft.com/office/drawing/2014/main" id="{1218DC1D-672A-7A4C-BDD7-0D7BA3B901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3" t="1035" r="3003" b="1035"/>
          <a:stretch>
            <a:fillRect/>
          </a:stretch>
        </p:blipFill>
        <p:spPr>
          <a:xfrm>
            <a:off x="0" y="0"/>
            <a:ext cx="12250334" cy="35044999"/>
          </a:xfrm>
          <a:prstGeom prst="rect">
            <a:avLst/>
          </a:prstGeom>
        </p:spPr>
      </p:pic>
      <p:sp>
        <p:nvSpPr>
          <p:cNvPr id="1050" name="Téglalap 1049">
            <a:extLst>
              <a:ext uri="{FF2B5EF4-FFF2-40B4-BE49-F238E27FC236}">
                <a16:creationId xmlns:a16="http://schemas.microsoft.com/office/drawing/2014/main" id="{EDCA3BBF-7A4A-D661-825B-9DDA62FD2D4D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8BAE62EC-B51D-55F0-0CAA-D4E5D0C53E16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F1EF9E2F-A838-F32C-1007-382DFEC697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AFBB7F9C-D926-31C6-E006-487A57AB1E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370C0AF0-5145-6DF2-612A-7C2A589BB5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62B9B7BB-A903-1F05-E119-B733412C013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7365" y="2865951"/>
            <a:ext cx="3718276" cy="371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514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C6512-59A2-4D62-6CD9-7DC26EBCC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F30626E6-359D-0315-40AE-1B15512FECF9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4637339D-1153-C1A3-99BA-9E6FEF44E938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9E0CB635-9B9C-7ACE-C8DC-8FA99044A46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820ECAC8-98A5-BB53-4EF5-F222B189163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ED0B0815-D566-A90E-3EC6-4A06554829E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9956E7C5-4FDB-D7B2-E155-0FAE308F8AF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5F39FEBB-0687-C2BA-452C-52985F553FA7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3F7BFD29-7AB8-147F-9F22-064DDE7205E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0166A412-0C0D-259C-AAD2-D4FD36D3A7A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DAFA773D-98D0-9EC4-8D45-D2E28B73D38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2202FA5C-A7A5-5AAE-430D-B2B6B47C35DC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Profil+ Utolsó három poszt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19DB35C7-88CF-0956-F6BD-FC2929071293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858AAAB7-EEBB-1EB9-AA30-2101C2E1CFED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8F95281A-E76C-B3DF-353E-08247D7CDD1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6CC40363-0C44-ACC4-5340-23AA683BED3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DC2A4D21-E46E-C67D-EEEC-F1FB7484422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7397484C-35E8-28F4-AA45-0700C5F0D15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5D755C17-2F38-9AF4-7A98-28971F106A94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A7A2FC23-5CD5-7788-8682-E7862637696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FB817B45-28AD-6B84-B827-8AF94B1FADF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097E61E8-E3B9-22D6-8620-3D619AB357A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2BF483AC-EDB5-9FD9-36B7-BF7D05E13D6F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A859B4CF-29A9-B74F-6A2B-FB5BC7A4C5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56DCB7D6-71B9-4A0B-D307-89C0A04E5347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413BC64D-5732-5CD2-4F73-45E636DC5B0C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BA06BD98-DCBF-DC9A-1ACC-E3620BF47268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1859E7D6-B137-1EDC-A0B1-2696AF1397D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FC83B956-4C16-B067-11B6-D6E2F96A428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F4BAD9BA-0CA5-E0CA-2DC6-77EB8C0B122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B06F6B93-4743-126F-D4C9-D53AB78F45C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E91BA4FE-4698-45C2-97FC-A4086178A73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A1FAAD16-CFAA-7606-F094-D1AEEAD9FAF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C9F41320-BDCD-08AD-1178-3DA093AD852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1FE16F9F-31B3-A501-535B-0713900C44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CC21580A-61A7-B925-F02E-7F7D7316880B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AF498B3F-474A-E725-0D07-7E62126CA274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C5A0F5A6-3DA6-AF4C-CB37-967EC13500C5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9482DBBE-C5EA-C4BC-A0E0-77C96A0A391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21EBD157-8EA1-DEED-B5EB-384283950A4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7A1925CB-08C6-F8EE-BA87-C2D63AEB988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D51A42DD-E921-EE05-1F27-238EB62F216A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158792B5-FA6F-430C-62A0-A57811D7A1D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106CD34D-AF66-FBD0-8E5D-B8A1AA7CE23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3043EFCD-C839-E9BE-DA37-54F98D893C2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E031C3B7-4635-B6A1-0D7C-ADED1F7C3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41" name="Kép 40">
            <a:extLst>
              <a:ext uri="{FF2B5EF4-FFF2-40B4-BE49-F238E27FC236}">
                <a16:creationId xmlns:a16="http://schemas.microsoft.com/office/drawing/2014/main" id="{8BE6C998-7FF4-032E-F7C6-818CEA35FD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3" t="1035" r="3003" b="1035"/>
          <a:stretch>
            <a:fillRect/>
          </a:stretch>
        </p:blipFill>
        <p:spPr>
          <a:xfrm>
            <a:off x="0" y="-6305550"/>
            <a:ext cx="12250334" cy="35044999"/>
          </a:xfrm>
          <a:prstGeom prst="rect">
            <a:avLst/>
          </a:prstGeom>
        </p:spPr>
      </p:pic>
      <p:sp>
        <p:nvSpPr>
          <p:cNvPr id="1050" name="Téglalap 1049">
            <a:extLst>
              <a:ext uri="{FF2B5EF4-FFF2-40B4-BE49-F238E27FC236}">
                <a16:creationId xmlns:a16="http://schemas.microsoft.com/office/drawing/2014/main" id="{F7369B38-F747-F585-B029-9E80DBF4465F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D39A033D-0ABE-5536-59A7-6A1C5BA44A61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894F42B3-DC53-3CB7-EF1C-F00D09670B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45AF7C93-E825-8BC7-02C2-35DCA4C018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9D19308E-8C8D-DE14-FCE8-15D35B8970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EC5209FE-6824-869F-DA57-425D6576437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7365" y="2865951"/>
            <a:ext cx="3718276" cy="371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4431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A9AAE-D9D7-2EBF-453E-E0937790B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2FD316C4-6757-6AA8-C7D8-B3F54BE2CD9E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3ED3F538-049F-1321-92E2-5A14006BE412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41B2CA39-3F8E-A6D9-4B92-C1CC3D93F6B4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99BF4554-AE92-255A-4A40-BBA478A0818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A3A7668B-402B-6477-3EA6-8A191D3A635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9A64CF9D-1984-3CBA-08C8-F05DD5219C4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91945A74-67D6-1B0A-5D44-BF8EB1CA25E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8E609EBA-C28D-D516-5AC3-F571E34EC13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93A9ECE4-103D-9661-8BD3-6CA3132F23A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AA10F1C1-F883-5C23-8CC0-4E34E445AEF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916D5880-87C6-9F51-5B40-C0F1072AF8F4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Profil+ Utolsó három poszt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FA5DBC4C-0895-317D-AC6A-F01CE6A5BFF1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FEA55704-D920-B874-AD2E-F6CF87CD71F9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0AB8390D-6C48-EC79-2F81-CD215D8F2FD4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3D2A8CF8-456B-39FA-5504-28943578156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29C1CAFF-EFD4-2C27-9ABC-B1CE79D5669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68BCEABB-C4D1-DC9E-3D9C-94562C4E7DE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D3FA1350-2895-B6F8-7B5C-30468D1E042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FBF66FE7-D47C-8D07-E430-08D93742C96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962ADA76-C4A2-8E84-9B9D-82C692024E1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ADA14194-58B0-1CA8-E1EA-5DCEAA80A34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DEE75A3E-7DB8-9812-26B8-C9D460471716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83481DA4-BF61-C50C-5519-A17CA982A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FEAA147C-3DEE-C0F1-E741-7174ED9877AF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79045EC9-8543-CA45-6734-CC48DBB72B29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045CFDF5-53DA-4D9D-5AC0-EB4CBA0314F3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ADD5BBEC-9871-989E-6C56-FADBFF8704E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8DA2E63C-5561-F270-A8B6-96CC68C3A50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49233719-1289-2AA2-FEB5-65C86EA06B4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51A398C6-6654-DFF0-0291-32415396948F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193A9CA1-51C9-4C95-365D-C7E6CFCABFA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C3CC9B69-3453-67AA-BECA-3597E765904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718E3493-C02A-E2CE-91A2-04B86AAF30E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D679BC96-DADA-B3BE-018B-96457438F5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C9AECAD8-CF9B-1ED2-677A-70EF936266D9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E08F214E-1C60-57BC-4839-0568C0AE22B3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770FAA15-5AB9-5DF2-7F75-7B42F7615049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585A2CD9-50FF-C9CC-CC3C-BDC9DDFDF00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49ECCCA8-3529-CF5E-0692-EE8AE82AB3A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9013DCD8-55CE-F0A8-4266-4B98CA832EB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143B33BF-5793-F0AD-811A-7B11D43E0C00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966DB3CA-6698-CD54-E82C-5968779A088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ED414A3D-AA8C-E18B-2FBF-AE1B719448F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D724BC27-A900-1AA0-8A09-74D2773CAC9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6D92A936-8F97-6FCD-8EB3-0927F88AB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41" name="Kép 40">
            <a:extLst>
              <a:ext uri="{FF2B5EF4-FFF2-40B4-BE49-F238E27FC236}">
                <a16:creationId xmlns:a16="http://schemas.microsoft.com/office/drawing/2014/main" id="{449DD926-256F-E2C5-8146-209F8CCABD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3" t="1035" r="3003" b="1035"/>
          <a:stretch>
            <a:fillRect/>
          </a:stretch>
        </p:blipFill>
        <p:spPr>
          <a:xfrm>
            <a:off x="0" y="-12820650"/>
            <a:ext cx="12250334" cy="35044999"/>
          </a:xfrm>
          <a:prstGeom prst="rect">
            <a:avLst/>
          </a:prstGeom>
        </p:spPr>
      </p:pic>
      <p:sp>
        <p:nvSpPr>
          <p:cNvPr id="1050" name="Téglalap 1049">
            <a:extLst>
              <a:ext uri="{FF2B5EF4-FFF2-40B4-BE49-F238E27FC236}">
                <a16:creationId xmlns:a16="http://schemas.microsoft.com/office/drawing/2014/main" id="{A33C6BE5-BB48-3B57-0FE4-BE970EC38AE9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C075E0EC-1DF3-ABEE-0D69-1DB73B4610D8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3FD31BAD-FE55-56F2-0F0A-05366E714D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0B6FDFFC-090C-4D0E-C52F-470225B9D5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C6A4936C-71F5-89E4-4412-7B967973FE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8BEBA551-CC60-6CAE-FBA5-335D1EFCB0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7365" y="2865951"/>
            <a:ext cx="3718276" cy="371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7217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5EBD1-0D10-FEB5-D99D-BB5B131F8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0C1FA94F-1AA1-0C50-7ED3-FB97F5F60E1E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9772761C-A753-5F7B-DFF4-FCF692DC85AF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E9C6037D-D8C0-2CCC-F63B-D2B181C2EE3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A3192D91-8647-6B75-0DE7-20CB45ECDC5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786D2A27-723D-FA45-24AB-FBCC6A9C7D6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368658F6-7FD0-C2BE-DB2E-A5E897B30BF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A6BD1A8A-23F7-D239-A533-1B373ACC5B30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FFFE1DAE-598F-7018-9C37-CE2329AE7E9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92E1F1AD-53BA-A312-B090-36F8ED41646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D5A3749F-6471-5F2D-E52C-694C92B40E3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65F03181-BA55-D261-7792-97CB41BA9665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Profil+ Utolsó három poszt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2A110423-E86C-F268-829E-332DA175F572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6FA653F9-E2E2-5D55-442B-1FE1DAB04646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971578D0-F194-0D3F-DBCF-BCBB3FEBB936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DC13EBA6-8DD6-A5D6-4CE5-9E36FB56F2E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396A986C-E45D-B859-63D9-A94CB7E695F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FF6B9E54-DEF0-E638-B0EC-CA09DF972C2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669A15F5-4774-7631-A9E7-6D6AEF98228F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8A69069B-5CFC-1A84-8157-26257158478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25AB2D77-4BE4-02AF-7BBC-65EE0C47E2A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BE775442-01D9-FDC9-94BA-1BAB3E54699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DE28120A-C830-BF6D-F1EF-3E9DF14B4C24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246929AD-1C66-645D-F717-164E1CB48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26088D74-6398-3FC2-50AD-BE092A41EE96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CF15631A-2492-9017-867C-B21452EE0331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3552A24A-A3E2-F3EF-8E62-EFE538E68D5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F3784E1D-2260-2F07-4C8C-7D1F22624E1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B8BF8832-778C-784B-F8F8-A3C1ADCE3D6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204F6802-8D7D-BB2C-0DF8-2DBAD18E4EF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7CAA3428-F2B7-CDA6-6931-9D2DCCCDE9EF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BE76B40A-34F5-E2D4-6C6D-82F2C47895E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6805ECB8-87F3-024B-B3FA-47436601464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E6429F33-D8B0-708B-56AD-4607E0F6749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B029F7EA-B79E-8974-6AA7-120D9F9F8C8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37697760-439E-742D-8A5C-924FF4D4DE5E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05412E0B-E4F0-D5F5-6AFD-8B19544677EA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D84EF053-22A9-4610-9A79-BB42888D453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AB95967C-D700-0087-F14B-1B466055CA9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6A1A16D4-BF6E-8B30-5A84-BC787462255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D28AD629-8253-5CAD-2ED4-09C91C7C264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BAFBF031-2C25-13E5-27D1-3DA8A6001C3D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2B8E29C4-3768-1DAC-B467-3F73CC9D7B0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46A07BF7-F1A2-E08C-470F-DCBCC02E2DB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BB621CAC-2E4A-C53C-35EE-89B8DBE65CA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AD64A364-227A-067A-1B0D-5C3C4300A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41" name="Kép 40">
            <a:extLst>
              <a:ext uri="{FF2B5EF4-FFF2-40B4-BE49-F238E27FC236}">
                <a16:creationId xmlns:a16="http://schemas.microsoft.com/office/drawing/2014/main" id="{CB0F0B69-DDFA-A65C-C560-35098F272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3" t="1035" r="3003" b="1035"/>
          <a:stretch>
            <a:fillRect/>
          </a:stretch>
        </p:blipFill>
        <p:spPr>
          <a:xfrm>
            <a:off x="0" y="-15621000"/>
            <a:ext cx="12250334" cy="35044999"/>
          </a:xfrm>
          <a:prstGeom prst="rect">
            <a:avLst/>
          </a:prstGeom>
        </p:spPr>
      </p:pic>
      <p:sp>
        <p:nvSpPr>
          <p:cNvPr id="1050" name="Téglalap 1049">
            <a:extLst>
              <a:ext uri="{FF2B5EF4-FFF2-40B4-BE49-F238E27FC236}">
                <a16:creationId xmlns:a16="http://schemas.microsoft.com/office/drawing/2014/main" id="{2FA757DB-6EBD-1BC3-6F30-20B3F71D1E2E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218AABA5-7320-A18E-E565-82B0A78EB65C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4B004CC7-D4DF-2D61-0AC1-88E99EF055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7C128387-C7FD-647D-0A31-450F68310E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6F51AC31-5C7E-4F26-01DE-773296DEC6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6640DC26-8C1C-8476-50AB-B5BEDD7F9D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7365" y="2865951"/>
            <a:ext cx="3718276" cy="371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2014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B268E-6BCF-C63B-8A5B-01F34F88A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4FF36112-838A-2A51-5F40-67A71154050B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2B38C54F-A7CC-EB35-EE7A-21F3A9DDFE3E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9AE88E2A-18A1-185A-FC24-287230BFAD4C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94A80E41-D337-CE52-873E-B157CC2C90F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F6F1A13A-E31E-ED4A-5CFF-B9B3E07E585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367EA518-A2B5-0611-B482-0F79355C666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13DCE641-A3A3-6C63-FF41-DCF8F0F8F7A7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906D418E-91B0-4A10-B6B3-7877AC8F00B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D73576F5-A016-4BC0-D094-73ED722042B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78388AD7-44AB-7AE0-8D35-A71443A0FE5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E11A4A4B-AC22-D793-EE18-4DE40C9BC890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Profil+ Utolsó három poszt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B7B02FE1-2A32-0AF4-E8A8-009D68F40A49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2D28283A-2ABF-83A1-446F-5449A39D7340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C40A6696-C892-2730-8F7A-DE68F25198C5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F159DE68-125C-F7D7-54E5-F24EAF1603B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CD76685A-B92A-9DB3-F182-B5DA9D7BB6A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2C254A2C-CCBB-ECFA-918F-69BCA6C9265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D2BDA574-6934-A7D0-D996-002528E5239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4A877DDA-EBED-914E-793B-1668CED9FA5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229FB08A-AD36-D1E4-3784-4D39F68843C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5CA71621-0E59-66B5-3370-966D83F8092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7BAF2080-C4A7-1CBF-504C-6A1392384D0A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39E5A670-A3AF-6026-2A2B-06FBB5624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F1966F04-69B2-9C60-8966-B1D8B6FB204F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98E77E97-7D09-E283-C428-CAE12A81282D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4F381657-C8D8-A5D5-AA5E-78A54DA6FD6B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526030BC-8090-1481-378B-3C06BF0A577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14D2B1C6-42A4-2D26-A110-C893AD2ABE2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D0EF557D-232B-31A8-6EB4-D461E60935D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55B82071-9F19-B79C-3C2A-D64DC599A583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CD412EBC-9B94-B73A-BCAA-7D23B8AD554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ED9C96B3-43A3-CE22-AF78-A54CEED5E05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EBDDF6BC-E57B-D5FB-F805-CD8FD593D45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E73776FD-CED1-684D-2452-1C3C54AFB26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5F51AD21-E09D-F1B1-275A-3292C42F938F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5140E60D-DB66-CB01-3B74-A501F62E06D2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29D925EA-871D-19E4-2023-0C089EF8DFB3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6B2B8CE4-9B0B-A1BC-1181-9218A10EAC6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BA0EDFF4-00EC-26FC-2D2B-56EA33CFEDD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4A8B8F1D-C319-A336-6539-32C74B5FC06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8B4CE268-6532-0B51-1E4D-00D94CD67765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501D4CD4-B19B-EEAE-84F7-7B74C680A2E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65CE9AE9-CBDE-9574-F20D-04F221B8B70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1708E4E7-733F-5118-DD0C-82932792393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2F60D232-B586-A814-18E9-2D94EADDF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41" name="Kép 40">
            <a:extLst>
              <a:ext uri="{FF2B5EF4-FFF2-40B4-BE49-F238E27FC236}">
                <a16:creationId xmlns:a16="http://schemas.microsoft.com/office/drawing/2014/main" id="{0D6FB1B0-0FEF-AD18-EDEA-005FE04406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3" t="1035" r="3003" b="1035"/>
          <a:stretch>
            <a:fillRect/>
          </a:stretch>
        </p:blipFill>
        <p:spPr>
          <a:xfrm>
            <a:off x="0" y="-21945600"/>
            <a:ext cx="12250334" cy="35044999"/>
          </a:xfrm>
          <a:prstGeom prst="rect">
            <a:avLst/>
          </a:prstGeom>
        </p:spPr>
      </p:pic>
      <p:sp>
        <p:nvSpPr>
          <p:cNvPr id="1050" name="Téglalap 1049">
            <a:extLst>
              <a:ext uri="{FF2B5EF4-FFF2-40B4-BE49-F238E27FC236}">
                <a16:creationId xmlns:a16="http://schemas.microsoft.com/office/drawing/2014/main" id="{32BCC028-4676-1A3B-D39E-A3A99A23A04C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674D8F1F-A363-054B-F42A-2825EAD19B2F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A2E80392-2B26-73C7-43AA-1C640F1FBF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9A502A96-C8A5-12D6-C535-F59F3ABC11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3B60EC69-98D8-6844-C264-FE05FEA3FE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B707108E-F26C-2818-688A-22E5A36B61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7365" y="2865951"/>
            <a:ext cx="3718276" cy="371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13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1BF4E-3197-2758-80E7-7C849531F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166531FA-1592-D1C5-36BE-673D3A384E2F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6ACB636E-E282-881B-2A9A-15669DA78AE7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0AA53A54-D683-3B66-9E2B-3A75B3A5B475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5576E1EA-7A17-7FC4-DEE7-94066B7917C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CFBCA006-10B5-A5F1-4839-C91A55A84E4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6CC19F1D-03D5-E5A6-EE91-918001C508F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16F79127-CBC4-9140-31C4-0611D99FC55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2568ADF6-038B-73B3-9043-F3E1D2ED8EC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BDB69FF4-338C-21AB-412F-3E6E45536CE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447FBB39-4D5B-9D52-C185-E676499BE0B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CE1AF777-D2F7-EA0E-BDE2-F1946BEDCCDF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Profil+ Utolsó három poszt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CA3E1BE0-45F2-A9C2-788A-26B27C1A3EF0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B510D9F2-018D-2AAD-96A1-CBD02F4252CB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BD2A1A16-AC49-6491-7C4D-94FCEDA1A761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CFD93F49-6449-FB87-BC8D-06B100DB5DD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F034724B-96AD-3D43-143B-B0236F88CB6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25F2D776-CCC3-7A0F-A6BB-F5AD075DEDB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2F769C5B-002E-C206-10EF-C4BABFCCC936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38A3DC63-BF5D-F3B3-5862-B22BB13233A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93457FE6-F0FB-A262-5205-28AAA481B0E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FCA8B797-FE45-C91F-FAAA-456728F1B11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CA8AF0A1-43C1-76CB-20B1-AB3B659B92C4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99A63833-EF95-8F95-332A-5D02C66FC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24BEFAD8-A53D-BCD0-D266-133C9B3E9E08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6760EF1D-3DB0-6B8C-5E58-CFEA0BAA24FE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C1343339-C0FD-692F-822F-14BA6D365B1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16BE03F5-33A0-0E5C-9323-A4C9DF4ABE5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D864D5A7-81F7-3DA2-29C5-F1D81E5078C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BF9F7EE6-4AD3-2518-8DE3-885E7FB765C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72DD1D4E-8180-9B2F-3C5A-6601F84D9DBE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54DF6253-BF11-C858-7179-0628BFE888F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E3D1C6C0-96E5-A978-067D-976C918D23D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142B8809-84BC-E067-D543-FDB3A1525D2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680116E5-A3FB-CD00-8FBF-4000C0E1A0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14FACB04-1866-1F48-67D0-23468116AC1B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6B878549-9DBD-FE08-C3AC-728EA8B40C61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722254D0-E0B9-4C62-ACE8-FE409000128A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929AA9E4-C476-92FE-566B-B77DFD1376B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2C0CB56F-0B5B-F38A-3099-B7A813F3B28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18B94660-F84B-D0B7-103F-0FEB50015DF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4167C0D6-837C-CC44-CD60-23C4C020F1FD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60C4D9B7-A28F-44B5-9315-8C3B3C27380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50F02B92-955A-6D49-E8B1-1290F04CAB6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205612D0-392C-373D-0A46-793424360B3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B68C0B5A-002A-CD60-8459-3BA471960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41" name="Kép 40">
            <a:extLst>
              <a:ext uri="{FF2B5EF4-FFF2-40B4-BE49-F238E27FC236}">
                <a16:creationId xmlns:a16="http://schemas.microsoft.com/office/drawing/2014/main" id="{D424863B-CC1B-82F6-4C04-DEE384A784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3" t="1035" r="3003" b="1035"/>
          <a:stretch>
            <a:fillRect/>
          </a:stretch>
        </p:blipFill>
        <p:spPr>
          <a:xfrm>
            <a:off x="0" y="-24079200"/>
            <a:ext cx="12250334" cy="35044999"/>
          </a:xfrm>
          <a:prstGeom prst="rect">
            <a:avLst/>
          </a:prstGeom>
        </p:spPr>
      </p:pic>
      <p:sp>
        <p:nvSpPr>
          <p:cNvPr id="1050" name="Téglalap 1049">
            <a:extLst>
              <a:ext uri="{FF2B5EF4-FFF2-40B4-BE49-F238E27FC236}">
                <a16:creationId xmlns:a16="http://schemas.microsoft.com/office/drawing/2014/main" id="{37D7EE52-CE2B-E1F9-739B-A3CF7DBE014E}"/>
              </a:ext>
            </a:extLst>
          </p:cNvPr>
          <p:cNvSpPr/>
          <p:nvPr/>
        </p:nvSpPr>
        <p:spPr>
          <a:xfrm>
            <a:off x="-44495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209DF405-91DC-6D66-CC92-B3F3FF0D629D}"/>
              </a:ext>
            </a:extLst>
          </p:cNvPr>
          <p:cNvSpPr/>
          <p:nvPr/>
        </p:nvSpPr>
        <p:spPr>
          <a:xfrm rot="10800000">
            <a:off x="-46201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B3BE9A8C-9A27-C88A-A2F2-2C2BEDF79A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821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4C6989FA-2303-2FEC-0C76-8DFD772397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5822BE66-9D19-2357-8160-C6A5286A24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A386CE61-ECA5-AE4A-CD9E-AD2F4D3E4D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096235" y="2865951"/>
            <a:ext cx="3718276" cy="371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5236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80073-EA0D-9B0A-A686-A40C1A68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90781E2A-0B6F-6CB0-88E2-9821CB631FAB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E19B73C5-C833-A0C3-527C-A0965A2317F8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F52B4E1F-44EB-0829-9E93-FFC71F938FE5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9D474EA7-2128-C559-36E0-BD59D6D843A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3EA0A741-BECF-2556-7807-A6BF92E179C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7D575FDD-3938-7901-928F-28CCBE82BB0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2FF1828F-FECC-F78B-83DC-105555A0A220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75DD9EE0-48A8-0C15-69FC-0ED7100FF92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6C1E75C4-B5FA-FAF9-1706-032F412C975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B2151482-2857-09A6-7FDF-8667BF4E5FE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03E76029-D1B6-4A87-CF51-D26E3FCB9AB0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Profil+ Utolsó három poszt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5112BA1D-82F8-0814-917B-BDC4FC5651D9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B4BD36FB-4985-C905-BAD9-35E82A243179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5E1A1655-B349-58B6-D9CB-F47130FCD975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E5905BC6-348B-729D-9C2B-7F2B34C79FD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E5DBBAA9-D067-28B2-7752-21A3B40E5A1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A4B9D2E1-5039-D393-CC64-4E27FEE5319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51FFC324-B7B8-9034-CD65-71D79C397ECB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00D7D60A-324D-16B7-8356-6FECD1ACCFC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38A413A1-71A8-31FB-8CCE-D07BC037565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CA80E731-EF8D-4673-A9C1-B24BB909281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08A80B20-7EE7-6D5B-F57E-95FA9C915EBA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979EF5AF-B967-7D1B-9820-D6F3351E2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71D7A638-11AD-CC4F-68DD-B5AC82AF8315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3BD58C7D-F49D-0F9B-6094-63DCA71880E5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9472023C-0931-97BC-FE74-4E9981002B2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574C8CA2-4005-A320-74DB-29D8D95FF5D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88CFD398-443E-59DA-60D8-F50524ABEC1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31AD6CF1-2EC3-083D-6B0A-5387E75DE9D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AE01E27C-9FB6-0F0A-B45F-DF3B305B2295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FEACCE80-31B1-24B1-BBD7-D740EE943EB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C9329125-61FD-DB1A-0451-ABE2F15D2A6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985901A3-C13A-1B72-696F-3AEA5A16C8E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528565F4-E0B9-0614-A0C7-E3148366B7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A45947C1-DDF1-818F-67DA-0E87A4D9E059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6AF31EDA-3C3F-2F17-E25D-40AD7504F115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4E737190-E253-D473-BEC3-F7D191CE03CA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6302DBB5-EEBA-DCBD-8048-AD3CCAFB707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C60E0E92-9E6B-D601-E645-C8C669C003D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BDA82154-D6D7-0D09-E091-5C9E859EC6C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DEA7CF2C-F1D8-776A-804C-C35C69D6BE61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3BA2A008-38E8-309F-EADE-A8EFA9AA159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11BE286E-F191-DD5A-2164-A8129442D1C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EB25A07E-8BDB-7323-48B9-C5A6FE47029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17C8319F-2091-9A2E-5ED6-AAFB8D469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41" name="Kép 40">
            <a:extLst>
              <a:ext uri="{FF2B5EF4-FFF2-40B4-BE49-F238E27FC236}">
                <a16:creationId xmlns:a16="http://schemas.microsoft.com/office/drawing/2014/main" id="{88067323-4DF9-696C-180C-8C0725C4BE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3" t="1035" r="3003" b="1035"/>
          <a:stretch>
            <a:fillRect/>
          </a:stretch>
        </p:blipFill>
        <p:spPr>
          <a:xfrm>
            <a:off x="0" y="-28194000"/>
            <a:ext cx="12250334" cy="35044999"/>
          </a:xfrm>
          <a:prstGeom prst="rect">
            <a:avLst/>
          </a:prstGeom>
        </p:spPr>
      </p:pic>
      <p:sp>
        <p:nvSpPr>
          <p:cNvPr id="1050" name="Téglalap 1049">
            <a:extLst>
              <a:ext uri="{FF2B5EF4-FFF2-40B4-BE49-F238E27FC236}">
                <a16:creationId xmlns:a16="http://schemas.microsoft.com/office/drawing/2014/main" id="{1A965D46-62B6-9E61-6C8E-B71F1782EAC9}"/>
              </a:ext>
            </a:extLst>
          </p:cNvPr>
          <p:cNvSpPr/>
          <p:nvPr/>
        </p:nvSpPr>
        <p:spPr>
          <a:xfrm>
            <a:off x="-44495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E6E5C15A-186C-F8CA-906C-8819299A7603}"/>
              </a:ext>
            </a:extLst>
          </p:cNvPr>
          <p:cNvSpPr/>
          <p:nvPr/>
        </p:nvSpPr>
        <p:spPr>
          <a:xfrm rot="10800000">
            <a:off x="-46201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B69A0479-B7CA-83F5-658C-524EED2E6E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821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C69B0420-62D0-65A2-C9B7-BEB3AF589D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668A1C33-301E-11C9-16DB-8C46E5DC63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A48F6026-29E0-F1F2-B32D-026438C2F5B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096235" y="2865951"/>
            <a:ext cx="3718276" cy="371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810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099BC-6787-7089-54AC-02B38E78B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62CDE4A4-EB0A-E0D1-12A8-0ADE362E7F72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D733A77E-FB48-6720-4874-03ADA49F6352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57A825C3-5325-8F3E-E43B-F1349B38FDF2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E3487EFC-E79B-40DD-AE6E-2D061DBEDD4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0D226CD7-1C47-7F8B-3163-34CACF714C0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B1B11312-36D5-30CB-054C-7DD4887130F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A91689FD-EAEE-4F2B-B0B9-EC625F89FB4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6CC56A53-5E88-900D-A807-41D6E1C75FE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A484E283-8971-95DF-30A5-055F096B868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306163F9-84E0-087B-F7E7-3742FDA089D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A64FD6D7-445B-E051-A399-53092D975CF4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Profil+ Utolsó három poszt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6D2E8D41-C04D-FB09-505E-1FA6B329BF61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04D2555A-FF2E-9D6A-6048-C0583B1F6C9F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6252B3BF-8A9E-3DF6-EE80-9B761BABC127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37C851C5-2096-A84E-6277-BEC7053F8E5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7C265C15-CCB9-0345-80F1-732F8BADCBF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56B569C0-4850-861D-2B30-F3A0032A327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44BAC390-F6C0-67F8-0B66-9FDBF75AAB84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74652910-287F-1903-C254-8C1BBCC2750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42CBBB17-198A-2C46-CACD-4947D394A65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14EFA1D6-7153-B263-AF4C-FF1646876C1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6890C252-673B-7B5E-1137-85B75C5B02CD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AD5B6AC1-7CE5-466C-D0AD-4D31EE9EE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23637CBC-13AD-91ED-4FB9-126E34B1A030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1AF30342-C682-9001-B16D-E13607271459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9BDEAF96-3DAC-FC0A-F458-BAA8F779F5E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3CC08ACB-25EC-636A-4BCD-CDA1F461CA8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B5065843-D226-E36F-7919-03DF5CB5230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C8B8B3A2-9D9B-AF7B-3A5E-B975BD6F0B6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B0015A91-20F1-02BA-ACAF-8EBA82C89CFE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E2AC6962-58BD-FCAC-2404-3E18E7D620D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74E91840-5CE3-6D71-B54D-0111B2FF908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72592AC1-49F0-1243-E661-684C7EF4F63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5F8DC037-76B2-B716-31F9-8EB91EF26E7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63FD1826-F30B-417F-22D8-5F3AC19C33A9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BF716309-D168-DF83-E53F-591524221D2A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CC256F3E-C0D6-1893-8A16-48EDC3A36BD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EE6B6074-8913-D2E5-DD1F-1181318A2BC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1BB24A8A-702C-7382-90C6-AC6D843CCE0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A65BE58B-F520-FAF4-93C9-DEF20E776B7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E0EB69BC-AF98-134B-7DCF-E28540AC7F3B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8008D3C7-1AB0-60FE-3190-3D6F43A263C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FBDBCF0A-1A64-6F79-DD3A-2C610DD4770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DD625D22-544D-F8C4-39A6-AB8B8148AE8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03CA9895-6373-E4B0-1D4F-C92CA6ED566A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2A1D2509-BE7E-97FB-82A6-1FA09DDFB785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E19940C1-54B5-7175-FF94-1471D77D64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AEC72299-3768-B5A6-E500-4E35B9B21B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1280D38C-B1F5-FA5B-A1E8-3A39FFA088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A0BFBAE7-8406-4251-9C15-C59138B754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7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DAEC4812-2A38-838F-87C2-946D69645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41" name="Kép 40">
            <a:extLst>
              <a:ext uri="{FF2B5EF4-FFF2-40B4-BE49-F238E27FC236}">
                <a16:creationId xmlns:a16="http://schemas.microsoft.com/office/drawing/2014/main" id="{E30B21B0-591F-30DA-0AA2-920F6DD1440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122" y="651321"/>
            <a:ext cx="2272448" cy="6239530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1A794142-DF6C-92F0-763E-0569EF1FC3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8451" y="-1276207"/>
            <a:ext cx="11795098" cy="78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0081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95917-296B-6106-7DB1-E853C77EA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7C9269AE-D8CC-2CF1-0C76-82A3A3CBD90B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A81D76ED-F1F1-596E-5FCF-D41C61CD1BDC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37CD1620-DDF8-63FE-D9DA-C6CC92267F2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A5AC21E5-2F03-83A7-AE61-8391824A70D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338A1F00-FD61-AC55-FB81-D404C5411DA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13117364-5B60-902B-8685-53167920C9E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ECCA254A-5B01-D447-F1BA-93BCA6097150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60D8E504-AE2B-1C0F-340D-CAC6C7F00B2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19F89D70-CB34-4FA1-0E9B-3E1BE77EF2B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E8EFC207-226E-246E-B2D2-439E4C4253C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BD942A17-E92A-892A-5BE0-9C4D28B8EE81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Profil+ Utolsó három poszt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1CBF2C92-8B7B-EF3F-A68B-F98A0E76B296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6EBF6CB3-B874-0DCA-506D-D6066D1A8A78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AAAD05A5-008D-636A-B5A0-5F7C6A2C90D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F16681B9-A79B-8F52-38E4-3A51FD1A0B9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DB3D21BE-C2E5-3B29-4249-981BEC88D68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AFFA8019-3F01-0274-9453-34F51528B3A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4DACABE5-2E28-6244-B2DA-951874CDDBC6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CE34F3A9-6243-AA74-3640-4FFCAD43216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5827E9CC-46E9-F644-C333-E7A22A3D75C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8B37051A-E77F-2C00-CD36-FB9DCEE86D1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81A2EBAB-501F-769C-C16B-3CC7017BD821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71514ADD-E516-90E5-D303-4081063FC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42F44D5D-3720-3B67-F6B9-B2EB74340D58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A90263AC-DF95-019B-6E1F-AF2465780E62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9C656960-D52F-4AE6-D60A-139FA4B070C9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0F587ADF-D43A-3D00-EE93-FB38CDB1616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B828D6CA-C070-FAC4-5F23-7FFD2ED29A9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7AB766E0-7F0F-483D-E7D4-ED72B7804AB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4035F6DE-849A-208E-475A-2CAE0C4B7EB7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63BF3983-686B-3EF6-CC88-6D422774615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5B6DF584-C039-9635-B3D0-028276A1E2F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3ECD895E-2D88-826B-D427-56F00D7AA49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ED5E59BF-FECB-DE11-5EE5-4563C49E25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D4159FB7-42F5-5B44-B6B1-F56D6BEA7FB5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0B91BCFF-C60B-0393-B11B-3E22F8A6F53D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ED0F16EA-29A7-5FAE-1A5A-462A3A35D11A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5374D722-A15A-CFF9-4931-876C37EC921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8286BE8F-DE3A-0C55-0E17-7ADB1FE249C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D1C7F597-4BAA-4B58-8548-21EF40AD949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9B4CF006-F557-9CB1-1730-04A174B567F1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5071BFB3-4CD1-20EC-D7A6-F69E7A7DEAB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1F54F920-8520-7E69-CF46-F5C60A1976A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272B5EBD-58C8-F042-CA91-F3BB24A55A0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288968EE-BA87-B168-1961-9F1CCACD594F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5271D2A2-4A5A-D782-187B-D3512683BD3A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29E6F97C-698E-2A84-1C78-C16C53D502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BD2E871B-9B53-7CCD-4582-6BA57C678A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4FB2E2D4-0690-FE02-D298-D717C8FBD1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08D622F5-94E7-11D8-58C6-3557AFA540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7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5914711E-6262-1833-F6EE-7C5B667F5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41" name="Kép 40">
            <a:extLst>
              <a:ext uri="{FF2B5EF4-FFF2-40B4-BE49-F238E27FC236}">
                <a16:creationId xmlns:a16="http://schemas.microsoft.com/office/drawing/2014/main" id="{F1025CCD-7FD8-339B-DC7F-D2C37D9D80A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122" y="651321"/>
            <a:ext cx="2272448" cy="6239530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62784129-B14B-363B-9745-E225F30A88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918" y="1663367"/>
            <a:ext cx="11795098" cy="78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365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93046-6792-6034-592E-BC7112DF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96493A48-00EC-C1FC-3766-785E65F044C3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4A49F8DB-7498-B47D-14AB-834356020349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09F29475-297D-6D84-244E-9D4327D72DB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D133515D-C373-A173-3FA0-97EF8F639B4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DCBB7458-5AAC-73B2-1E70-8FBCDF7BA6B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36D8E045-6248-1647-3A85-E288A1441B4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3EBCA774-34E8-4511-8C33-5B7B08BFA3F6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93E35628-303F-1349-4E87-911325C4672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612B8961-B67F-B1D1-D98B-A857D1F1D0B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8D6A2E9A-5693-2C8C-C050-F4DCE419ED8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BEEC9AC0-4278-A620-9F28-41A374341191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Védelem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B5B51584-3F8E-2335-A2EB-8F61EB019B65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2D583279-C9D8-A948-A8CD-364F96D16469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D5596403-B0C2-C734-B19C-A796CFCFE66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E14C9F8B-5DD5-ADFA-0AFF-13EC4CA612B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B5E7151E-6DB9-AAE1-1BAA-E84F51A078E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C33ED683-20EF-6632-A510-F1B28FB9893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C0AC6933-2F3B-47A9-7D92-39B563410DC0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31F06744-4418-E487-1E72-4CA5872F311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1EEE2456-EE2E-7893-5791-89AC96BDF3D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E0DFB577-F628-66C3-C554-BC7B0387036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77864650-4414-FE30-CE2D-1AF826F20B1D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CB871E21-CA65-C1CE-1FDC-6D7224522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2AC50BB6-AB22-B09E-91E7-8BA262B6A7BD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40ACB215-560B-206B-E723-34D6FAEB911C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669FD0CF-A43D-CEA7-4C18-80240D53982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9EFAF1CA-1890-010A-962C-14702F79932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AADF05F9-3D92-230F-7E37-EAB3607DE35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7D4627CA-DFA7-39FE-1683-1FC1D09A841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B5789B83-BB24-F2FE-06B6-DC89D0C08284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EBDF43C3-0981-6433-A103-5D7297D28EF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4E001668-01B1-B71E-2419-2A9FCCC8E72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00BD9CA9-2CD9-55A4-6CF6-42F59A63A20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70D1BD90-B15F-0392-9013-237D752689A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44DD81F2-10C0-D33C-1CB5-594C5380EAD4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F47ACE71-5563-D189-5959-63CAE63E821E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A87390A6-50D1-BA65-D4A2-CD18313BF771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CC9B0D68-7F5C-C07E-25E0-0AC799EEE83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0C09522C-6AE3-F038-103D-4FF0F9B7C2B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2FB8647A-C621-C8ED-8F03-F8DA47C23E8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0591C823-896F-A71E-8FA4-73B0366F691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8304B903-CD69-020A-45B9-B66F8BCF618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C10B5634-6680-BCC5-6EE7-73DBB13CBD8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54FA0EAB-820C-2F7D-464F-AFD8FAC68B8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48F831E4-2DF1-95DD-E06C-73DED4AD8BCA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A35553D2-CE1A-EA53-FD52-8AEE24090E74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21D3BC6C-5010-5392-9BAA-73328AE682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A846BE0B-A272-7596-E33A-36FF3D3CA6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8E009397-03BF-751D-E9A6-E6FAA7DA78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5343E35F-598C-2B4C-CC0D-AE6F3A72B4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7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3ACEE301-E2CB-81AA-527E-FDE1C9545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B9936183-7460-6B06-BEEF-BF733F52F1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" t="4846" r="1875" b="4846"/>
          <a:stretch>
            <a:fillRect/>
          </a:stretch>
        </p:blipFill>
        <p:spPr>
          <a:xfrm>
            <a:off x="4598690" y="14588896"/>
            <a:ext cx="11734800" cy="4648202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27FBEDB-6FE9-EFD0-4CCE-2FAD3EFD069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8" t="7150" r="3468" b="7150"/>
          <a:stretch>
            <a:fillRect/>
          </a:stretch>
        </p:blipFill>
        <p:spPr>
          <a:xfrm>
            <a:off x="-7632124" y="14588896"/>
            <a:ext cx="11346426" cy="5412658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EA25F8A8-AF8B-F4B3-0B00-F87577016F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1" t="7527" r="4091" b="7527"/>
          <a:stretch>
            <a:fillRect/>
          </a:stretch>
        </p:blipFill>
        <p:spPr>
          <a:xfrm>
            <a:off x="13784826" y="8022695"/>
            <a:ext cx="11110452" cy="5825612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F094429F-AA54-25EE-1F43-08590F116AB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2" t="14824" r="5572" b="14824"/>
          <a:stretch>
            <a:fillRect/>
          </a:stretch>
        </p:blipFill>
        <p:spPr>
          <a:xfrm>
            <a:off x="2501247" y="8901301"/>
            <a:ext cx="10579510" cy="3229896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B784E28A-0ED8-16B8-24DF-1F6C0E1218B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" t="9718" r="5802" b="9718"/>
          <a:stretch>
            <a:fillRect/>
          </a:stretch>
        </p:blipFill>
        <p:spPr>
          <a:xfrm>
            <a:off x="-7632124" y="8815883"/>
            <a:ext cx="98679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48014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EB78C-92E0-364B-BC60-03CAA3B50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223EF40D-C364-0421-B143-309C46AF4473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6404BB73-48C5-8361-3863-AFE98738F0C0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E3676E78-3F4C-28E5-10F6-B21FBF44B05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AB2BEE4B-592C-3C93-6B0A-A48491D270E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0DB0CA2B-19C2-92B1-15BB-6B9DFC5DB28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492435D4-D583-49D8-69FD-F3F3E81ECFA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01A487C2-3DC7-DAB8-CB16-9C2E923D5782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7C16FF86-CB08-5837-8220-13254848887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AC9E9048-ED88-CB0F-6952-217501BE614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84881B8F-5D7B-85BB-7E10-F1A8CDF4E3D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A31ACA15-C356-5EC2-854C-42D3D3CA937E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Védelem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C614507B-2F0D-A6B1-85DF-6A7C4C31E70F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2DF8E607-D96A-4FFA-7792-0CF12EF390BA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13F49228-DE77-1950-2D4C-C1F01A154FE6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F4E53299-C0D1-ACEB-2B32-4E2D8128786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834572D3-CA33-6705-319D-5E909DA3DE3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F529CD86-2C49-73E5-2C83-870D8139D46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A07D3334-2F09-56C7-EF19-9F058DA16215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5C235F61-3039-9450-229B-49AD79E698D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B472CCD7-6576-9109-6C09-4AEDF01B0F7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37FA71E2-5343-9793-28A1-0BC711C05A7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AA52D42D-A36E-AB53-3D12-4FAD4EC7345A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AB8BAFCD-6E73-03DF-03A4-95205A72E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24E87DE1-E502-8C9C-F558-C00FEAF6D84E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E60D3DD4-3491-0A91-47D6-1FB2DBF0C962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8788A441-A87A-D31A-702D-D739A5B69C0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5DBDECA8-3D6B-A47C-CE57-300DBD256E0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097F2FE8-6141-8CF8-EEA4-ACABBF12619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A6E4D492-F77F-C667-B3CC-270C46C0FD8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B29A53F7-CCC2-4550-071F-E05608B9243D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E2FCF21F-961B-7893-33F7-EFF9B459107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9B2B80AD-E45A-3AAE-56B1-407C5E66002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3C632224-EC04-3BD4-28FC-6AAC9C595FB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85521F72-626B-5A5F-B393-10107C71AB6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FB0B0C84-616E-6A52-7412-0BB90659FD39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C6FBC313-BD06-79EC-17CC-6F7405FCD658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74DD7902-A271-B503-D5C2-74960BB63F3D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CFF9870A-E7C9-27F5-2E7C-2B01BA86D1A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64C5C085-5591-85D3-49D1-007BC3828E6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EAEDE652-B1C6-A624-97A7-0B6E66E1360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FA5D1188-15A5-ADB9-88E5-A4B6527C2E13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8FEC4BC4-C520-D219-56CD-2A63EB8BFED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E20CD72D-6D49-E7DF-09EC-36BA1F3FC9F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DA20C70F-159C-51D2-9F53-A69C62CA168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C1913264-1835-4782-5999-B2EE975F7044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B02BFE6A-24F8-0DA7-3E0F-7104C98E358C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58EC2A48-FD8C-6DC4-032F-99B5984FD6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5491EF7C-1B0E-2473-1335-1C8889638E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AED1CD3F-506B-5561-4421-9A842B4126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916FFDD9-77D3-B4EC-4F2D-98B2079FE6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7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3AD100D0-8D7E-CB15-7978-AD3A52FE1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E14B6DAF-3498-A058-FB9C-76E3DB9261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" t="4846" r="1875" b="4846"/>
          <a:stretch>
            <a:fillRect/>
          </a:stretch>
        </p:blipFill>
        <p:spPr>
          <a:xfrm>
            <a:off x="4598690" y="14588896"/>
            <a:ext cx="11734800" cy="4648202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91B6423-4C91-9241-5C32-D05A75D320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8" t="7150" r="3468" b="7150"/>
          <a:stretch>
            <a:fillRect/>
          </a:stretch>
        </p:blipFill>
        <p:spPr>
          <a:xfrm>
            <a:off x="-7632124" y="14588896"/>
            <a:ext cx="11346426" cy="5412658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55D1839D-81C6-2C2B-BE15-E17CEDEB9E1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1" t="7527" r="4091" b="7527"/>
          <a:stretch>
            <a:fillRect/>
          </a:stretch>
        </p:blipFill>
        <p:spPr>
          <a:xfrm>
            <a:off x="13784826" y="8022695"/>
            <a:ext cx="11110452" cy="5825612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4C17ACE8-64E4-CE06-2778-6054C837F89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2" t="14824" r="5572" b="14824"/>
          <a:stretch>
            <a:fillRect/>
          </a:stretch>
        </p:blipFill>
        <p:spPr>
          <a:xfrm>
            <a:off x="2823828" y="2131451"/>
            <a:ext cx="8607829" cy="2627947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6AD09DC1-5A69-5558-1123-CB34653C0ED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" t="9718" r="5802" b="9718"/>
          <a:stretch>
            <a:fillRect/>
          </a:stretch>
        </p:blipFill>
        <p:spPr>
          <a:xfrm>
            <a:off x="-7632124" y="8815883"/>
            <a:ext cx="9867900" cy="5448300"/>
          </a:xfrm>
          <a:prstGeom prst="rect">
            <a:avLst/>
          </a:prstGeom>
        </p:spPr>
      </p:pic>
      <p:sp>
        <p:nvSpPr>
          <p:cNvPr id="3" name="Téglalap 2">
            <a:extLst>
              <a:ext uri="{FF2B5EF4-FFF2-40B4-BE49-F238E27FC236}">
                <a16:creationId xmlns:a16="http://schemas.microsoft.com/office/drawing/2014/main" id="{7C15F847-FFD9-8B94-458A-BE3AB8446FC6}"/>
              </a:ext>
            </a:extLst>
          </p:cNvPr>
          <p:cNvSpPr/>
          <p:nvPr/>
        </p:nvSpPr>
        <p:spPr>
          <a:xfrm>
            <a:off x="-128046" y="-27771"/>
            <a:ext cx="12523246" cy="7058924"/>
          </a:xfrm>
          <a:prstGeom prst="rect">
            <a:avLst/>
          </a:prstGeom>
          <a:solidFill>
            <a:srgbClr val="869098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4" name="Picture 2" descr="Cross-Site Scripting — Web-based Application Security, Part 3 | Spanning">
            <a:extLst>
              <a:ext uri="{FF2B5EF4-FFF2-40B4-BE49-F238E27FC236}">
                <a16:creationId xmlns:a16="http://schemas.microsoft.com/office/drawing/2014/main" id="{BF4F2546-E1AD-C785-9463-589227F49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972" y="1271903"/>
            <a:ext cx="5627209" cy="4314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95272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4075C-5CE8-AC13-9277-D65528E9B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C45FEE5B-E95E-12D9-E08D-5F63B07FAF0A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698B0244-3A56-1879-8D26-5562AF60CB26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80B221B7-C18D-6CD0-7A49-26991B0722D2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3CAC23D7-14B1-AB2C-AF41-B1C0F874F65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D4209F9F-CD20-0AFA-0912-AAE0E5CAF9A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04E29C92-4A3E-8612-188E-E3B03E76008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28F5A2D6-558B-A28D-504E-DA059C64482F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12E54B27-CBFC-DD86-C45D-954B26AB6B4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7A6563AE-3A89-BC62-74F2-B1E332F2611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7FFB5DD3-9253-4C1E-9603-EE2C86C8114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E3F60342-072B-6026-37AA-639CD92EE0BB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Védelem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155D5FA5-1C6C-7F98-3E5D-AF84D5F60169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F23CE126-19C4-EACD-1851-F6EFAEE94989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C478711A-BCD1-662D-A529-39612B216848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F1506754-B9A9-0A0C-A651-190CCDBC781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2D939038-554D-20D1-B079-DB67E198154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8654EBD4-DBC1-282E-A2E3-3E20048EB48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C73AD0AA-1535-522A-6975-9B49C7297763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1B48B088-4845-847D-46BB-1B0FE4C3919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D693F1FF-B35C-4A88-DCE2-D1C5F1CCA5B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FB3A4024-2D1B-D325-DA6D-F90CE36FEC7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FAE91B79-A124-3D23-BFCB-AF955AB903A2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72956DE1-4644-1E2E-4E39-5BF3CC8B11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D7903585-1DD6-B49D-AF2A-6A88E428209A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58AA96DE-BA2F-804F-9A84-33A2D1D8DB46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CCC85A1A-4482-26FF-637F-F80A2BFF947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D81F0C7F-316B-A043-68E2-C12BFD910C6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E9C18983-968A-DB98-0226-A319FA2D017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0FB6F790-2FE8-3C39-E303-642024BD793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8CE8BD95-A7CD-8463-A9DF-0AA309EFB545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0CFCCA85-7D47-DD19-A233-6EE7C5F53A6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C265CF5E-86D6-D651-3981-6872CCB5524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671565C5-1CDC-D651-67E2-52A85BE2715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259B4AA5-2274-DD99-D2CF-F836082793E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783B6299-0540-3331-AED8-C822BF2D4C99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C83B2CE5-B657-92C0-85D2-4A883A8F8D79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0EA4BBC7-EE93-3554-E03D-DC8AB4FC6B1C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B6576AA6-577E-5BFA-B545-D5A9DEBEFC2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62203EEC-4064-5DB7-2112-724FF5B4ABA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87CFF12A-D548-3E23-8973-D4270457017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31A6AAA6-C8EB-A314-EB4C-95DB76619177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FCEC094D-5B25-E1E2-6381-85B510623CC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B0597AD1-5489-6022-66C2-F1272367F66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B89E6A50-627E-39F9-86D3-1025DFED606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0BC88ED4-9C92-FEAC-D785-1405BC400BFF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F161E3F1-3EDF-5B34-3FEA-8F1EDA160D1B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DD32899F-FB53-0E05-8949-01DF543EB4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40891D75-A826-0091-476F-83E39262F6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2E7330E7-021C-41D8-60C1-6F0914FEB0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DCC5E496-4FFD-9A1C-4E08-BD86FC4753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7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9D1A462B-F9AA-9B73-95BA-68B672CB0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E37BD2EE-F587-D2D1-25FE-C0B161BD1B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" t="4846" r="1875" b="4846"/>
          <a:stretch>
            <a:fillRect/>
          </a:stretch>
        </p:blipFill>
        <p:spPr>
          <a:xfrm>
            <a:off x="4598690" y="14588896"/>
            <a:ext cx="11734800" cy="4648202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0DD37FD9-2BD2-1663-E4E2-E2FA5F7572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8" t="7150" r="3468" b="7150"/>
          <a:stretch>
            <a:fillRect/>
          </a:stretch>
        </p:blipFill>
        <p:spPr>
          <a:xfrm>
            <a:off x="-7632124" y="14588896"/>
            <a:ext cx="11346426" cy="5412658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F13807BB-0D75-A844-0878-BAE957D90F0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1" t="7527" r="4091" b="7527"/>
          <a:stretch>
            <a:fillRect/>
          </a:stretch>
        </p:blipFill>
        <p:spPr>
          <a:xfrm>
            <a:off x="2979785" y="1518443"/>
            <a:ext cx="8507546" cy="4460814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4A132AE9-30E4-C394-D274-060128FC086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2" t="14824" r="5572" b="14824"/>
          <a:stretch>
            <a:fillRect/>
          </a:stretch>
        </p:blipFill>
        <p:spPr>
          <a:xfrm>
            <a:off x="12915672" y="-3418398"/>
            <a:ext cx="8607829" cy="2627947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6188AC9D-CF64-D07C-9645-020444C4CDD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" t="9718" r="5802" b="9718"/>
          <a:stretch>
            <a:fillRect/>
          </a:stretch>
        </p:blipFill>
        <p:spPr>
          <a:xfrm>
            <a:off x="-7632124" y="8815883"/>
            <a:ext cx="9867900" cy="5448300"/>
          </a:xfrm>
          <a:prstGeom prst="rect">
            <a:avLst/>
          </a:prstGeom>
        </p:spPr>
      </p:pic>
      <p:sp>
        <p:nvSpPr>
          <p:cNvPr id="3" name="Téglalap 2">
            <a:extLst>
              <a:ext uri="{FF2B5EF4-FFF2-40B4-BE49-F238E27FC236}">
                <a16:creationId xmlns:a16="http://schemas.microsoft.com/office/drawing/2014/main" id="{5F24C452-8E21-0082-AD43-006140A3B576}"/>
              </a:ext>
            </a:extLst>
          </p:cNvPr>
          <p:cNvSpPr/>
          <p:nvPr/>
        </p:nvSpPr>
        <p:spPr>
          <a:xfrm>
            <a:off x="-13114008" y="-5933598"/>
            <a:ext cx="12523246" cy="7058924"/>
          </a:xfrm>
          <a:prstGeom prst="rect">
            <a:avLst/>
          </a:prstGeom>
          <a:solidFill>
            <a:srgbClr val="869098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4" name="Picture 2" descr="Cross-Site Scripting — Web-based Application Security, Part 3 | Spanning">
            <a:extLst>
              <a:ext uri="{FF2B5EF4-FFF2-40B4-BE49-F238E27FC236}">
                <a16:creationId xmlns:a16="http://schemas.microsoft.com/office/drawing/2014/main" id="{18A86A97-5734-C8F7-260C-84B65B40B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65990" y="-4633924"/>
            <a:ext cx="5627209" cy="4314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34869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36ED2-0258-E480-39BE-C0395FF0B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8C630E6D-15E9-60BD-8C7D-CD3DB1502BB0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0576F3F1-EBEF-A946-382C-D43D937B006E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867EC42D-6226-5170-A81F-EA7DE85D1F96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74DB4145-82DD-0905-2BE6-9D156C7C0E3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2FC25DB3-8639-A253-CB41-FF30F96819E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2236A509-04E5-DAF1-A0D6-3BF6AEC5E63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83083F0C-89DB-30C3-577C-BE56A15AA389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CBF6EFC5-50E4-21E9-14FC-0ACCD68D8C9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857EA79E-D408-68FE-38E5-085C8964F29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58F28691-1C7F-024F-88F9-A1D27115317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D9C8735B-1939-4C7B-3ECE-49472DCBE63B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Védelem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FD4CD70F-9E02-0484-AA52-74F5A93E45B9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582A34DD-1BF7-E11B-8F7E-AB39B9F36127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929AD9F0-CC68-BF82-24D8-4EFDA7B137E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69ED1352-79D8-B8C4-1C7B-0EF2D6B2C78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29B7FE52-DBA4-0EAF-2745-B34509E0DE7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832FCE8D-0CC4-25E2-E7F9-74AEDA11E6F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A89BDDD5-534E-C363-721D-E994D13430E6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8850E62F-5505-C30F-640D-F98B2BED223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8F330711-FC23-83F3-62EE-5F2A42DC974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FEE53698-7B67-4F94-E875-9874759ED13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61F7DE8A-999F-9AA2-9B35-A7802F214EA3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A07E47F5-8510-FE16-118C-B583EC3E6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107CC338-4FBB-8CEA-0E34-B03BE0F4540C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2439A1F0-9B77-FD7B-4201-933A98B14A1A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59BF540F-EDAD-DD7B-FA39-006057A024CA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248428B8-D0BF-F65D-8847-A1ADF17D1C3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6A3A39D0-B0EE-1F2A-CCFD-CA07471E5EE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5E33F003-652D-0B64-59C1-C106F9B788F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C9DEA4A5-9561-4D80-AD0C-DF37383353FD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BF3F48DE-B30E-1916-EF49-F297BFBA04F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8EC4A3F9-483D-CE73-5DDB-5A591CBC851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A436549E-9076-57F7-300B-A347FA7661C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691AD77F-57CA-AB7C-9548-D8364B4CD0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9AC3B048-A9F3-20AC-0592-664D425B8348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F17DB708-95CC-521E-D7A0-C9A97D88B1B3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4F1E2248-2D24-AC41-B229-4DDA0A1D9906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A4768F46-B39F-5D91-BB3C-53FC3D0D3E0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F895D709-7DD3-4DB9-9179-C0C7A979739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FED3F976-02D4-C070-F1B9-F0BEB820008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478B8F58-965A-58D2-DAB2-A135D9570DD1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78743D9D-3204-A035-9620-B9641EE5394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609FE3A1-E422-17DB-0CCB-E3295795337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AF78366B-F109-C5BA-043A-E43E9F8BA11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A30A8D14-E90E-05E0-AC56-38F40579859E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155532D9-B9E6-9A56-4A46-C1D9F4196941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57F91327-F4F8-147E-B900-3C2CF40CD9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07E15E22-1415-FD21-FBAB-6A18EFAC36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FE9F23DF-CD23-D5F6-D340-ABA7EE415C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270B16E9-4748-2D60-81F5-F45D9C9300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7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70F06CCD-0438-6EFB-51A3-C36381F84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54C3A300-C861-3E33-9043-0297B06B9B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" t="4846" r="1875" b="4846"/>
          <a:stretch>
            <a:fillRect/>
          </a:stretch>
        </p:blipFill>
        <p:spPr>
          <a:xfrm>
            <a:off x="4598690" y="14588896"/>
            <a:ext cx="11734800" cy="4648202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9CFAD393-531E-A667-4E09-11B65D1C68C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8" t="7150" r="3468" b="7150"/>
          <a:stretch>
            <a:fillRect/>
          </a:stretch>
        </p:blipFill>
        <p:spPr>
          <a:xfrm>
            <a:off x="2621648" y="1604033"/>
            <a:ext cx="9102763" cy="4342349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89444ED5-2007-6711-AF69-65C1C3141ED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1" t="7527" r="4091" b="7527"/>
          <a:stretch>
            <a:fillRect/>
          </a:stretch>
        </p:blipFill>
        <p:spPr>
          <a:xfrm>
            <a:off x="4598690" y="9054142"/>
            <a:ext cx="8507546" cy="4460814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EB7512E2-5979-73A7-FB7B-82AB78BA2EB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2" t="14824" r="5572" b="14824"/>
          <a:stretch>
            <a:fillRect/>
          </a:stretch>
        </p:blipFill>
        <p:spPr>
          <a:xfrm>
            <a:off x="12915672" y="-3418398"/>
            <a:ext cx="8607829" cy="2627947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E5B30AA5-EC5B-68FB-9184-4AFDF326B0A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" t="9718" r="5802" b="9718"/>
          <a:stretch>
            <a:fillRect/>
          </a:stretch>
        </p:blipFill>
        <p:spPr>
          <a:xfrm>
            <a:off x="-7632124" y="8815883"/>
            <a:ext cx="9867900" cy="5448300"/>
          </a:xfrm>
          <a:prstGeom prst="rect">
            <a:avLst/>
          </a:prstGeom>
        </p:spPr>
      </p:pic>
      <p:sp>
        <p:nvSpPr>
          <p:cNvPr id="3" name="Téglalap 2">
            <a:extLst>
              <a:ext uri="{FF2B5EF4-FFF2-40B4-BE49-F238E27FC236}">
                <a16:creationId xmlns:a16="http://schemas.microsoft.com/office/drawing/2014/main" id="{03F70D27-B0A6-D7C1-5276-77448030794B}"/>
              </a:ext>
            </a:extLst>
          </p:cNvPr>
          <p:cNvSpPr/>
          <p:nvPr/>
        </p:nvSpPr>
        <p:spPr>
          <a:xfrm>
            <a:off x="-13114008" y="-5933598"/>
            <a:ext cx="12523246" cy="7058924"/>
          </a:xfrm>
          <a:prstGeom prst="rect">
            <a:avLst/>
          </a:prstGeom>
          <a:solidFill>
            <a:srgbClr val="869098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4" name="Picture 2" descr="Cross-Site Scripting — Web-based Application Security, Part 3 | Spanning">
            <a:extLst>
              <a:ext uri="{FF2B5EF4-FFF2-40B4-BE49-F238E27FC236}">
                <a16:creationId xmlns:a16="http://schemas.microsoft.com/office/drawing/2014/main" id="{33028B57-14D7-AB1E-6B38-12A801606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65990" y="-4633924"/>
            <a:ext cx="5627209" cy="4314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57795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8B1B0-9B74-C538-E8F8-C58582614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7B7552D2-E467-E557-CBCE-C4036D2A4DA1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D7250A01-607F-9FF3-42A1-53D7F38105E8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65FB2468-4EFC-510B-64AF-4FB94039CA9B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A2D70A5A-5878-769D-AB8C-0D305DF2735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43919712-1731-D819-789E-A90F0938D7E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567DFF69-4352-93BC-F45E-39AE24AEFF0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5F0E353F-9C62-78A2-1B14-E976A558B76D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B8101300-C1DE-1B34-B30C-1893E32C88C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D587D24C-6D1A-16B5-CC54-7ACAE719E04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1459E1D0-34F3-19E3-BABC-BFE8BE5C6F9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60AF12C8-CFBF-25E1-FAC4-3215E4E297D2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Védelem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98477B87-42AB-9451-7F1B-D49E24C36186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935A4CFB-EEFC-19DB-762B-AFAFC6E3C876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90D02D14-9613-202E-05E4-51C211B0E4EB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97C5EB6B-4975-5FE9-03AB-7018ECD216C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6A9E383C-2A2A-F5EB-45EF-57FFC9BF8B3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203EF91E-C618-62D7-1799-DC077E72E88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9D29EA98-C0BD-CFE9-600F-F3D2A210EF71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D015BD77-6E3A-3ED1-81E6-693A6DAE63B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1CCAEB0E-FF5A-9EE3-3A39-6E3EA8B9A26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781A21C1-4649-3F9A-9C5C-ECD7C3141B7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CA02D047-2221-3584-DFAD-476BA9196277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85402D61-70D4-7695-A062-EAC2D8332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1BDF2BA2-AB76-9D73-79FD-247E809AE9B8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89F6F8A1-9688-F1B6-B94C-B82B901BA454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A4C5A0EF-AD77-34AD-B5F3-4ABEBCBA0792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5D146D60-E853-C18A-49E5-CD6DC033EC0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8E955E88-5D66-7A08-FF06-C1F1884E9DD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DD77EE1D-59BE-7D04-CA37-48C408079FF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3302F0C1-953D-6BD2-F8F7-CBA34E80594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DA8FB43B-BD49-5446-54C4-50B3D04B275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296FB0E0-38B0-8925-DC85-91512EE3043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28CFDF15-4990-C557-AB8C-832A03E01A6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FD16FB74-C29D-61F6-FE05-9C911C34C0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8F985C50-C32F-F5C1-13B6-A52B448217B3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20AFE803-C6F6-F891-F06C-6BFF6E9EF5A5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6721645C-FF60-5239-8998-3BC2B2BC649B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A7C7066C-2B69-8F91-0AD0-97E11210AD6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281F8B8B-FB76-2C26-024A-E2ADD150415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24DFC291-2460-09AD-771E-B6B6181CFBD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DB5BE7F6-D0CD-96C3-E147-4F87C0D91055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E9B8A0D1-ED3D-C158-6D5D-AFF508BCE1C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B28C49EE-2960-EEDD-0180-C3A3C4BAFBC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B27783FA-2DEE-2BDC-CD32-D0980C294BC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C98DB18E-82F3-63CA-79E2-F3B238F8AE4A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C6A11DDE-53BF-B7C7-ACB8-C0F90B48841A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493E6889-A4EA-4531-1494-6843CBF933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6F8CB357-6A22-1CA4-46D0-1E51D06F81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CE988B3A-DD93-9D8D-176B-3FF7BBA9F0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2A96BE06-2AEE-F459-7EFD-DB2D2099CF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7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58A9076E-6918-3C1F-927A-9FCFA5224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CEDA06F1-E7F8-66A1-15EF-FFA1F24710A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" t="4846" r="1875" b="4846"/>
          <a:stretch>
            <a:fillRect/>
          </a:stretch>
        </p:blipFill>
        <p:spPr>
          <a:xfrm>
            <a:off x="4598690" y="14588896"/>
            <a:ext cx="11734800" cy="4648202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102DCF71-99F1-C248-3CF0-3C063FDE1C8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8" t="7150" r="3468" b="7150"/>
          <a:stretch>
            <a:fillRect/>
          </a:stretch>
        </p:blipFill>
        <p:spPr>
          <a:xfrm>
            <a:off x="15469150" y="9443073"/>
            <a:ext cx="9102763" cy="4342349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62F9C834-647D-F0C1-A1E5-0F68012565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1" t="7527" r="4091" b="7527"/>
          <a:stretch>
            <a:fillRect/>
          </a:stretch>
        </p:blipFill>
        <p:spPr>
          <a:xfrm>
            <a:off x="4598690" y="9054142"/>
            <a:ext cx="8507546" cy="4460814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42289477-B652-81C8-0841-CB6943BB879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2" t="14824" r="5572" b="14824"/>
          <a:stretch>
            <a:fillRect/>
          </a:stretch>
        </p:blipFill>
        <p:spPr>
          <a:xfrm>
            <a:off x="12915672" y="-3418398"/>
            <a:ext cx="8607829" cy="2627947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234626CD-D495-3CE7-4039-E08E1C54449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" t="9718" r="5802" b="9718"/>
          <a:stretch>
            <a:fillRect/>
          </a:stretch>
        </p:blipFill>
        <p:spPr>
          <a:xfrm>
            <a:off x="2963890" y="1416084"/>
            <a:ext cx="8596407" cy="4746279"/>
          </a:xfrm>
          <a:prstGeom prst="rect">
            <a:avLst/>
          </a:prstGeom>
        </p:spPr>
      </p:pic>
      <p:sp>
        <p:nvSpPr>
          <p:cNvPr id="3" name="Téglalap 2">
            <a:extLst>
              <a:ext uri="{FF2B5EF4-FFF2-40B4-BE49-F238E27FC236}">
                <a16:creationId xmlns:a16="http://schemas.microsoft.com/office/drawing/2014/main" id="{72122163-F354-500A-6242-FE18E2A3693C}"/>
              </a:ext>
            </a:extLst>
          </p:cNvPr>
          <p:cNvSpPr/>
          <p:nvPr/>
        </p:nvSpPr>
        <p:spPr>
          <a:xfrm>
            <a:off x="-13114008" y="-5933598"/>
            <a:ext cx="12523246" cy="7058924"/>
          </a:xfrm>
          <a:prstGeom prst="rect">
            <a:avLst/>
          </a:prstGeom>
          <a:solidFill>
            <a:srgbClr val="869098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4" name="Picture 2" descr="Cross-Site Scripting — Web-based Application Security, Part 3 | Spanning">
            <a:extLst>
              <a:ext uri="{FF2B5EF4-FFF2-40B4-BE49-F238E27FC236}">
                <a16:creationId xmlns:a16="http://schemas.microsoft.com/office/drawing/2014/main" id="{A122F08D-5062-18B6-E877-909D894CF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65990" y="-4633924"/>
            <a:ext cx="5627209" cy="4314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3822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79695-868A-CA23-B04C-F5062B41D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998C249C-B325-9481-0B7D-829A97DDD2AE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53C474CC-550C-C61B-8207-8A6F181C39D7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DF2FCFEB-0398-CC90-D870-3D802D57D51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D203AF9B-F54D-78AF-390E-79069607ECC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EF85849D-791D-4228-D9D7-DF56EE51B34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79A7D65F-7660-9DE0-A833-07403B4E306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1C25CF3D-C6A2-86E4-383B-CC389A69576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88CB753C-F136-886A-CED2-4443AEE7556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592515E4-4CA3-4876-543E-12E60994BDC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9DCC92E2-E79D-7C00-5C90-A5619721489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8EC3D3C7-8FC3-58EE-0B2A-9941D44F44DE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Védelem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78E8B786-18EA-4831-79FA-4CC82058B592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1D81EA55-F8DA-AEC4-8733-0BD70E72A56A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9F26FA2F-BD42-2B7E-8A5D-6C3DAC00787C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A2C6006A-9D23-5788-2B01-C505F462084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06318625-FD2C-43E6-5B32-2653EF7441A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232673CC-DC6F-B250-C3AA-099530C8A23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AB45E625-B684-4343-9761-17D9411733E0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A285AF30-A574-8638-DB78-172AF48B0B3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DFE3C8E7-0100-49D9-1DED-9CB4D69A991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8CA5955F-A348-21C5-EED2-3EFD462A7A3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EB8FE8E7-F035-61C6-B012-833E94AA48D4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0601E3CC-44CE-0528-844F-10C236164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03B05DAA-0482-3EF7-1FF4-6775F7A48384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23B7BFE5-983C-1FA8-58FE-E092A9182396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93EBF251-BD71-FF87-E22D-2F3C6DFCBF3B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848FEDB0-C35D-D8C9-57BE-BDC5215C74E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11D729EC-9318-A131-B4E6-16A54B7E319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A057E6CE-05F6-1A18-809D-B8BCAB87A7E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749CC896-C3C1-899F-3432-5800D488B714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5729909D-60BE-C965-FF9C-C25906A5CF3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D8B8F0F0-D5E2-B019-89DC-F1D6353E3EC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B2BAC701-0B50-1365-12E2-3DBD7438E93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C64634B1-20C9-7AEE-EA81-86B40E2193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1B223B2D-C8FC-3CE2-254A-0021E3CE4DAA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8888B661-1826-D91A-A6D1-6E24AC56F3B1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2FD510CE-0188-3FB2-9079-8E66D6BCBD3A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854517ED-DD88-2046-28B9-BDFF90811E1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F87791C7-C708-B0EA-B442-2D23FB7E423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8160717F-0142-7B07-BC30-2B2C3B282B4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51634FE0-CA60-B4BC-CE18-27B24AC89307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6D50ABA6-6900-7E6B-68BD-3F1267C4468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B9BFCAE5-E7A7-3255-E68F-C267DB3ADB7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53A9B949-73B1-266A-1702-39099357661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57A0D29B-73B1-B07A-900B-6B0D26489542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CB4399BC-0A0C-1EE9-7FBF-D670D46635B0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085E0CED-5DEA-C024-AED8-9630A5FFD1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00D5820B-C8D0-7A17-A914-F9AD80B00B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96C77143-2BC5-5361-A358-9811764B31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E27D8F6E-D62B-8D54-05A0-6ACC0A76E6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7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5B37F8A4-AA9D-7AE9-B491-2EBCE5826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4C1F678B-7CFB-1AEA-345F-9F4BE71D9D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" t="4846" r="1875" b="4846"/>
          <a:stretch>
            <a:fillRect/>
          </a:stretch>
        </p:blipFill>
        <p:spPr>
          <a:xfrm>
            <a:off x="2630852" y="1691063"/>
            <a:ext cx="9387119" cy="4607757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3E77402-7578-C8B6-B02C-6C370A6FB93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8" t="7150" r="3468" b="7150"/>
          <a:stretch>
            <a:fillRect/>
          </a:stretch>
        </p:blipFill>
        <p:spPr>
          <a:xfrm>
            <a:off x="15469150" y="9443073"/>
            <a:ext cx="9102763" cy="4342349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5B723669-028B-7E15-0104-335EF189E0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1" t="7527" r="4091" b="7527"/>
          <a:stretch>
            <a:fillRect/>
          </a:stretch>
        </p:blipFill>
        <p:spPr>
          <a:xfrm>
            <a:off x="4598690" y="9054142"/>
            <a:ext cx="8507546" cy="4460814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A8C3BCAC-1623-D48F-BFCB-A8D4B36FB8E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2" t="14824" r="5572" b="14824"/>
          <a:stretch>
            <a:fillRect/>
          </a:stretch>
        </p:blipFill>
        <p:spPr>
          <a:xfrm>
            <a:off x="12915672" y="-3418398"/>
            <a:ext cx="8607829" cy="2627947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72F33562-2F72-8D4F-7782-59D634931E0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2" t="9718" r="5802" b="9718"/>
          <a:stretch>
            <a:fillRect/>
          </a:stretch>
        </p:blipFill>
        <p:spPr>
          <a:xfrm>
            <a:off x="-8664631" y="10416760"/>
            <a:ext cx="8596407" cy="4746279"/>
          </a:xfrm>
          <a:prstGeom prst="rect">
            <a:avLst/>
          </a:prstGeom>
        </p:spPr>
      </p:pic>
      <p:sp>
        <p:nvSpPr>
          <p:cNvPr id="3" name="Téglalap 2">
            <a:extLst>
              <a:ext uri="{FF2B5EF4-FFF2-40B4-BE49-F238E27FC236}">
                <a16:creationId xmlns:a16="http://schemas.microsoft.com/office/drawing/2014/main" id="{8D59BFA7-78AE-140E-591B-3CCDC63F6C49}"/>
              </a:ext>
            </a:extLst>
          </p:cNvPr>
          <p:cNvSpPr/>
          <p:nvPr/>
        </p:nvSpPr>
        <p:spPr>
          <a:xfrm>
            <a:off x="-13114008" y="-5933598"/>
            <a:ext cx="12523246" cy="7058924"/>
          </a:xfrm>
          <a:prstGeom prst="rect">
            <a:avLst/>
          </a:prstGeom>
          <a:solidFill>
            <a:srgbClr val="869098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4" name="Picture 2" descr="Cross-Site Scripting — Web-based Application Security, Part 3 | Spanning">
            <a:extLst>
              <a:ext uri="{FF2B5EF4-FFF2-40B4-BE49-F238E27FC236}">
                <a16:creationId xmlns:a16="http://schemas.microsoft.com/office/drawing/2014/main" id="{CAC3C438-77EB-A4A2-9CB0-2FA9ED67B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65990" y="-4633924"/>
            <a:ext cx="5627209" cy="4314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8512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986F2-690C-2C79-19EC-2744294B5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F1DE5EEA-45C4-9E32-133D-EB25A04BF961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6EE28C30-E652-92C9-18F3-DF6F9048ABF2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31567AB6-250B-E17F-F89A-D9DFBCFEA271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C3A81FC7-DF56-60D9-B1F0-0B4FAB764B3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4FFAD1AD-28B6-8C9F-023E-863FA7751CD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D9056D7D-E08C-9AA2-8F10-81BC6F5AF93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E89C9ABA-115B-F55A-DD67-6041368D83FF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20636F96-DF20-51BC-6A94-88253BA23DF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51F5D81F-EBEC-E952-75A6-3B8D4F7EC4D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13FA3D18-85EE-7F37-0DC7-D71C20861E8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9A6FC4C3-CEFE-EDDF-CEA7-FAD43D5BC3E9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 err="1">
                <a:solidFill>
                  <a:schemeClr val="tx1"/>
                </a:solidFill>
                <a:latin typeface="Bodoni MT" panose="02070603080606020203" pitchFamily="18" charset="0"/>
              </a:rPr>
              <a:t>Swagger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F1C2D1A6-2E0E-B823-EB9A-DAF8F95D2A52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85ECB335-EE67-7D46-EB79-EDD5C73DB2B0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AFC32FB3-268F-5239-5C5D-4CEDFBB1603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CDC66894-20E8-0A75-7783-939E43C8BC9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3C3100BF-35EC-830D-DF46-AA9DF83FCAC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6646A34E-0ED4-D262-A1B8-DDF7C576682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EFBAF2EB-56EB-441A-0DAA-2D7D0CFC688D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85C277E6-3F38-4D57-AA48-059050ACDCA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D144F63C-F51C-1179-1BA4-61E16C68C63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AFF7791E-DFED-C159-A71C-682687533F5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C7D5A222-A2A6-23FF-75D8-2439A6EFDA96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4E90961C-3645-9332-4044-B081787ED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BA6D8615-06E7-8F3A-DE13-E9FF82E58E98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45A676F8-733A-9538-83CB-8A6884F73EDF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DBE67A76-5156-604C-2B9D-361EB2232B5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166AB40E-4301-FEBA-ACAE-309DE203D5D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0AFFD3ED-9A55-8D7B-F187-743126598FF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D22B9668-9FEA-231B-0BDE-7EC383F5F49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368134A7-B527-DFC0-4804-3AAC0517BC71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EB594B56-A5B1-B377-20DA-30D6331DA8C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435DEE5D-773D-2466-EB8A-1278975DCFB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A09CFDA3-E8C2-8D1A-7ED7-CD64D78739B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8C561AE2-4377-7701-71B5-C7AFDE5290F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1EA5210A-C2B6-5629-83AF-80DCABE6CFD5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83F480F2-EEBA-8D49-F357-531E06F05338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2CC21F36-A2F0-0C32-35D2-4C5FF47E9838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99BC4317-F57D-B3FB-BA3D-D3C881A534F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D73953D6-0B9C-D373-155B-003B4D39AC1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68F3B3EE-FFEE-AE7E-DA96-AFEAFEE72D5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FD8FC871-AB5D-CC82-9F18-92A65ADC00CE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8CEE4E35-0AAB-A997-248E-E93EFD0435C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8BEA61E5-3EF8-15AD-B128-0A6F915CAEB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2BBC231E-D3B3-BF11-C9B5-CCDB7160112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1D442F7C-8192-AAB3-9043-AECD2D3C6CC0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7D581C97-34CA-A1E4-3482-875184F2D107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6A73BF4E-37A6-4B2C-39E4-313AAF4E30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830F6561-59D3-974B-D62E-1C4CD1FD0E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DC0FC4B8-00FB-CA32-3B98-1D1A69D14D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9444464C-1E12-1C9D-439B-49CF22D136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7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EA01BA80-DCAE-E440-B675-AA159FA00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E0BC302A-53F4-E57F-91C7-334F4AC9119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4" t="7558" r="4914" b="7558"/>
          <a:stretch>
            <a:fillRect/>
          </a:stretch>
        </p:blipFill>
        <p:spPr>
          <a:xfrm>
            <a:off x="2756270" y="960167"/>
            <a:ext cx="8685094" cy="582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6586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6B760-D5D3-CFB1-BC5C-F0EE06425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3C8B859F-D105-8801-67E0-7F726151F7BF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A1925C67-69DB-1A57-A7F4-37E8052E487D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682A341D-C591-8EAE-D920-AE502B885EB4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E522461E-C76C-3781-DB69-73F275B12B5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C79F1CC2-46AD-8E67-5878-513443B3B36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3648A747-3439-BD45-7ACE-5D27BE54BDB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3A77F769-DC5F-4F4F-91F9-5BAF1086DC13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B91E8845-01B6-B350-9F63-3A3F39765D1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753108B7-2FC4-E08A-C792-7521F12BB61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FA91C791-685A-2F75-4739-64DE1C287C8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888C0C91-E535-37EF-FDB3-E8CDE8F7E9A1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Tesztek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72B05C81-9489-D4F3-5A59-0F7E469E3B56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20814726-CA02-02F6-AF5B-7F03C97DDEFF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479B9177-48B1-FB32-B14C-CECB5C8E04D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2BEF6138-6EC0-6339-B546-E94D748BD58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C396E2F8-513D-37F4-AE64-454B2EFF7A1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29FD82F0-77DD-7B44-D779-36628D3CFB4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8FEB68C1-D040-5981-B3F0-0FB51DB8CA54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9CB896D3-9AA7-EB32-0F55-97694A4C5F5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1268F31A-D53E-7FD3-2687-1E224269887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3F8901E8-A4B5-CF9B-B808-A505AC0227C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83695E39-1F74-AC80-7FBF-759F9C9CEDBA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56017662-DA4E-E894-AA65-E90C9EFDF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F3123296-1933-F9F8-2280-D02D4A9CD066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E1DE0C4C-A018-839E-105D-E82196B4A5D2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63B65DAF-B7FB-1478-A9CD-059A8ABC6A8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0890D750-9490-CF2E-2E12-A40B6B38605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F4337460-9464-3546-28F1-A45966A2040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3023C8E1-0873-26E9-1F4D-BE83B94393B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418FB6D1-6FE6-912C-2048-EF2344576E76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EF864136-DE33-7508-2559-5B00C04E8CD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DD9D8235-8472-0FB9-315E-DDC080D3C79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6B32EF66-66B4-6E73-5C5F-073832E6669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C65CB180-3B1E-2556-BA94-C59A6C7272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1B68793D-C098-5D9D-05EA-7FD4C0985E2A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33FFCEB4-A71C-69F5-17CC-995CE64CF4AA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611E0F38-A205-A935-C738-F7DDABD65DC9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4EF633EC-43B8-A9E9-DED1-D803D07DD18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8D4C179A-E55C-41C7-26EA-1A955358385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D4D3014E-727C-91AF-4F32-BC440C2A253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79EFB121-0FF3-CA35-6BF6-EE4D371A6507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0F11328D-6DFD-809F-5651-0DB94D9E85B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6D3183C1-48FD-120F-11D0-842E33793AB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902EA392-0C0C-2073-96D1-1FE963CBE27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9BB0B68E-53D2-3F15-E1F8-A57229EA4E43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07407777-7BC3-F5F4-8C25-5A7EFDCE96E1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9A4DC212-82B9-51B7-73BE-52B3CDF5F5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59B3CE44-672E-93A7-E8A8-855850DC5D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6412F06D-5A43-5C67-E09F-8130CE724B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CB4E1170-E351-A2D8-BAF6-C0E9D575B1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7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6EF80C88-A331-6B25-F347-3DCD20DF6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5FFB03FA-B172-0F55-1078-EDADC0F284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120" y="1200849"/>
            <a:ext cx="6185441" cy="2228151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2742DA07-4DDF-7F4F-BFB0-B9C95024D6C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911" y="7403230"/>
            <a:ext cx="8777734" cy="835129"/>
          </a:xfrm>
          <a:prstGeom prst="rect">
            <a:avLst/>
          </a:prstGeom>
        </p:spPr>
      </p:pic>
      <p:pic>
        <p:nvPicPr>
          <p:cNvPr id="7" name="Picture 8" descr="Jest Crash Course: A Beginner's Guide to Testing in JavaScript | by Gerard  Ike | Medium">
            <a:extLst>
              <a:ext uri="{FF2B5EF4-FFF2-40B4-BE49-F238E27FC236}">
                <a16:creationId xmlns:a16="http://schemas.microsoft.com/office/drawing/2014/main" id="{243B3A68-EC7A-0048-CF25-FB2D04753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66370" y="9974760"/>
            <a:ext cx="4454072" cy="233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80794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22222E-6 L -0.00117 -0.3592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-17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B0031-298C-E36B-A9FE-4DB44DEB2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86044949-DBA1-3908-47DF-21F871840020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B66650C2-4CCA-55B9-595E-A724CE74D1AC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1CC7BD28-7499-17E8-6149-EDAEA7319715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08B78550-5DCF-42A7-1089-990FC0C5EF9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FAE59464-DC26-D955-68B8-4FCC476D6D7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EBAFAC42-5698-5D96-04F1-4C4E843FA4C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B1C22907-7EE8-B1F5-AD2C-88ACBE7F4BE1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07E764EC-A271-B894-FCB6-172CDDAF15C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B527E429-71D1-21DA-0E48-39539514ADE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7D099D9E-6679-AE22-812C-14566AFE8CC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8708F46C-0EA7-EE75-BD9A-71DF3D58B2F5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Tesztek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54F11E1D-6173-F737-171C-6E9E7654D8E8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F6112590-EEEF-E0FA-9BA4-0EB955FCB91B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558247BC-2881-569C-C03D-A639956DE70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A4DA8A89-77AB-A80E-30B3-FA58160D14D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6D1F154D-9044-479E-3F4A-47F0F5B6312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A7D9C783-39E5-AC21-84A6-D4FE5BAA3C9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B7A7DC3C-7735-7A9A-8DE9-8A5EC6B0AA6B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80FF80B8-E7FE-29C1-175B-1A14E4CE777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5072A422-AAB1-E26C-5AD6-C08C1167BF4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5C0E8206-0EF5-D7B5-03A4-2EF584C5D73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23EA5E1A-2F50-D83C-131C-C8A09B18CB2C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30437CEA-D218-0ED3-4769-73833208A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A6ADBA86-6E48-CCC7-C1E1-4AC3FDD1719D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5DEDFA01-84B1-5D3B-EB71-9C9B08F6329D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BCAA56ED-25DF-725D-C3D5-A85808BB24B7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6519895F-63B3-7274-C265-3927679A0DC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16C6AD9F-BBA5-3DA2-A8E4-12F6282486B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9CC2991B-367D-F523-8E3A-C74A1FFE972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C6BAB0F2-E244-B624-C5DF-9D53F39C9C6D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9D77F47B-B5B9-C3DE-A5FA-3CE175D1A1C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68FE780B-E4E1-49C8-ED1A-A7A0923C30F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FDA253D6-B3F1-9511-D9FB-DFA8B1ED7C0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52E6B62C-0F94-BF57-4996-208FFD5805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FE6E25F5-D260-2E07-C403-6EE8F7928A67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DAE4D08F-2BA7-0B44-E575-0AB2C43C529A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C49943D3-4EDC-93B0-95D2-6C3011EA1133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E533023E-740C-8471-2539-C6F561E8C9C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C439A2D7-CB97-1190-2841-169A458B66A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FED58A30-7B37-E19B-891E-C792048C909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46AEC92F-3522-AF9F-965A-2ABD47A95E06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5FC93213-7C4C-59AE-F7CA-307028F0A57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3E703AEC-AE3B-6099-B05A-23ADADA65E2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4A98743A-31E3-8AB4-75EF-ADEC93DC56D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7564CBA8-12E6-90B0-DB24-FA3BBA071D4F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B73FC35C-4F7D-C5B9-C05D-0A847806842B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CAC2587E-3F46-DE5F-8B52-3AC4B9906C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8EC6FBAF-7B55-2190-DE89-474E7DBD6B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05A248CB-D45D-9F0C-2D35-56B990E95B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13BC28DE-D900-F8B5-3CC3-7B9AB75410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7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09DEF61F-93BD-D2CD-3126-C09DEA09B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65" y="401891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79BBD523-8963-C1E7-B31B-7A83CC9D179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7670" y="-5347832"/>
            <a:ext cx="6185441" cy="2228151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80C2877C-5703-5086-96CB-FDA15BFE228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345" y="-1554564"/>
            <a:ext cx="8777734" cy="835129"/>
          </a:xfrm>
          <a:prstGeom prst="rect">
            <a:avLst/>
          </a:prstGeom>
        </p:spPr>
      </p:pic>
      <p:pic>
        <p:nvPicPr>
          <p:cNvPr id="7" name="Picture 8" descr="Jest Crash Course: A Beginner's Guide to Testing in JavaScript | by Gerard  Ike | Medium">
            <a:extLst>
              <a:ext uri="{FF2B5EF4-FFF2-40B4-BE49-F238E27FC236}">
                <a16:creationId xmlns:a16="http://schemas.microsoft.com/office/drawing/2014/main" id="{43548FD8-30C5-0480-C3DB-79CD0E680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2200" y="737377"/>
            <a:ext cx="4454072" cy="233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710A4270-5591-72D5-A6F3-773167BBA714}"/>
              </a:ext>
            </a:extLst>
          </p:cNvPr>
          <p:cNvSpPr txBox="1"/>
          <p:nvPr/>
        </p:nvSpPr>
        <p:spPr>
          <a:xfrm>
            <a:off x="2954969" y="3075765"/>
            <a:ext cx="16873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err="1">
                <a:latin typeface="Bodoni MT" panose="02070603080606020203" pitchFamily="18" charset="0"/>
              </a:rPr>
              <a:t>SuperTest</a:t>
            </a:r>
            <a:endParaRPr lang="hu-HU" sz="2800" dirty="0">
              <a:latin typeface="Bodoni MT" panose="02070603080606020203" pitchFamily="18" charset="0"/>
            </a:endParaRP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0B36567B-3451-089E-2567-8B038619930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6" t="1713" r="4026" b="1713"/>
          <a:stretch>
            <a:fillRect/>
          </a:stretch>
        </p:blipFill>
        <p:spPr>
          <a:xfrm>
            <a:off x="6482050" y="737377"/>
            <a:ext cx="5709950" cy="1503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6776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F16FF-F9FC-C8AB-E686-016B7AD5D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F33B3E0A-F718-BFC6-9553-F0630C15287F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0F455CF1-4703-3B06-1F62-154549D95F47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152FF470-A46D-BD74-30F4-F21C8A97D1B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BDCC42BE-89CE-89DC-6DC2-FBDBCA7E9D1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CB99C3B1-2AB1-44D6-77D9-A67ECAB54A2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5C91A88F-8654-FF67-CC40-176B034C032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3543B79D-5D6E-F550-4713-E71166244FF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2E7035D4-756E-7B21-04CB-5409DA8B194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56B0D1A5-DF38-891A-C10F-DBF6CB066EA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F87B7AA3-2187-EAE9-9639-DCAD5A6925C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3D51983F-DB56-64DE-C9C0-EE9FD326FD69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Tesztek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A04CC902-D350-4564-CD2D-413CB9E74761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A02D9E1A-8BE9-23B3-B1D0-C51825384DCA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CBC1DC4F-B714-1732-9DF3-5871781FF23B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3705109E-DE70-2BA0-D745-56AD9AFF525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E60C9C50-5221-0EAF-5085-1BC3ECC1AA2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D501AA5A-08C0-0D62-DDD6-E7441AD1585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9011FF3B-78A5-D408-F10F-0B945DA25065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62B921FA-C5EE-B8AD-5727-05D6986DF86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1214A9D7-E27F-5CC1-1EBE-6D0BC98ACDB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5BA5099C-A4A3-5400-A1EF-58F461C2586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7D041215-F471-8765-2E23-F2832A64EF16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0AA21FFC-FFB1-71A6-AEC8-6B947B9E1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EF63AF8B-677E-43E9-A6E3-2381706B283D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59473B7E-DAB2-0692-25DF-625091686505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31769E14-E16A-1CE4-7632-9D6A4598CDDB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57430063-885C-73A8-A17A-772F47949F3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CE530E80-8629-A32C-6EA8-58012EB031D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E1239B90-40DF-58AC-D951-FA3FB0DB843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C05C367B-B0C2-FC10-EDD1-83BF8B964F67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9521CE6F-838E-A6FA-C6B8-825094FD27A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1DB3FF2D-CCBC-6DA4-17EB-75CD64ED75E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3795E13A-156F-3B6C-59F7-C121EB94E40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480AE0EF-2555-0D5F-3323-B7AE2FEBD8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7966F9EB-C629-6B0C-F2D7-593D1DC0D1BE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6A89343E-7D8A-2C4F-BC2E-84F103B15AF6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3DF1B1AE-CA7B-68B4-61E7-CD5A6E46F3B1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60E3D243-F666-D310-4D14-54F5AD534BF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A7F0701D-8450-33A4-9E83-022BA308CD3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B0D6EED4-0A04-F015-599C-1BCD1A5A424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34E39462-12D5-D0D8-E95F-02EEC2986AA3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09250E60-EC60-B07E-FB56-76DF0C438BA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7AD3E449-4403-9A0D-115E-72D49C359DE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3F6360D9-A010-0F4A-4148-328BED0C309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038D368E-6A8D-54DC-438C-468D4FC8896B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0A7835E1-5AEB-650D-3AFC-21299038AF18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BFD42EB4-6DEF-9D98-7038-DE017F631F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47CB38D4-39D7-ABD2-5F6C-AF310947BD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226D6410-0931-ABC1-6F09-CE806102D9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DA5D4280-0CE0-6D83-9FB7-1547C3D1CB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7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AC876E7A-768B-0299-7B3F-97DF0EDDA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00" y="403200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397B1F3F-264E-5551-D26F-4617B24CE6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7670" y="-5347832"/>
            <a:ext cx="6185441" cy="2228151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9999ADB2-DB6F-8A1C-F00B-754BFB2DCE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345" y="-1554564"/>
            <a:ext cx="8777734" cy="835129"/>
          </a:xfrm>
          <a:prstGeom prst="rect">
            <a:avLst/>
          </a:prstGeom>
        </p:spPr>
      </p:pic>
      <p:pic>
        <p:nvPicPr>
          <p:cNvPr id="7" name="Picture 8" descr="Jest Crash Course: A Beginner's Guide to Testing in JavaScript | by Gerard  Ike | Medium">
            <a:extLst>
              <a:ext uri="{FF2B5EF4-FFF2-40B4-BE49-F238E27FC236}">
                <a16:creationId xmlns:a16="http://schemas.microsoft.com/office/drawing/2014/main" id="{E016100F-E195-5603-66B4-B9D577061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2200" y="737377"/>
            <a:ext cx="4454072" cy="233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11C9808D-38E7-4750-FDAD-DEB8E612C92B}"/>
              </a:ext>
            </a:extLst>
          </p:cNvPr>
          <p:cNvSpPr txBox="1"/>
          <p:nvPr/>
        </p:nvSpPr>
        <p:spPr>
          <a:xfrm>
            <a:off x="2954969" y="3075765"/>
            <a:ext cx="16873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err="1">
                <a:latin typeface="Bodoni MT" panose="02070603080606020203" pitchFamily="18" charset="0"/>
              </a:rPr>
              <a:t>SuperTest</a:t>
            </a:r>
            <a:endParaRPr lang="hu-HU" sz="2800" dirty="0">
              <a:latin typeface="Bodoni MT" panose="02070603080606020203" pitchFamily="18" charset="0"/>
            </a:endParaRP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86A7FBD2-3AFA-6794-E11C-CA3F152233C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6" t="1713" r="4026" b="1713"/>
          <a:stretch>
            <a:fillRect/>
          </a:stretch>
        </p:blipFill>
        <p:spPr>
          <a:xfrm>
            <a:off x="6482050" y="-3645937"/>
            <a:ext cx="5709950" cy="1503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51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FF82E-44E8-1E84-7779-45F8761EE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B3C97983-8DBB-6E53-F037-62C7CEBC6938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C5D295FF-82F6-30C0-0675-20CDF0ECDCE0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08D81CB2-ABC0-7B58-9944-0EAD094DE644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B9AB549F-CB13-C5A2-BABA-510FBFE0160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DCC0758E-1065-C0C7-0C4E-986490FECAC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767552D0-910A-96BE-49D5-84CB8BB3D1E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F6614DB5-91E3-627F-2359-73D780F2938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BC23587B-A61D-F1CA-1023-D170CD39F0C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294E7166-600F-275B-6DDC-6A4E35D2160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28A3C9E4-78BA-DD55-A617-DBD86F21B17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DE36EE30-7988-294B-FAAB-02CC4621CBC9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Tesztek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65A2557A-96F1-3409-76E4-6FA6CAF20E8B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9184B647-DA9F-04FC-8B71-C751A1E4E4DC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2747BDB9-65E5-FB69-D292-71DE9D7B80CB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0A1E0FA9-0D7C-1A4C-1463-F7E8350E13E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7BC4BB18-D642-6012-AB98-384DA1C4C7F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DBDDC20E-F0A4-0DC9-AFE8-6F4923F74DC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D0A9DA14-1111-4CBF-D440-B218C53F1B40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07B37FCD-65C8-34C8-7630-CFC8160CB21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84DD8F4F-04B0-A13E-2162-D4790E8E2E1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2B97AF5D-4812-0135-F98E-10242593FBF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2560B9CA-DE78-686A-0AF5-F5ACA781BBD6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2C98E9B7-730C-95A4-AC1C-EA1CC57CE2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18B96652-C972-3E85-C542-FA545768D8AA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589044D5-CC18-97E3-9F14-22790727C131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55281305-06CC-A1E4-F3F5-1590BD870E4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3312DD30-FB6D-D60E-136C-0EBBF0369F1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1AD05F32-3B8B-D24F-5D68-71016CE7FC8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C5C93BA8-AB49-C9AC-554B-8E969291D16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30D233AF-DE2C-8819-A961-29B16DC8E00D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C3F44265-C94F-829F-1164-711327CA2F4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9E6E85C8-952C-517E-CDB2-D6F4E5C2A14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18419DEF-B4CD-85BF-B123-E8AABC3CD6E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FD34A7C9-0AFD-280B-7626-BBD05B41783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34ADE412-508D-CBEB-A685-C84309BA5E78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18AFF483-4628-E6FF-2EF1-0A16B36DD6DA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4E46EFEC-397A-E8DB-A383-C300D1258A9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6DAF78B8-11BB-D073-E496-4D489C572ED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CF226EA1-32DD-101F-8805-E0CCC8B3E66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C4A629EF-3531-F670-9B55-0C3FCAAD3FA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E529D408-39F8-E7CE-4D95-D4FA4F6DDCFE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83D428E7-F617-BF90-9CEC-013DD0B3D88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AEF4AB0E-9DA0-757F-E8E6-72CB6E1F9A6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C48E04F1-4070-AB2F-5437-2CD43C7C08C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613AB113-E0C8-1970-8C86-BA988FF39399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F25F703F-C22C-FB46-7833-C939158A0862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7A626EBF-2B8C-D573-420D-E7ACDB9243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8FBBA357-E6CE-214B-3E9A-86DB586586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5920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D451BA4D-6F41-4517-FEF1-75CE11AE76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488A26EC-A2C0-E874-1D80-CD7E6F55AA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7365" y="2865951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889A27F1-7039-0983-DA89-FDA804193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00" y="403200"/>
            <a:ext cx="1116552" cy="1116552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51B89933-9281-B7B7-C680-1876B2B6F9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7670" y="-5347832"/>
            <a:ext cx="6185441" cy="2228151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47DCD647-77B0-2FA2-9667-12BC949DD5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345" y="-1554564"/>
            <a:ext cx="8777734" cy="835129"/>
          </a:xfrm>
          <a:prstGeom prst="rect">
            <a:avLst/>
          </a:prstGeom>
        </p:spPr>
      </p:pic>
      <p:pic>
        <p:nvPicPr>
          <p:cNvPr id="7" name="Picture 8" descr="Jest Crash Course: A Beginner's Guide to Testing in JavaScript | by Gerard  Ike | Medium">
            <a:extLst>
              <a:ext uri="{FF2B5EF4-FFF2-40B4-BE49-F238E27FC236}">
                <a16:creationId xmlns:a16="http://schemas.microsoft.com/office/drawing/2014/main" id="{4114D157-FF2B-FD2B-09F2-F87BF2E02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2200" y="737377"/>
            <a:ext cx="4454072" cy="233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314F0E96-695F-5563-61EC-35F591B27815}"/>
              </a:ext>
            </a:extLst>
          </p:cNvPr>
          <p:cNvSpPr txBox="1"/>
          <p:nvPr/>
        </p:nvSpPr>
        <p:spPr>
          <a:xfrm>
            <a:off x="2954969" y="3075765"/>
            <a:ext cx="16873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 err="1">
                <a:latin typeface="Bodoni MT" panose="02070603080606020203" pitchFamily="18" charset="0"/>
              </a:rPr>
              <a:t>SuperTest</a:t>
            </a:r>
            <a:endParaRPr lang="hu-HU" sz="2800" dirty="0">
              <a:latin typeface="Bodoni MT" panose="02070603080606020203" pitchFamily="18" charset="0"/>
            </a:endParaRP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EF9BB369-1E7D-4909-9AE1-F0B4B635E37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6" t="1713" r="4026" b="1713"/>
          <a:stretch>
            <a:fillRect/>
          </a:stretch>
        </p:blipFill>
        <p:spPr>
          <a:xfrm>
            <a:off x="6482050" y="-8014736"/>
            <a:ext cx="5709950" cy="1503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1675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C89A0-F42C-040E-6B09-D28DA2F6A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5A7799F6-8F6B-3DC4-A1AB-C1C5783317E2}"/>
              </a:ext>
            </a:extLst>
          </p:cNvPr>
          <p:cNvGrpSpPr/>
          <p:nvPr/>
        </p:nvGrpSpPr>
        <p:grpSpPr>
          <a:xfrm>
            <a:off x="1420124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94050552-CA14-BDC9-18F4-619CB23CE088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B6D42B50-D6DA-CE1A-2F57-1B97058DCA4C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B7BCC375-FD1B-0272-B324-3B42BF7DF32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6854FE4C-6C6B-918D-5C40-18BD2B24DE2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94731187-76B6-A138-6FA3-0B41A12FFC5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E66094E1-CC24-A7B8-A11E-54AB58D148F7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71508B00-5B2C-96AE-51FC-35DD7A2ADD2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74C2006A-2999-1ADE-94AD-CDFA1EAF671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F3B3F3E6-CA1F-654D-2F9F-26766239AE7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DF3E77A3-A265-EEC3-25D4-72962A4D8286}"/>
              </a:ext>
            </a:extLst>
          </p:cNvPr>
          <p:cNvSpPr/>
          <p:nvPr/>
        </p:nvSpPr>
        <p:spPr>
          <a:xfrm>
            <a:off x="-1" y="0"/>
            <a:ext cx="12232301" cy="6890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hu-HU" sz="3600" b="1" dirty="0">
                <a:solidFill>
                  <a:schemeClr val="tx1"/>
                </a:solidFill>
                <a:latin typeface="Bodoni MT" panose="02070603080606020203" pitchFamily="18" charset="0"/>
              </a:rPr>
              <a:t>Tesztek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D5F4EE5F-1123-A905-563B-90A2AA0A03EB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1777A8C0-7D25-A6C2-3989-ACCAB026A24D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E4110CF1-1EE9-2D47-01E5-A7E19E53D56A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3A8D660A-42A1-C39C-F2BE-DC05252327B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3654D0E7-B9D9-132E-DC3F-0572772237C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5E244B9C-7E05-3EF2-925C-E104492BF4A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090CBC46-662D-FF20-8658-2DE3681272F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E9C4792F-4E90-046E-BB64-4BF6E170FE3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F6042653-4712-4D0F-AC54-A24BEE990E5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EEAD7F31-4D31-7228-DB1F-BFF8FA650B4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4E8C73AA-6129-B863-7260-2AF492E038C6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5EEF292F-B01A-76C6-F0A6-F6B76F9D4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4A3A126E-0ABB-A43D-30C5-86E5B3B5C34E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B5E078E2-E6F5-66BD-3186-F5B2CCA00941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9FACED0B-9AA4-B225-77F3-42F9A3FF1E86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214279D4-EE08-09C3-E652-2EF03083989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1AE76ECF-6141-AAB7-68B3-16C2E2C9A68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68AE6905-8657-AA49-1FB7-7903A404703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B22DD25B-C7ED-2F23-25BF-4EC8131DF8D9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74DAD534-3F74-7F1F-49CB-C91D81A277F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92FE2AD4-A928-D87C-1FEB-7425E6F4472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04985ADA-2372-A2C7-1DAF-E2E98CDB75D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2FDF8177-5B78-70AE-A2DD-1D66E1FF4E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9997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F7EF3F83-D478-6437-1BF8-E15D9C17A797}"/>
              </a:ext>
            </a:extLst>
          </p:cNvPr>
          <p:cNvGrpSpPr/>
          <p:nvPr/>
        </p:nvGrpSpPr>
        <p:grpSpPr>
          <a:xfrm>
            <a:off x="14196511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F820FD8D-BB0D-1E8A-5974-6BE9C72B8188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BD8D728D-45F1-75C1-8EEE-563E9162EE5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0877CB8A-04B9-62BE-D10D-2D294D1CD10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47EB0739-0B05-C510-96E4-EBF1D680395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BE0B2001-CA88-1874-8CC8-5550DF33EC0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C888401B-CE3F-6749-C318-65A8B206829A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3AB05543-4EAB-9919-826A-849CCADAC8C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C249244A-38C4-6588-379D-83A8FE1F987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564DC130-904C-9A62-28AB-A6E060A851E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80EAC3DD-9300-BC30-69BB-63041FD451B3}"/>
              </a:ext>
            </a:extLst>
          </p:cNvPr>
          <p:cNvSpPr/>
          <p:nvPr/>
        </p:nvSpPr>
        <p:spPr>
          <a:xfrm>
            <a:off x="-2201621" y="6456110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ED49D97E-DA68-168A-8467-EC2BB5B4775B}"/>
              </a:ext>
            </a:extLst>
          </p:cNvPr>
          <p:cNvSpPr/>
          <p:nvPr/>
        </p:nvSpPr>
        <p:spPr>
          <a:xfrm rot="10800000">
            <a:off x="-2372224" y="6141532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D7F44E13-BC49-8996-C599-C7AE4DFFF0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750999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4B14242D-5B74-17E7-F607-D0B43273BC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9703" y="2748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2B122659-3651-3A5D-213C-1E7E51EC82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6549707"/>
            <a:ext cx="8985673" cy="599044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B52BB7D1-3DD0-1AF7-5C6B-FD5A6856A1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48047" y="2676082"/>
            <a:ext cx="3718276" cy="3718276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AEF28EB8-D01D-6E61-CF8A-E4927A09A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3211" y="5602888"/>
            <a:ext cx="1116552" cy="1116552"/>
          </a:xfrm>
          <a:prstGeom prst="rect">
            <a:avLst/>
          </a:prstGeom>
          <a:solidFill>
            <a:srgbClr val="DF6266"/>
          </a:solidFill>
        </p:spPr>
      </p:pic>
    </p:spTree>
    <p:extLst>
      <p:ext uri="{BB962C8B-B14F-4D97-AF65-F5344CB8AC3E}">
        <p14:creationId xmlns:p14="http://schemas.microsoft.com/office/powerpoint/2010/main" val="31737312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300">
        <p159:morph option="byObject"/>
      </p:transition>
    </mc:Choice>
    <mc:Fallback>
      <p:transition spd="slow" advClick="0" advTm="300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33EC1-CBB2-342A-A17A-F6463E9A9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5DD2D2B2-5429-A06A-C5DB-2D1DA7937C05}"/>
              </a:ext>
            </a:extLst>
          </p:cNvPr>
          <p:cNvGrpSpPr/>
          <p:nvPr/>
        </p:nvGrpSpPr>
        <p:grpSpPr>
          <a:xfrm>
            <a:off x="4290318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D6CC26C2-E9C1-35DA-ED25-E4D362C65301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DE8807ED-90C3-F54E-ABA4-AEF413EF437C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D9CF53D0-7F89-08A5-8D9B-F9E4FD0C5F8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E517BEE9-5D88-A5F2-E7CF-D9B058F0B0F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5810EA0B-4E13-7407-06E5-CDD5416A22C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2AC3EDE8-6F63-DE5D-D369-C49B82E3E222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A5212B48-81DF-E21C-45BB-93AE108A34C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61FEFE9F-B083-6611-435E-3800768E376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FB451189-B848-628B-6079-2AA9C03877A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FCF68A68-A667-91E4-FD49-D612228F1ABE}"/>
              </a:ext>
            </a:extLst>
          </p:cNvPr>
          <p:cNvSpPr/>
          <p:nvPr/>
        </p:nvSpPr>
        <p:spPr>
          <a:xfrm>
            <a:off x="4410822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hu-HU" sz="2400" b="1" dirty="0">
                <a:solidFill>
                  <a:schemeClr val="tx1"/>
                </a:solidFill>
                <a:latin typeface="Bodoni MT" panose="02070603080606020203" pitchFamily="18" charset="0"/>
              </a:rPr>
              <a:t>Tesztek</a:t>
            </a:r>
            <a:endParaRPr lang="hu-HU" sz="16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57F81AF0-1608-E370-6A3A-C3341B937764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F2177DE4-36DD-8A67-726E-68D6DD0CDCD9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844A380D-5344-BF62-6AD1-142D2BE3F48C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E56CA5E0-134A-B4EB-BFF8-6AC8CE84984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7C024C43-25D6-A14D-C554-80D013A344B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AFE44FF3-6AEF-C26C-0175-1A5A4A9084C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4733DD3B-24D5-6E95-61B0-0588D6A6C8F4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5364EDD8-7EB4-CA21-D3F3-9C37CEC44C7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F2788F9C-AC0D-1532-27FC-B2B07A79867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C45D2602-795C-2BB6-89DB-D166BADDA37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F99E6AA8-F040-3BD2-3DA9-EC193CD9D87D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3175C958-2068-BAA8-592B-B7229C35E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15B7D9EF-4B36-CC85-CBDA-766CFA7ACCA5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FF668CCA-49E9-F112-862E-132E40B8AB82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231879C0-7507-2152-72B6-66DF12C20F18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5A35569F-ABAD-6F4E-8B79-DB53B05A7F6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00652244-5945-2EBD-385D-53424172E2B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84B327E6-8214-7750-C62C-6796F302FC5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64B3822F-A67B-98A7-D559-85A7C2385177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852E48C4-4DCF-8262-B4B4-244CE999155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1CCD5838-DF33-F1AE-C881-C2323377112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A69F5A5C-C625-7341-BE18-1D76FA6C126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3042FD59-34A6-DC27-F917-41029E112A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027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55AC9A49-FC80-08A7-8721-70778E092CF3}"/>
              </a:ext>
            </a:extLst>
          </p:cNvPr>
          <p:cNvGrpSpPr/>
          <p:nvPr/>
        </p:nvGrpSpPr>
        <p:grpSpPr>
          <a:xfrm>
            <a:off x="4285589" y="5355689"/>
            <a:ext cx="7929336" cy="1706742"/>
            <a:chOff x="1543048" y="1158240"/>
            <a:chExt cx="5499072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D1E04856-4D10-63B4-5304-5E20A86DC5F4}"/>
                </a:ext>
              </a:extLst>
            </p:cNvPr>
            <p:cNvSpPr/>
            <p:nvPr/>
          </p:nvSpPr>
          <p:spPr>
            <a:xfrm>
              <a:off x="1546193" y="1275485"/>
              <a:ext cx="5495927" cy="345653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7638F211-AB76-45F2-C20C-B94365CBBD4A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4C32406F-3925-47FF-FA0E-ED2246E2373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5EA57340-AD02-0C06-B688-59DE5DB27DB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2ACB9000-CD2A-3C0A-5256-DFC26B01D6F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B038AC73-D274-946B-5AA1-06556E8E4303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0CFEB547-5A39-A642-E6D2-0C33D659D01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ED5272FC-8788-594F-8AEE-AE325FFE915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405D4260-114C-B401-26D5-A2EC62F12BD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09296A78-8015-25AB-FA93-70820CE8FC99}"/>
              </a:ext>
            </a:extLst>
          </p:cNvPr>
          <p:cNvSpPr/>
          <p:nvPr/>
        </p:nvSpPr>
        <p:spPr>
          <a:xfrm>
            <a:off x="-2201621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0B859029-817A-B064-96A4-CDEAED9C7921}"/>
              </a:ext>
            </a:extLst>
          </p:cNvPr>
          <p:cNvSpPr/>
          <p:nvPr/>
        </p:nvSpPr>
        <p:spPr>
          <a:xfrm rot="10800000">
            <a:off x="-2372224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C35F7694-A0F7-98A8-E253-7B00E72C27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4FD91C57-C789-D2FA-3F94-DA3072094E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858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9C6C3B0E-E4F3-8E19-EF85-F395252424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49676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3452D7B6-04F7-3819-A6F4-BB1E67CCF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0249" y="7618555"/>
            <a:ext cx="1981535" cy="1981535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B0B31FC9-3DAD-B09B-C6F5-FDE436D657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79576" y="2439322"/>
            <a:ext cx="3718276" cy="371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3171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300">
        <p159:morph option="byObject"/>
      </p:transition>
    </mc:Choice>
    <mc:Fallback>
      <p:transition spd="slow" advClick="0" advTm="300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26235-2DAD-DED1-6DE1-ED4462D50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327E86D6-EF56-6D53-1721-78E50B3CF369}"/>
              </a:ext>
            </a:extLst>
          </p:cNvPr>
          <p:cNvGrpSpPr/>
          <p:nvPr/>
        </p:nvGrpSpPr>
        <p:grpSpPr>
          <a:xfrm>
            <a:off x="4290318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40A9A7D9-B6E2-3F68-2C67-44F8B6FACE35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64A01012-85E5-F650-ABF7-F4359E4AB7A5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54A67AC2-56B4-3D23-D4E9-2EF746D8CBD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15DE0DFA-789B-90BD-4AC7-8E523AEDB68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698C08AD-C8A6-F2CA-CC72-A5EF58110FC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2CE9C908-499C-DA17-44D6-C423F6E7C026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07313402-F652-0B74-579B-C4C787BCF46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ACF20688-2273-A008-28B6-35AA967104C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4677E674-8586-791F-B0FD-5E598F2F7A0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43202EA2-D055-6172-320E-42F99CE29498}"/>
              </a:ext>
            </a:extLst>
          </p:cNvPr>
          <p:cNvSpPr/>
          <p:nvPr/>
        </p:nvSpPr>
        <p:spPr>
          <a:xfrm>
            <a:off x="4410822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CF8CE60E-D3F9-AB69-AC11-B6FFBDC9A86E}"/>
              </a:ext>
            </a:extLst>
          </p:cNvPr>
          <p:cNvGrpSpPr/>
          <p:nvPr/>
        </p:nvGrpSpPr>
        <p:grpSpPr>
          <a:xfrm>
            <a:off x="-12046733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0A935BF8-E3A7-9129-43E6-28560D9C2F47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6076CB2E-C3F4-EE8B-39BE-F487D192250C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DF2AE5F9-BD68-FEE9-D9EA-708C6AEDA0B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C3A058CB-C50B-7EED-A467-E7FC195DD0E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054259BD-4825-04F0-1296-1BAA67B5EE2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738706C3-72A9-C2D0-FB98-D127DE1275A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9539E150-0045-2AE8-4047-EB7C30A5C35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CFB6AC6F-FD76-8EE1-1C66-5EE0B88D34C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06796BEF-7AF6-1B03-FDE0-F0C763DA746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E7B489F9-BA58-B4EF-EBA3-2D8C19BD1580}"/>
              </a:ext>
            </a:extLst>
          </p:cNvPr>
          <p:cNvSpPr/>
          <p:nvPr/>
        </p:nvSpPr>
        <p:spPr>
          <a:xfrm>
            <a:off x="-11898131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35905350-28DF-1AE1-12A7-F537308BE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188208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51F37C59-DCB1-3A30-17EF-FF7EC3A14FCD}"/>
              </a:ext>
            </a:extLst>
          </p:cNvPr>
          <p:cNvGrpSpPr/>
          <p:nvPr/>
        </p:nvGrpSpPr>
        <p:grpSpPr>
          <a:xfrm>
            <a:off x="-12052229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D8AE7DE5-86C5-07D8-4D46-A793793CF609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78453A42-0F09-8434-D78C-E7C7A84418B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A7E514DD-B3D9-F175-EAFD-4A1B0B70800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47A1D770-C66A-8205-B9F9-FEBB9217361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045D184F-ADBD-AA53-7E32-A6C2AF643B1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15AE6B7D-36F8-EBE5-413E-A06C2BCAD709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0BCC90B7-6B4E-FDBA-D93D-CF40670A6CC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1B149AEE-AB47-2062-33F1-666DA2DC01D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59F4C256-A9D2-969C-3B16-693D3961E30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C31AE02C-33A5-FDB9-917B-5DEBF76F93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0274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3A17E7A2-A595-ED63-AC21-ABA508EF1BF7}"/>
              </a:ext>
            </a:extLst>
          </p:cNvPr>
          <p:cNvGrpSpPr/>
          <p:nvPr/>
        </p:nvGrpSpPr>
        <p:grpSpPr>
          <a:xfrm>
            <a:off x="4296036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D1E386DA-5716-CEBA-84CF-85282D63C1F0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AE7CE0F2-BB27-A706-6E0A-25DB45ACFD2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35EB771C-8B6A-CD48-8BF4-4364775765A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E2D0178A-7BD3-E9D4-9544-F9D6A2C06C4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A26CF8A4-7230-FDD9-0B50-198D82C3577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EF1705A3-F90B-BEF5-DB64-50B6BB047AD4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595D002E-FCF5-AAC1-7E69-A2BF62ACFBC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4DDC91CA-1BF0-2158-5AA1-FBA3AFD4302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CA10BDDC-EC4E-252D-AEA9-337ABB34A2F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D6DA99CE-9323-3FC2-DEFE-6775F8EA4221}"/>
              </a:ext>
            </a:extLst>
          </p:cNvPr>
          <p:cNvSpPr/>
          <p:nvPr/>
        </p:nvSpPr>
        <p:spPr>
          <a:xfrm>
            <a:off x="-2201621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09F91FB8-EEEB-0660-4F17-97742BF0A52F}"/>
              </a:ext>
            </a:extLst>
          </p:cNvPr>
          <p:cNvSpPr/>
          <p:nvPr/>
        </p:nvSpPr>
        <p:spPr>
          <a:xfrm rot="10800000">
            <a:off x="-2372224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45C2A618-0775-1CA4-C7C9-052AF85F41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34203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77F227C0-BFD9-6233-1909-B68F486AAB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858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9AC57725-06E1-0A43-BC37-20DF409881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4967651"/>
            <a:ext cx="8985673" cy="599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502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300">
        <p159:morph option="byObject"/>
      </p:transition>
    </mc:Choice>
    <mc:Fallback>
      <p:transition spd="slow" advClick="0" advTm="300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BEDDF-AF37-DF31-05D8-EEA626D14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A9EBC268-C3C2-7AD1-7BB6-3CACA580DBAC}"/>
              </a:ext>
            </a:extLst>
          </p:cNvPr>
          <p:cNvGrpSpPr/>
          <p:nvPr/>
        </p:nvGrpSpPr>
        <p:grpSpPr>
          <a:xfrm>
            <a:off x="10160179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19FF9714-95BD-270B-AC13-1980B3B72BF7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2BC4A2CD-45C8-7858-98FA-130855259D8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BBA02012-E8A2-6994-AD0F-C1A3A24CF2A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AECE4068-B3DB-7705-50D8-DED54A381CC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94A87B6B-BECE-E92F-B21B-E5BBD7DC407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566DF78A-53C2-FB90-2A88-2F188F0BE582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876F7AD1-E1A5-899B-A938-6F08DEEB120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29BF1738-5911-E8CE-1B06-412DA50121A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DD063179-1E76-C8CE-591E-336A336BB1C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4F6EAB4D-1C80-9A0D-8DB2-3687CB1FBF4A}"/>
              </a:ext>
            </a:extLst>
          </p:cNvPr>
          <p:cNvSpPr/>
          <p:nvPr/>
        </p:nvSpPr>
        <p:spPr>
          <a:xfrm>
            <a:off x="10280683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35AD7055-3D3E-7818-91B0-2DB47F91C4AB}"/>
              </a:ext>
            </a:extLst>
          </p:cNvPr>
          <p:cNvGrpSpPr/>
          <p:nvPr/>
        </p:nvGrpSpPr>
        <p:grpSpPr>
          <a:xfrm>
            <a:off x="-5911399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EC967073-31AD-CFE4-1D4F-54FB0B4763F5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4BFB867E-A4EE-DD49-AF63-97AA95EBC66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EAD6B5DE-A892-04CE-8439-FF2E747186F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66DCF0DA-E130-22C7-B4C8-A13277B6E72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F9FB47C5-401D-1281-302B-0C78983C71B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977A0C6F-2C69-0684-4500-9BD0450351DE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CD202061-6331-3B8D-9C72-8FA549B058B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782BEB27-CC8B-B3A3-2BC9-D846E729612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997C0927-B6D8-28D3-E5E5-54A65B7AC7F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B78B2295-7E15-CA8F-66FD-129B77D7A54C}"/>
              </a:ext>
            </a:extLst>
          </p:cNvPr>
          <p:cNvSpPr/>
          <p:nvPr/>
        </p:nvSpPr>
        <p:spPr>
          <a:xfrm>
            <a:off x="-5762797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78E0BFC1-BC4F-606C-F769-1E8687617B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746750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435249A4-1D81-8292-2445-8237072549AF}"/>
              </a:ext>
            </a:extLst>
          </p:cNvPr>
          <p:cNvGrpSpPr/>
          <p:nvPr/>
        </p:nvGrpSpPr>
        <p:grpSpPr>
          <a:xfrm>
            <a:off x="-5916895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70DB7548-4C0C-4C86-977F-64BE7A8F695E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843B5C38-8FDD-46ED-EDC6-C68638797105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ADB10CEE-2F7C-F325-2DF0-87CBFEFF3CF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DADD15E5-6E1C-8575-95A2-B85EB716C31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A217C98C-519E-B776-C48E-8315A821459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980CC5DD-720A-5291-D6CF-8F551A25C501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751565AE-328B-95E3-FCC7-4C5ECCEBA35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1E011751-0F04-97B8-B3E3-D03205F4505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02850F54-B21D-A4EB-E5BB-7A5832E4D5B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595BFDD2-0D9C-D41C-197C-34E0D656B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90135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6AE628A8-6551-9FBB-31C6-D0CBAB0070EC}"/>
              </a:ext>
            </a:extLst>
          </p:cNvPr>
          <p:cNvGrpSpPr/>
          <p:nvPr/>
        </p:nvGrpSpPr>
        <p:grpSpPr>
          <a:xfrm>
            <a:off x="10165897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7DB69D4A-79B7-1020-AFD5-D390A4DB07C8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0208A103-2E6F-FDFC-CC3C-581BAC244D18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16E755D3-3AAE-D99F-988A-DEA876F7067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51AB8B1A-1229-9F3B-46EC-8D892E7920F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CC638A59-B2A5-D390-0F60-AA3217C2538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70EF28C9-D03F-6FA9-F594-B1B0A4EDA75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3ABE54F8-1B00-7230-2122-BC4D42F6135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6EE550D0-774F-7A7D-C590-76AD4863328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8D537305-EB32-4F78-C205-2B323892441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C75D26CA-F81F-B659-2515-F5DCA34D5393}"/>
              </a:ext>
            </a:extLst>
          </p:cNvPr>
          <p:cNvSpPr/>
          <p:nvPr/>
        </p:nvSpPr>
        <p:spPr>
          <a:xfrm>
            <a:off x="3933713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F838E52C-E241-34D8-1DE1-425BF7982885}"/>
              </a:ext>
            </a:extLst>
          </p:cNvPr>
          <p:cNvSpPr/>
          <p:nvPr/>
        </p:nvSpPr>
        <p:spPr>
          <a:xfrm rot="10800000">
            <a:off x="3763110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0951E88B-0F3A-71FC-4B9C-0858004250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131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0CA56238-E737-CAAE-7324-F69553E78C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751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56523BFD-EAD5-FBAD-7D65-5A5EAC0B68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1424351"/>
            <a:ext cx="8985673" cy="599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929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9E1F4-578F-3FD2-1BF1-666C904D8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D876DF6E-70E2-80F9-4C80-58B4E3708FB8}"/>
              </a:ext>
            </a:extLst>
          </p:cNvPr>
          <p:cNvGrpSpPr/>
          <p:nvPr/>
        </p:nvGrpSpPr>
        <p:grpSpPr>
          <a:xfrm>
            <a:off x="15989479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3CDC321E-FED4-6E78-3C5B-C7C5FDE79569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B28EC79E-EC80-D73C-82C0-94A438C7FB71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5C99BDFA-0A4C-2A1C-7C2A-C1A047575BA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61C9C2E8-3605-B651-21F1-04AAAA0D2EA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6E4A0E11-C69F-E876-3AD6-120E6274BDE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21643C56-1D7F-9217-EBB4-DCF1B1A16B9E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4217E767-8BE7-3C45-18B6-028165FEEB8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26C9CC28-0FB2-6E37-69CA-DACDFAFDF98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932F8613-1F5C-52AA-8A56-EC87D4FB032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39497C47-90BC-532B-AAFB-2E06A94CCCFA}"/>
              </a:ext>
            </a:extLst>
          </p:cNvPr>
          <p:cNvSpPr/>
          <p:nvPr/>
        </p:nvSpPr>
        <p:spPr>
          <a:xfrm>
            <a:off x="16109983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052EA4F7-BCCD-F9BD-33AA-866D965F0EE8}"/>
              </a:ext>
            </a:extLst>
          </p:cNvPr>
          <p:cNvGrpSpPr/>
          <p:nvPr/>
        </p:nvGrpSpPr>
        <p:grpSpPr>
          <a:xfrm>
            <a:off x="-82099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3CDB9D0F-1E33-6E17-E59D-D97891335116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34F5697F-D7B8-936D-ECFA-A1F664D4A5F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50A59BA2-9129-1285-E2CC-329E35A7025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AFE1AA5E-70FC-E041-0FF2-FF0D32CCD83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F92564CF-0D71-E9B5-F4F6-A646E1AA508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EDB3EFA7-AB51-A8AF-93AE-AB8F97042FBA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AF91AB43-36C4-49E3-43B0-8AD3C3669C3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9ABA58CF-79CF-0C50-5EFE-45B4243C37B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83D9B9A1-88C6-65A8-3753-D7F4F6B1EEE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DACA9609-EF3F-0A9D-ABDA-0B564918B398}"/>
              </a:ext>
            </a:extLst>
          </p:cNvPr>
          <p:cNvSpPr/>
          <p:nvPr/>
        </p:nvSpPr>
        <p:spPr>
          <a:xfrm>
            <a:off x="66503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5D8AE4FF-AFAC-B947-827B-E8811F0BF54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550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1FF7A525-F8BE-11F8-07CF-E784E5F6DE33}"/>
              </a:ext>
            </a:extLst>
          </p:cNvPr>
          <p:cNvGrpSpPr/>
          <p:nvPr/>
        </p:nvGrpSpPr>
        <p:grpSpPr>
          <a:xfrm>
            <a:off x="-87595" y="1822825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238524A1-EBCF-9DE9-C63A-90C3CAF9ACDF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1A92FA25-04A2-0008-6BCF-0BB8C30871EA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6D972EBA-6FA8-4A76-2BFC-08A25522A1B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BCB57623-ED4A-1996-8027-B1529B54788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506CF2DA-BA5C-2560-C907-803E9278E09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47622F31-93AB-CE90-C430-C61C3D34E8C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2590A0CB-C963-F80F-D91C-A840B408D53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EBF8DDCF-DE26-5240-5DCC-D4A9618753A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5F030B07-D9DC-914F-11E2-F591774C31B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56E214FC-35E3-3154-873E-7D1810E82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119435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8AE778C8-87D6-6560-9320-277A49EBEA45}"/>
              </a:ext>
            </a:extLst>
          </p:cNvPr>
          <p:cNvGrpSpPr/>
          <p:nvPr/>
        </p:nvGrpSpPr>
        <p:grpSpPr>
          <a:xfrm>
            <a:off x="15995197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09CB7877-85FB-504E-3F4E-D8B894ECBCC8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D7230D7A-6B26-E170-779E-ADB98D08EDB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B30AB936-2045-FE09-3BCC-4041F707BB1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805B4B3A-B3A3-B68C-2383-D03F9E67C5C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F47AA87B-BCA6-3D7E-FF33-4D0B20BBDA6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D970C65F-8385-E3FB-9FF8-82F3867CEBFA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5D6FB8FC-263D-3154-1F0F-5389796D39B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365C870E-2D87-2CF4-1ED4-6FDE0D96866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3A16F1B3-FFE0-8C55-FF03-E975ED57059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2E679C29-CA5B-C314-D597-0934E8B3ECD5}"/>
              </a:ext>
            </a:extLst>
          </p:cNvPr>
          <p:cNvSpPr/>
          <p:nvPr/>
        </p:nvSpPr>
        <p:spPr>
          <a:xfrm>
            <a:off x="10010663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F070315C-B40A-CA0F-DC69-CCFA50553BC1}"/>
              </a:ext>
            </a:extLst>
          </p:cNvPr>
          <p:cNvSpPr/>
          <p:nvPr/>
        </p:nvSpPr>
        <p:spPr>
          <a:xfrm rot="10800000">
            <a:off x="9840060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1FE93B03-B229-9997-F6DB-5F519D59F1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081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CD24BDC0-02FB-0D94-58BF-853F36D134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3701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9BFC1A5B-11D9-1F6C-E6AD-5A42751858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5158151"/>
            <a:ext cx="8985673" cy="599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25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">
        <p159:morph option="byObject"/>
      </p:transition>
    </mc:Choice>
    <mc:Fallback xmlns="">
      <p:transition spd="slow" advClick="0" advTm="200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9BF0E-4EDF-D0E0-E23E-81339D527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9F9D650F-8DCC-D3F3-84EE-A4E5CE5C3EC9}"/>
              </a:ext>
            </a:extLst>
          </p:cNvPr>
          <p:cNvGrpSpPr/>
          <p:nvPr/>
        </p:nvGrpSpPr>
        <p:grpSpPr>
          <a:xfrm>
            <a:off x="15989479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E46D8726-1ED4-D440-12EF-9C725F89D49A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05712F9C-661C-8B15-2102-8CA9DBCC9D0D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1B805BF2-5ED5-7DEF-0158-BA431D502B9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D5A0B86F-9DDD-5283-C52C-0E5A63347F7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08273580-168D-6D0D-DDB4-4CF60F22143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C6C48036-BC81-DAC4-A35F-7C5E9138FC1D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787CA6EA-1B4F-1F48-BB1F-DB68A7AD39B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81CBE041-1A24-9A9A-B8DE-2221347083A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1EA8CB8C-B047-F242-1016-BF45EBBA14A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D3FBA86C-5CC9-4695-9EEF-D35B962BC801}"/>
              </a:ext>
            </a:extLst>
          </p:cNvPr>
          <p:cNvSpPr/>
          <p:nvPr/>
        </p:nvSpPr>
        <p:spPr>
          <a:xfrm>
            <a:off x="16109983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58191483-32D0-711F-BB95-4EA6CDE899C2}"/>
              </a:ext>
            </a:extLst>
          </p:cNvPr>
          <p:cNvGrpSpPr/>
          <p:nvPr/>
        </p:nvGrpSpPr>
        <p:grpSpPr>
          <a:xfrm>
            <a:off x="-82099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F321B9CF-90DE-D0CD-7800-A5EA25017D2E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C3EB2CCD-31E3-BB95-3C18-147AF2915E7A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A2687DDA-8467-D66E-BD75-D12A4BA0167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A2DE079B-0410-AC9E-AFE1-978ACC730B2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B8575DCF-C2FB-BBD7-A574-7A36059A233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8B4D0A1F-31BC-7CC1-45E4-8B5374DD2FDB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FDD397A6-A60F-7A8F-893B-24F129FE38F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18D1573E-8527-4415-6744-CA3CB1ADF5D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FCBC3A6A-14B4-8B1F-69FE-BF523F3D3AF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D329439F-E667-20AE-AA5D-A8B41B90A123}"/>
              </a:ext>
            </a:extLst>
          </p:cNvPr>
          <p:cNvSpPr/>
          <p:nvPr/>
        </p:nvSpPr>
        <p:spPr>
          <a:xfrm>
            <a:off x="66503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sz="2400" b="1" dirty="0">
                <a:solidFill>
                  <a:schemeClr val="tx1"/>
                </a:solidFill>
                <a:latin typeface="Bodoni MT" panose="02070603080606020203" pitchFamily="18" charset="0"/>
              </a:rPr>
              <a:t>Dávid teendői:</a:t>
            </a:r>
            <a:endParaRPr lang="hu-HU" sz="2400" dirty="0">
              <a:solidFill>
                <a:schemeClr val="tx1"/>
              </a:solidFill>
              <a:latin typeface="Bodoni MT" panose="020706030806060202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tx1"/>
                </a:solidFill>
                <a:latin typeface="Bodoni MT" panose="02070603080606020203" pitchFamily="18" charset="0"/>
              </a:rPr>
              <a:t>A frontend teljes mértékű megépítése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tx1"/>
                </a:solidFill>
                <a:latin typeface="Bodoni MT" panose="02070603080606020203" pitchFamily="18" charset="0"/>
              </a:rPr>
              <a:t>Asztali alkalmazás készítése az MVVM mintának megfelelően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tx1"/>
                </a:solidFill>
                <a:latin typeface="Bodoni MT" panose="02070603080606020203" pitchFamily="18" charset="0"/>
              </a:rPr>
              <a:t>Besegítés a backend fejlesztésébe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chemeClr val="tx1"/>
                </a:solidFill>
                <a:latin typeface="Bodoni MT" panose="02070603080606020203" pitchFamily="18" charset="0"/>
              </a:rPr>
              <a:t>Az adatbázis megtervezése</a:t>
            </a: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16E0DF88-4568-4517-A6F6-230B2D032CC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550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C9DC95C2-2662-C8E1-EDC8-4637532C84C4}"/>
              </a:ext>
            </a:extLst>
          </p:cNvPr>
          <p:cNvGrpSpPr/>
          <p:nvPr/>
        </p:nvGrpSpPr>
        <p:grpSpPr>
          <a:xfrm>
            <a:off x="-87595" y="5416324"/>
            <a:ext cx="7924802" cy="1614829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3C23088E-CBFE-514B-484A-95711A3BA768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12000735-14FE-42D1-0A0C-FF04981A8097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DE1042FF-72A4-6F4C-FE11-E9B923175A6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D70A8DC6-CA0C-F8DE-5DCE-12897964BF9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901BE2CA-98CA-0CEE-754B-25268203596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8E694B4E-DB3B-4BF9-6785-3539F408D3D0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101C5D84-60D4-09C3-B116-A2E1442453A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6021426A-B23B-CE90-378F-8990652E1EE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29235661-F862-5691-F86E-043227AFFB8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1B374E1E-F0B4-301A-0BBC-E7187CC389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119435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C21F9583-DE98-D750-5149-D605F7833FBE}"/>
              </a:ext>
            </a:extLst>
          </p:cNvPr>
          <p:cNvGrpSpPr/>
          <p:nvPr/>
        </p:nvGrpSpPr>
        <p:grpSpPr>
          <a:xfrm>
            <a:off x="15995197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6F17ACD1-4701-8238-4B59-1B4A21701E59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401B53E0-226F-C546-A0F2-A2675B6FD932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C85C2CD7-FD5C-E230-E681-A26C32318CA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DD6BB3FD-540C-6C94-F2E9-77CC40513DC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ED083ACB-54BD-9ACA-2326-FEC77A97E72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4AB8015B-9617-8247-5820-60CCD524E2E1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6DC52945-929C-6FBB-9C71-053A7E0C1D5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2D9CCB5C-E9D2-7B9A-3920-D961900239A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9E6A32BD-C12D-CA05-59A2-76756A03E29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E90F1103-668C-05F9-082F-B1CD1271729C}"/>
              </a:ext>
            </a:extLst>
          </p:cNvPr>
          <p:cNvSpPr/>
          <p:nvPr/>
        </p:nvSpPr>
        <p:spPr>
          <a:xfrm>
            <a:off x="10010663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749249FF-A0AC-120A-4A8F-A55B68C9BBD3}"/>
              </a:ext>
            </a:extLst>
          </p:cNvPr>
          <p:cNvSpPr/>
          <p:nvPr/>
        </p:nvSpPr>
        <p:spPr>
          <a:xfrm rot="10800000">
            <a:off x="9840060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FB65F3C2-57A2-5B3F-9EEE-EAB5AF1590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081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B502CDB4-0A9F-0496-6C1E-E34997FB85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3701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7B3C3010-2D36-D5C7-60E4-E651E59ABE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51581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1E9CA8E7-18F8-458C-AFF7-F44944FAF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038" y="7848527"/>
            <a:ext cx="1981535" cy="1981535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C17E67DB-B04F-132F-E068-DDB7B3A55E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0265" y="7152875"/>
            <a:ext cx="2966871" cy="296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059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">
        <p159:morph option="byObject"/>
      </p:transition>
    </mc:Choice>
    <mc:Fallback xmlns="">
      <p:transition spd="slow" advClick="0" advTm="200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073BC-3F33-2303-4A80-88DA04075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EE122346-DA24-2B59-BC9A-2F6E9427EC76}"/>
              </a:ext>
            </a:extLst>
          </p:cNvPr>
          <p:cNvGrpSpPr/>
          <p:nvPr/>
        </p:nvGrpSpPr>
        <p:grpSpPr>
          <a:xfrm>
            <a:off x="1973557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2FCC1483-BF6A-6654-AA0A-47BA0B638E93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366D236C-873A-9B35-BD5D-699AE529AF7B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205AAAAC-1F25-15BA-BE24-5C2AE09664A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279DAD8A-6C90-4480-B8FB-3B2C8930BF5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DA31E8FF-3907-9791-99FD-50E9B07BC41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F49B15A4-981A-C42E-68A9-B04C87D8F82A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4F0300FA-189B-4A38-5F38-B13EAB21D94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761E460E-56E4-83AF-942B-83C710E863B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A4B7F8B4-1C6C-2135-86E1-ED98D491C76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2BB7D5E9-E3D7-A8EC-350A-CFFAC9E2C52E}"/>
              </a:ext>
            </a:extLst>
          </p:cNvPr>
          <p:cNvSpPr/>
          <p:nvPr/>
        </p:nvSpPr>
        <p:spPr>
          <a:xfrm>
            <a:off x="19856074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D8ACD674-C7C2-BEF4-55AB-CAAB6609F5D6}"/>
              </a:ext>
            </a:extLst>
          </p:cNvPr>
          <p:cNvGrpSpPr/>
          <p:nvPr/>
        </p:nvGrpSpPr>
        <p:grpSpPr>
          <a:xfrm>
            <a:off x="-8724657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99E445F8-F653-8578-67F3-2DAE205B84D2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F94F6509-6C59-6AC4-1577-346463E27F3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CA3FE4A9-8009-A742-7F01-177B368CDE6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D80BB7BE-9DCA-ADA8-B5AE-B07B3C0D14D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2F97ADBF-1291-6A7D-2013-C6FC5E6A922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1CBB607D-C7DC-7089-C31E-5611390B88AE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D0E95783-5D26-F5B3-4EED-6567A3AE385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4DDB41F2-1051-AE44-118E-5FC7397E07B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7CFC250E-8F6F-4A82-D820-3EB876B63DB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5EB29620-7CCD-F02B-8021-0CFC01768E7D}"/>
              </a:ext>
            </a:extLst>
          </p:cNvPr>
          <p:cNvSpPr/>
          <p:nvPr/>
        </p:nvSpPr>
        <p:spPr>
          <a:xfrm>
            <a:off x="-51361" y="0"/>
            <a:ext cx="12288196" cy="6885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hu-HU" sz="4400" b="1" dirty="0">
                <a:solidFill>
                  <a:schemeClr val="tx1"/>
                </a:solidFill>
                <a:latin typeface="Bodoni MT" panose="02070603080606020203" pitchFamily="18" charset="0"/>
              </a:rPr>
              <a:t>Dávid teendői:</a:t>
            </a:r>
            <a:endParaRPr lang="hu-HU" sz="4400" dirty="0">
              <a:solidFill>
                <a:schemeClr val="tx1"/>
              </a:solidFill>
              <a:latin typeface="Bodoni MT" panose="020706030806060202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4400" dirty="0">
                <a:solidFill>
                  <a:schemeClr val="tx1"/>
                </a:solidFill>
                <a:latin typeface="Bodoni MT" panose="02070603080606020203" pitchFamily="18" charset="0"/>
              </a:rPr>
              <a:t>A frontend teljes mértékű megépítése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4400" dirty="0">
                <a:solidFill>
                  <a:schemeClr val="tx1"/>
                </a:solidFill>
                <a:latin typeface="Bodoni MT" panose="02070603080606020203" pitchFamily="18" charset="0"/>
              </a:rPr>
              <a:t>Asztali alkalmazás készítése az MVVM mintának megfelelően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4400" dirty="0">
                <a:solidFill>
                  <a:schemeClr val="tx1"/>
                </a:solidFill>
                <a:latin typeface="Bodoni MT" panose="02070603080606020203" pitchFamily="18" charset="0"/>
              </a:rPr>
              <a:t>Besegítés a backend fejlesztésébe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4400" dirty="0">
                <a:solidFill>
                  <a:schemeClr val="tx1"/>
                </a:solidFill>
                <a:latin typeface="Bodoni MT" panose="02070603080606020203" pitchFamily="18" charset="0"/>
              </a:rPr>
              <a:t>Az adatbázis megtervezése</a:t>
            </a: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97FD1E7E-9A6F-0936-EC32-E0B46346A46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589509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3F4338AB-2D32-AFE2-59E6-6021C3301560}"/>
              </a:ext>
            </a:extLst>
          </p:cNvPr>
          <p:cNvGrpSpPr/>
          <p:nvPr/>
        </p:nvGrpSpPr>
        <p:grpSpPr>
          <a:xfrm>
            <a:off x="-8730153" y="5416324"/>
            <a:ext cx="7924802" cy="1614829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94A70714-EC23-7A53-45CD-8DCC2CD61967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B8A17409-1BD1-9A7B-B0BC-D80CAE37DC82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F5F1EF93-6293-186A-2E88-B1711D13B64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600DB5E4-0B45-3BED-1E19-BB876A139F0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F4F3046A-EC66-FB45-918D-5FFC89B2368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6BCF757C-D4F1-01A2-E930-B65BCCC07B74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7A824CE9-3065-C3DC-EB15-2F375C4F417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B45EC972-25B2-D315-8CA9-DC1B885A6C4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44DD947A-4A99-ED6F-3BDE-D3B9C6532F5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B2047357-435D-767D-4B86-6451898CD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5526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9511199D-EF23-262D-7D07-8DA61308F409}"/>
              </a:ext>
            </a:extLst>
          </p:cNvPr>
          <p:cNvGrpSpPr/>
          <p:nvPr/>
        </p:nvGrpSpPr>
        <p:grpSpPr>
          <a:xfrm>
            <a:off x="19741288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009A944C-3BDD-2557-E054-6C088D699D7D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06D6E541-424C-3324-FCFB-4E9739DBCB3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C4D8B23D-AB7B-8514-43F1-C860D70BEB3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0E7BB2AB-6407-3EB4-6B03-DD6C8F97659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CCC4DB3B-1746-9067-D614-D4E4EC4271B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D1E96EF0-A4FD-87D3-8665-CE66CA94AEF9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12A0600F-E64A-FA95-AFEC-4CB53D7C8DC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4D34C974-A7EE-D7A7-A882-56978D72EDD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24780E3B-202C-22B1-BF5C-D8FD749161F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1E628FB0-DF71-68E2-B400-F528A9FF243B}"/>
              </a:ext>
            </a:extLst>
          </p:cNvPr>
          <p:cNvSpPr/>
          <p:nvPr/>
        </p:nvSpPr>
        <p:spPr>
          <a:xfrm>
            <a:off x="10069655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3124C457-9780-48F2-87A7-F242531F1DFC}"/>
              </a:ext>
            </a:extLst>
          </p:cNvPr>
          <p:cNvSpPr/>
          <p:nvPr/>
        </p:nvSpPr>
        <p:spPr>
          <a:xfrm rot="10800000">
            <a:off x="9899052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AC6C6565-2F1C-32C5-C1A7-CEED1F3CAA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71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84BFAA3C-AE7A-27A6-39E7-F170FEBA63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69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8AAA83A6-3A5A-9232-EA37-4E4915E851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51581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2E2C7E21-D6EF-AD64-F3DD-3ABE2A432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299" y="4268692"/>
            <a:ext cx="1981535" cy="1981535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18AA360-B2DF-7224-CF81-19959D935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939" y="8617920"/>
            <a:ext cx="1581902" cy="158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90FEB015-799C-8C37-5E09-8E64C262DEB8}"/>
              </a:ext>
            </a:extLst>
          </p:cNvPr>
          <p:cNvSpPr txBox="1"/>
          <p:nvPr/>
        </p:nvSpPr>
        <p:spPr>
          <a:xfrm>
            <a:off x="6090713" y="8001000"/>
            <a:ext cx="11256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b="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React</a:t>
            </a:r>
            <a:endParaRPr lang="hu-HU" sz="28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1FA7F3AB-7F47-17EA-B864-F07C23793F83}"/>
              </a:ext>
            </a:extLst>
          </p:cNvPr>
          <p:cNvSpPr txBox="1"/>
          <p:nvPr/>
        </p:nvSpPr>
        <p:spPr>
          <a:xfrm>
            <a:off x="8083307" y="8001000"/>
            <a:ext cx="1407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b="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Shadcn</a:t>
            </a:r>
            <a:endParaRPr lang="hu-HU" sz="28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2054" name="Picture 6" descr="Brand Guide | TanStack">
            <a:extLst>
              <a:ext uri="{FF2B5EF4-FFF2-40B4-BE49-F238E27FC236}">
                <a16:creationId xmlns:a16="http://schemas.microsoft.com/office/drawing/2014/main" id="{CB36A0F8-3E1F-A519-BAB5-DECFF863A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039" y="8617920"/>
            <a:ext cx="1581902" cy="158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784D07F5-BA7B-9644-A4CE-D137AB83E08B}"/>
              </a:ext>
            </a:extLst>
          </p:cNvPr>
          <p:cNvSpPr txBox="1"/>
          <p:nvPr/>
        </p:nvSpPr>
        <p:spPr>
          <a:xfrm>
            <a:off x="3727839" y="8001000"/>
            <a:ext cx="16866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b="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Tanstack</a:t>
            </a:r>
            <a:endParaRPr lang="hu-HU" sz="28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2050" name="Picture 2" descr="React Native - Wikipedia">
            <a:extLst>
              <a:ext uri="{FF2B5EF4-FFF2-40B4-BE49-F238E27FC236}">
                <a16:creationId xmlns:a16="http://schemas.microsoft.com/office/drawing/2014/main" id="{51626679-3E5E-278D-9617-0B95023CF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486" y="8675745"/>
            <a:ext cx="1576055" cy="1402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0C6D60D1-C321-408A-ABC9-031F0C77622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846" y="2710322"/>
            <a:ext cx="3539905" cy="35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309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F7B5B-E616-AE07-7567-2A8EE63D5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5D2BD727-8F1F-0342-6249-477D6027FE97}"/>
              </a:ext>
            </a:extLst>
          </p:cNvPr>
          <p:cNvGrpSpPr/>
          <p:nvPr/>
        </p:nvGrpSpPr>
        <p:grpSpPr>
          <a:xfrm>
            <a:off x="1973557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02885515-589F-C4BC-2281-525A1B5E3ECE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07F13351-F283-92FD-38FA-F4DA0FA2714D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305DD161-176A-7F8E-9F11-EBB9046EDE0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6E2E2D8C-5FD3-C558-B6B5-C0B1D88DFDB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36CB0D9B-D986-D3CC-B03D-773D310D7AA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05D9A99A-363B-E2F9-5A70-EDC621B08D35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968D98BD-D033-6222-8231-54DF5CF10B5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89792A46-8C90-8600-819C-6BB83654745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09B7F88A-C6D7-D6A3-643A-04DD2CDC6C4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CA5D8321-4789-BD87-02B8-9F1CD9DD60D6}"/>
              </a:ext>
            </a:extLst>
          </p:cNvPr>
          <p:cNvSpPr/>
          <p:nvPr/>
        </p:nvSpPr>
        <p:spPr>
          <a:xfrm>
            <a:off x="19856074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DF37B33C-BEFD-0054-5EB6-F3A0BA450944}"/>
              </a:ext>
            </a:extLst>
          </p:cNvPr>
          <p:cNvGrpSpPr/>
          <p:nvPr/>
        </p:nvGrpSpPr>
        <p:grpSpPr>
          <a:xfrm>
            <a:off x="-8724657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6674864F-FE54-C8A8-FD70-47E5D1373635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00BFE06C-FA07-40D6-8129-7250D39035DC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69E4EE2A-AFE2-C71B-EC42-0C807F2A910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EB429B6E-7706-D063-C06D-C5F49942EC1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9C1350BD-950E-5388-D8EB-599053CC49E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FAF77FE8-1743-69D3-6E38-3717AA0B85E1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A85E0D6B-F792-97A8-EE1D-C727F40134D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683E04EA-F791-D807-10A5-53B9296FEC6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1D108D3B-F600-8CD0-FDE2-B5D72D4F87B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3FB575BB-AF77-3349-B331-9939F3275341}"/>
              </a:ext>
            </a:extLst>
          </p:cNvPr>
          <p:cNvSpPr/>
          <p:nvPr/>
        </p:nvSpPr>
        <p:spPr>
          <a:xfrm>
            <a:off x="-51361" y="0"/>
            <a:ext cx="12288196" cy="6885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hu-HU" sz="6000" dirty="0">
                <a:solidFill>
                  <a:schemeClr val="tx1"/>
                </a:solidFill>
                <a:latin typeface="Bodoni MT" panose="02070603080606020203" pitchFamily="18" charset="0"/>
              </a:rPr>
              <a:t>Frontend</a:t>
            </a:r>
          </a:p>
          <a:p>
            <a:pPr algn="ctr"/>
            <a:endParaRPr lang="hu-HU" sz="44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A59D58D5-62DA-DBF1-14CA-921FE8A2814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550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212F36A7-00C5-9328-FCBE-AEEA241986AA}"/>
              </a:ext>
            </a:extLst>
          </p:cNvPr>
          <p:cNvGrpSpPr/>
          <p:nvPr/>
        </p:nvGrpSpPr>
        <p:grpSpPr>
          <a:xfrm>
            <a:off x="-8730153" y="5416324"/>
            <a:ext cx="7924802" cy="1614829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2C329B40-04B3-EAB5-81C4-2CAB663E8F30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4999730A-3136-0759-0A0A-C06D99FB75A6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D967749D-6FDF-C523-A574-FA7A80CC6BD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E3557FDE-0A4E-E2B2-7D50-1DAF53EB6EE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BB140A5E-53B3-B6C5-7877-C28DBED3A7D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4915381B-B2BB-49D8-4588-0D5A4B057DD7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D696A63A-0546-D6C9-7D39-EC236D2CB72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C15FF3F4-CAFB-607B-BAAF-0FA32A08E39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9AB79A6B-4A34-B197-289D-A9751F62491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00ADAB07-B866-0452-29B2-9DD96EF742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5526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7B9937D3-039A-28AA-9508-B9D97A76DC56}"/>
              </a:ext>
            </a:extLst>
          </p:cNvPr>
          <p:cNvGrpSpPr/>
          <p:nvPr/>
        </p:nvGrpSpPr>
        <p:grpSpPr>
          <a:xfrm>
            <a:off x="19741288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BB8EDF0D-4097-D53F-05EB-4E9FA28D4374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1C01EE43-08AA-CB18-3C32-3D843B52E95D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80F494B7-1F72-8A8E-FD32-2ABF808454E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4962E07B-8A93-3110-A770-F5F446232FD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CD6118AA-06B6-35CC-1EDD-F1A89BAB15C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97651B4B-E960-92A1-18B3-947ED31D173F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6C3C080E-7ED4-24D6-EC6B-0AA04C53FFE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167C4E65-1CD1-4D9C-A168-C210242B89B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50952A96-6A9D-89D3-F0D0-1EE5A1FF371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0DD15C30-FAD1-0091-7049-22BDE5428632}"/>
              </a:ext>
            </a:extLst>
          </p:cNvPr>
          <p:cNvSpPr/>
          <p:nvPr/>
        </p:nvSpPr>
        <p:spPr>
          <a:xfrm>
            <a:off x="10069655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E0E211BE-22F4-98BC-EA17-F86AF556F9D0}"/>
              </a:ext>
            </a:extLst>
          </p:cNvPr>
          <p:cNvSpPr/>
          <p:nvPr/>
        </p:nvSpPr>
        <p:spPr>
          <a:xfrm rot="10800000">
            <a:off x="9899052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90F425DA-DDB4-D5B8-8303-EB64DFB87B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71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989D34AA-AA4B-3404-6A59-BABE905153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69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3C699A52-055C-8D78-3DD3-2F537187F0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51581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735C0345-F53E-98EC-AF48-20579D19C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14" y="500519"/>
            <a:ext cx="1981535" cy="1981535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9640D74-225A-6BF7-D03A-C9872F6C0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589" y="4826970"/>
            <a:ext cx="1581902" cy="158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824E30BB-286C-50B9-0D44-1035888DFF9D}"/>
              </a:ext>
            </a:extLst>
          </p:cNvPr>
          <p:cNvSpPr txBox="1"/>
          <p:nvPr/>
        </p:nvSpPr>
        <p:spPr>
          <a:xfrm>
            <a:off x="5195363" y="4210050"/>
            <a:ext cx="11256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b="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React</a:t>
            </a:r>
            <a:endParaRPr lang="hu-HU" sz="28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A7EBCA0C-3008-4DA9-9C38-5037B7C21215}"/>
              </a:ext>
            </a:extLst>
          </p:cNvPr>
          <p:cNvSpPr txBox="1"/>
          <p:nvPr/>
        </p:nvSpPr>
        <p:spPr>
          <a:xfrm>
            <a:off x="7187957" y="4210050"/>
            <a:ext cx="1407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b="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Shadcn</a:t>
            </a:r>
            <a:endParaRPr lang="hu-HU" sz="28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2054" name="Picture 6" descr="Brand Guide | TanStack">
            <a:extLst>
              <a:ext uri="{FF2B5EF4-FFF2-40B4-BE49-F238E27FC236}">
                <a16:creationId xmlns:a16="http://schemas.microsoft.com/office/drawing/2014/main" id="{0E88487F-13CE-53C6-63B5-3A0F7D13B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8689" y="4826970"/>
            <a:ext cx="1581902" cy="158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A1B4D9A8-5CDF-A644-C276-0BE9072DBA9C}"/>
              </a:ext>
            </a:extLst>
          </p:cNvPr>
          <p:cNvSpPr txBox="1"/>
          <p:nvPr/>
        </p:nvSpPr>
        <p:spPr>
          <a:xfrm>
            <a:off x="2832489" y="4210050"/>
            <a:ext cx="16866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b="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Tanstack</a:t>
            </a:r>
            <a:endParaRPr lang="hu-HU" sz="28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2050" name="Picture 2" descr="React Native - Wikipedia">
            <a:extLst>
              <a:ext uri="{FF2B5EF4-FFF2-40B4-BE49-F238E27FC236}">
                <a16:creationId xmlns:a16="http://schemas.microsoft.com/office/drawing/2014/main" id="{2FF6EFD4-4F6F-BF23-5D29-52B145A93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136" y="4884795"/>
            <a:ext cx="1576055" cy="1402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02BF6A1F-0F16-685A-FEF3-AA74B2CBAA8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846" y="2710322"/>
            <a:ext cx="3539905" cy="35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6790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1F6EF-0CC1-E680-8F15-06C09221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290B1CB0-5EF9-28FA-2228-91A35064DFBB}"/>
              </a:ext>
            </a:extLst>
          </p:cNvPr>
          <p:cNvGrpSpPr/>
          <p:nvPr/>
        </p:nvGrpSpPr>
        <p:grpSpPr>
          <a:xfrm>
            <a:off x="1973557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1641CD5E-56A2-130B-DA21-EE62B97AE069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DA1183F0-1ACF-B507-B44A-99D5F46B2A97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DD8F7FDE-7A32-5B72-E12D-62917DDCFE0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8933490C-8C17-EDD1-93F3-4B49C0E673E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7C606E9D-0C64-6FD8-E1B9-9DE2D400F91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4E21ED47-6771-7851-6089-99A583A7C36A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01266BF5-2DD0-AC99-28DB-DBDE9CE2968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DDC9EB4E-7051-0989-939B-500DF64544A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5CFDC4C6-A633-94FF-EEE4-F0CD668B043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52E7E47D-E8EF-978D-8D9E-F7AB55C5336D}"/>
              </a:ext>
            </a:extLst>
          </p:cNvPr>
          <p:cNvSpPr/>
          <p:nvPr/>
        </p:nvSpPr>
        <p:spPr>
          <a:xfrm>
            <a:off x="19856074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A791C43F-CAB4-E8AE-BAA7-CFC854341C3C}"/>
              </a:ext>
            </a:extLst>
          </p:cNvPr>
          <p:cNvGrpSpPr/>
          <p:nvPr/>
        </p:nvGrpSpPr>
        <p:grpSpPr>
          <a:xfrm>
            <a:off x="-8724657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5E088C2A-F53E-BD91-D0DA-39C7CEA79777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F16E99A2-398A-74A6-93D1-A0E3EDCF6FD1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1E51DAE3-3110-0DA5-C0E8-201263CDD8C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D210594A-50F9-171F-C48C-E6EE8F0959C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9C7BC397-2C93-2E32-F1BC-9E16FF45D1F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EAAFA48E-5B60-A4F6-E152-0B97753CBED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9989F633-2080-1016-C101-D0BFAB8ECE6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4C64B27D-36E0-358D-8EFD-1D34AFCAE06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D2D888DC-3F81-4770-F5F5-72044B47569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4AB15FDB-E7B7-85E7-2C3C-34148B4F544A}"/>
              </a:ext>
            </a:extLst>
          </p:cNvPr>
          <p:cNvSpPr/>
          <p:nvPr/>
        </p:nvSpPr>
        <p:spPr>
          <a:xfrm>
            <a:off x="-51361" y="0"/>
            <a:ext cx="12288196" cy="6885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6000" dirty="0">
                <a:solidFill>
                  <a:schemeClr val="tx1"/>
                </a:solidFill>
                <a:latin typeface="Bodoni MT" panose="02070603080606020203" pitchFamily="18" charset="0"/>
              </a:rPr>
              <a:t>Login vagy </a:t>
            </a:r>
            <a:r>
              <a:rPr lang="hu-HU" sz="6000" dirty="0" err="1">
                <a:solidFill>
                  <a:schemeClr val="tx1"/>
                </a:solidFill>
                <a:latin typeface="Bodoni MT" panose="02070603080606020203" pitchFamily="18" charset="0"/>
              </a:rPr>
              <a:t>feed</a:t>
            </a:r>
            <a:r>
              <a:rPr lang="hu-HU" sz="6000" dirty="0">
                <a:solidFill>
                  <a:schemeClr val="tx1"/>
                </a:solidFill>
                <a:latin typeface="Bodoni MT" panose="02070603080606020203" pitchFamily="18" charset="0"/>
              </a:rPr>
              <a:t>?</a:t>
            </a: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EE709E57-4FE3-EBC2-53E0-E2732B00234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550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3B15DC72-4252-C442-295B-9B57D55E7C23}"/>
              </a:ext>
            </a:extLst>
          </p:cNvPr>
          <p:cNvGrpSpPr/>
          <p:nvPr/>
        </p:nvGrpSpPr>
        <p:grpSpPr>
          <a:xfrm>
            <a:off x="-8730153" y="5416324"/>
            <a:ext cx="7924802" cy="1614829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40EB36F5-5844-ECC4-4EE4-C8E6CC087499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9773EB59-9336-A42B-0951-9C6A7C079E24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E04878CD-8AAF-490D-53AB-B73E08C666C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E6B06471-B22B-306D-4A7C-4EF1A7DA14C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BD835D72-03D4-FDCC-7480-303D625EE81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8AB67D6E-CA5C-035E-022E-1E142D108EEF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692EFCC9-6964-4E60-31DD-488A25C5DB8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10180C52-E18F-7F46-12DA-4C7E9A636E1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8ED226B0-245B-777A-2951-ED98D5133D8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A2ACE96A-C3B6-2277-B286-478D9F19A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5526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152AF6AD-E1B9-088D-7461-1151523B8B35}"/>
              </a:ext>
            </a:extLst>
          </p:cNvPr>
          <p:cNvGrpSpPr/>
          <p:nvPr/>
        </p:nvGrpSpPr>
        <p:grpSpPr>
          <a:xfrm>
            <a:off x="19741288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66A75D21-F829-8C38-9825-9B3E73A587AB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06C3A61A-FD38-5D26-6EB4-8138B21AC99D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20D6992C-1A92-AC52-63C9-3722CD1204E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B5E0B1DC-79A9-C53D-4D7B-FF6D4CBE9C5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4E6E0D19-6681-1031-2059-4342182CDB4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4A1BB842-AB79-7274-BE17-A5362576C5CB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48913992-B52D-BF83-B2D8-2BEF792A59C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8BE44D99-3BFF-2215-0D1B-EA795639D43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B70446BF-3243-B3AD-020D-8624710B1E6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D3D0F6D2-9CBB-8EDA-13F5-C4A756D28D54}"/>
              </a:ext>
            </a:extLst>
          </p:cNvPr>
          <p:cNvSpPr/>
          <p:nvPr/>
        </p:nvSpPr>
        <p:spPr>
          <a:xfrm>
            <a:off x="10069655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00947995-8B76-F0EE-2C4C-3C0F91629F54}"/>
              </a:ext>
            </a:extLst>
          </p:cNvPr>
          <p:cNvSpPr/>
          <p:nvPr/>
        </p:nvSpPr>
        <p:spPr>
          <a:xfrm rot="10800000">
            <a:off x="9899052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C217AEB8-2E4B-2897-B4B5-86929859EB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71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808C94F9-99A7-A97D-F82C-C8C7F52BC7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69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C3869872-8000-710B-8569-B0642B0B92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51581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99BA7FEA-4578-8EE2-442B-F1CA48DD9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6953" y="290047"/>
            <a:ext cx="1347833" cy="1347833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EDEBB7F0-9752-E754-2DB7-4723EE46626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846" y="2710322"/>
            <a:ext cx="3539905" cy="3539905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E5B2AAEB-4B60-E26E-D122-83ECDBF3068D}"/>
              </a:ext>
            </a:extLst>
          </p:cNvPr>
          <p:cNvSpPr txBox="1"/>
          <p:nvPr/>
        </p:nvSpPr>
        <p:spPr>
          <a:xfrm>
            <a:off x="4625171" y="2074778"/>
            <a:ext cx="5124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>
                <a:latin typeface="Bodoni MT" panose="02070603080606020203" pitchFamily="18" charset="0"/>
              </a:rPr>
              <a:t>Előnye</a:t>
            </a:r>
            <a:endParaRPr lang="hu-HU" sz="2400" dirty="0">
              <a:latin typeface="Bodoni MT" panose="020706030806060202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latin typeface="Bodoni MT" panose="02070603080606020203" pitchFamily="18" charset="0"/>
              </a:rPr>
              <a:t>Egyszerű logika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dirty="0">
                <a:latin typeface="Bodoni MT" panose="02070603080606020203" pitchFamily="18" charset="0"/>
              </a:rPr>
              <a:t>UX szempontból tiszta 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5DED546B-4DB1-9E79-EF21-E8F0493CE821}"/>
              </a:ext>
            </a:extLst>
          </p:cNvPr>
          <p:cNvSpPr txBox="1"/>
          <p:nvPr/>
        </p:nvSpPr>
        <p:spPr>
          <a:xfrm>
            <a:off x="4625171" y="3512514"/>
            <a:ext cx="5124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dirty="0">
                <a:latin typeface="Bodoni MT" panose="02070603080606020203" pitchFamily="18" charset="0"/>
              </a:rPr>
              <a:t>Hátránya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latin typeface="Bodoni MT" panose="02070603080606020203" pitchFamily="18" charset="0"/>
              </a:rPr>
              <a:t>URL nem reprezentálja az állapotot</a:t>
            </a:r>
            <a:endParaRPr lang="hu-HU" sz="2400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 err="1">
                <a:latin typeface="Bodoni MT" panose="02070603080606020203" pitchFamily="18" charset="0"/>
              </a:rPr>
              <a:t>Skálázódásnál</a:t>
            </a:r>
            <a:r>
              <a:rPr lang="hu-HU" sz="2400" dirty="0">
                <a:latin typeface="Bodoni MT" panose="02070603080606020203" pitchFamily="18" charset="0"/>
              </a:rPr>
              <a:t> bonyolultabb lesz</a:t>
            </a:r>
          </a:p>
        </p:txBody>
      </p:sp>
      <p:pic>
        <p:nvPicPr>
          <p:cNvPr id="35" name="Kép 34">
            <a:extLst>
              <a:ext uri="{FF2B5EF4-FFF2-40B4-BE49-F238E27FC236}">
                <a16:creationId xmlns:a16="http://schemas.microsoft.com/office/drawing/2014/main" id="{CE535D88-CE83-A8AE-54EB-AE5E871D041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7" t="6137" r="6542" b="6512"/>
          <a:stretch>
            <a:fillRect/>
          </a:stretch>
        </p:blipFill>
        <p:spPr>
          <a:xfrm>
            <a:off x="-52793" y="1846490"/>
            <a:ext cx="4668512" cy="5038960"/>
          </a:xfrm>
          <a:prstGeom prst="rect">
            <a:avLst/>
          </a:prstGeom>
        </p:spPr>
      </p:pic>
      <p:grpSp>
        <p:nvGrpSpPr>
          <p:cNvPr id="36" name="Csoportba foglalás 35">
            <a:extLst>
              <a:ext uri="{FF2B5EF4-FFF2-40B4-BE49-F238E27FC236}">
                <a16:creationId xmlns:a16="http://schemas.microsoft.com/office/drawing/2014/main" id="{3E1464BC-DCD4-EAC2-FAF8-FE8EE3494148}"/>
              </a:ext>
            </a:extLst>
          </p:cNvPr>
          <p:cNvGrpSpPr/>
          <p:nvPr/>
        </p:nvGrpSpPr>
        <p:grpSpPr>
          <a:xfrm>
            <a:off x="-128046" y="-27771"/>
            <a:ext cx="12523246" cy="7058924"/>
            <a:chOff x="-128046" y="-27771"/>
            <a:chExt cx="12523246" cy="7058924"/>
          </a:xfrm>
        </p:grpSpPr>
        <p:sp>
          <p:nvSpPr>
            <p:cNvPr id="24" name="Téglalap 23">
              <a:extLst>
                <a:ext uri="{FF2B5EF4-FFF2-40B4-BE49-F238E27FC236}">
                  <a16:creationId xmlns:a16="http://schemas.microsoft.com/office/drawing/2014/main" id="{A0538FA8-9EA2-B204-EFDB-8AA298FB3C6A}"/>
                </a:ext>
              </a:extLst>
            </p:cNvPr>
            <p:cNvSpPr/>
            <p:nvPr/>
          </p:nvSpPr>
          <p:spPr>
            <a:xfrm>
              <a:off x="-128046" y="-27771"/>
              <a:ext cx="12523246" cy="7058924"/>
            </a:xfrm>
            <a:prstGeom prst="rect">
              <a:avLst/>
            </a:prstGeom>
            <a:solidFill>
              <a:srgbClr val="869098">
                <a:alpha val="5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pic>
          <p:nvPicPr>
            <p:cNvPr id="28" name="Kép 27">
              <a:extLst>
                <a:ext uri="{FF2B5EF4-FFF2-40B4-BE49-F238E27FC236}">
                  <a16:creationId xmlns:a16="http://schemas.microsoft.com/office/drawing/2014/main" id="{3D4621B5-3CBB-A030-AED2-0F01755B5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63" t="6414" r="5168" b="6617"/>
            <a:stretch>
              <a:fillRect/>
            </a:stretch>
          </p:blipFill>
          <p:spPr>
            <a:xfrm>
              <a:off x="2107225" y="1278781"/>
              <a:ext cx="7005930" cy="44860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82636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allAtOnce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32805-40AE-965A-89FD-EAC0EAACA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3660F6A4-875D-CE59-9F44-4C727DEF9678}"/>
              </a:ext>
            </a:extLst>
          </p:cNvPr>
          <p:cNvGrpSpPr/>
          <p:nvPr/>
        </p:nvGrpSpPr>
        <p:grpSpPr>
          <a:xfrm>
            <a:off x="1973557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3B8BDC83-F2E4-1F76-7261-18CB0A745884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F5174B87-0001-15F5-8C43-136C649C068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201A7A71-3490-A1F7-2674-DA14CF15D0B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411C2886-6152-96E0-5BF9-AD121BABC91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2071B887-2713-92EA-91F4-493F626F195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88506C0A-E4B9-22D2-E6BA-9A74886DA4EF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7C40F24B-6F7D-8367-FC3C-D3E7CD8B303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69F0BEBE-8DC6-7A5C-0D3C-F373DDD2D7B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76B9F7FB-9AC2-9E0F-2EC6-FAAEFB5F7B8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C044692E-6898-4E21-C225-093C9DCD0A2C}"/>
              </a:ext>
            </a:extLst>
          </p:cNvPr>
          <p:cNvSpPr/>
          <p:nvPr/>
        </p:nvSpPr>
        <p:spPr>
          <a:xfrm>
            <a:off x="19856074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8F19C8B0-C858-684C-3E43-260237956FF4}"/>
              </a:ext>
            </a:extLst>
          </p:cNvPr>
          <p:cNvGrpSpPr/>
          <p:nvPr/>
        </p:nvGrpSpPr>
        <p:grpSpPr>
          <a:xfrm>
            <a:off x="-8724657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B387E9EF-9912-BC6E-8879-E4F69F706F17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99FD699F-FB4E-F783-1C71-1A81C624BB94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6ADBA103-AE63-1BE5-2246-C2742C9AC5D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5F486422-493D-BACD-C5D0-A1E29B6B31E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39ADAA00-35AB-E599-7AFF-CEC1BF6842C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CC498A5C-EA90-2D34-4B67-5BD989543FA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1445F35D-FC87-A1B9-127C-AC6786FB1A6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A36557C9-3535-53E8-BF27-8950B92B522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FE5B7EEA-2226-E4E1-6410-C7C648666F5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E0C765E5-0CA3-2AA8-93B6-76E33B01214A}"/>
              </a:ext>
            </a:extLst>
          </p:cNvPr>
          <p:cNvSpPr/>
          <p:nvPr/>
        </p:nvSpPr>
        <p:spPr>
          <a:xfrm>
            <a:off x="-51361" y="0"/>
            <a:ext cx="12288196" cy="6885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6000">
                <a:solidFill>
                  <a:schemeClr val="tx1"/>
                </a:solidFill>
                <a:latin typeface="Bodoni MT" panose="02070603080606020203" pitchFamily="18" charset="0"/>
              </a:rPr>
              <a:t>Infinite Queries</a:t>
            </a:r>
            <a:endParaRPr lang="hu-HU" sz="60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87F5D225-8F63-8C56-C904-ED112424644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550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30C7375F-FB9A-9A3B-A2D6-4CE175BEFA90}"/>
              </a:ext>
            </a:extLst>
          </p:cNvPr>
          <p:cNvGrpSpPr/>
          <p:nvPr/>
        </p:nvGrpSpPr>
        <p:grpSpPr>
          <a:xfrm>
            <a:off x="-8730153" y="5416324"/>
            <a:ext cx="7924802" cy="1614829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74B4D1EE-3D54-B799-2BF0-98C75FB14B10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E2ABF5D3-CC05-F80A-ABB4-60D428E0B3A1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56E14A21-9CCB-9E66-A463-87EDC8C4085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EC2D1D6D-EE56-856C-EB7C-6FBF09E053A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83D22461-1EF1-5998-D035-4D35BAD3E26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D4675406-9265-33A7-5BDD-8EFBC1AD2F3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51FD5653-F5D6-2E14-FE16-94DBCA8B489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3488ADDF-D83D-6D5F-AE83-E3C9FE5D80A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D74946BA-3E0F-4D09-14A0-B96798B80A7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0CD606CA-2485-1FC0-EF01-2756E5A90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5526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6B72BD15-DBD4-31F7-DAFD-DF2DF67D38F7}"/>
              </a:ext>
            </a:extLst>
          </p:cNvPr>
          <p:cNvGrpSpPr/>
          <p:nvPr/>
        </p:nvGrpSpPr>
        <p:grpSpPr>
          <a:xfrm>
            <a:off x="19741288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01425757-F53A-D425-26E3-2D1A74876DB8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153DEFA7-F6F2-8877-CC71-57BC5432054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F9279786-B6EB-F81C-CF3E-1E059D6B912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D9D764C9-A29E-F53C-07FE-D025BC6F032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78F8C05F-1768-105B-D865-ADA9D714ACD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D8BCFA1D-C835-E1AD-38E0-A927CD173320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B6EF03CB-8839-3975-99A9-83C0B537966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A2DF6F9D-8761-7876-1E5E-EC1663AD769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2D0B3B06-D8EB-AC0C-00CE-3B196C53496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D02249A6-1522-DCB7-8D64-5FD3D3F2185A}"/>
              </a:ext>
            </a:extLst>
          </p:cNvPr>
          <p:cNvSpPr/>
          <p:nvPr/>
        </p:nvSpPr>
        <p:spPr>
          <a:xfrm>
            <a:off x="10069655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43A27C5C-ED49-4F57-F9D0-46E93CD2E5B6}"/>
              </a:ext>
            </a:extLst>
          </p:cNvPr>
          <p:cNvSpPr/>
          <p:nvPr/>
        </p:nvSpPr>
        <p:spPr>
          <a:xfrm rot="10800000">
            <a:off x="9899052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A147511A-FE17-21B4-9A4B-633763AAF9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71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15E31DD2-033C-8912-70C1-4BD7698B26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69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1A4582C4-6ECF-F043-8A44-DFC3211F08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51581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8AD6F9E2-4C47-ACC2-72E2-0B915E345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6953" y="290047"/>
            <a:ext cx="1347833" cy="1347833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3A712538-E3D8-C406-4616-54FD9839A1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846" y="2710322"/>
            <a:ext cx="3539905" cy="3539905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536421DB-3D6F-37B3-BD2C-488DA7FCBEE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4" t="5850" r="3400" b="6638"/>
          <a:stretch>
            <a:fillRect/>
          </a:stretch>
        </p:blipFill>
        <p:spPr>
          <a:xfrm>
            <a:off x="-51221" y="3077030"/>
            <a:ext cx="5622489" cy="3891876"/>
          </a:xfrm>
          <a:prstGeom prst="rect">
            <a:avLst/>
          </a:prstGeom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B8D95652-31B7-8B0A-7BED-BD8C1723AC7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9" t="5257" r="3533" b="5257"/>
          <a:stretch>
            <a:fillRect/>
          </a:stretch>
        </p:blipFill>
        <p:spPr>
          <a:xfrm>
            <a:off x="3290200" y="1983688"/>
            <a:ext cx="5563511" cy="2799989"/>
          </a:xfrm>
          <a:prstGeom prst="rect">
            <a:avLst/>
          </a:prstGeom>
        </p:spPr>
      </p:pic>
      <p:pic>
        <p:nvPicPr>
          <p:cNvPr id="27" name="Kép 26">
            <a:extLst>
              <a:ext uri="{FF2B5EF4-FFF2-40B4-BE49-F238E27FC236}">
                <a16:creationId xmlns:a16="http://schemas.microsoft.com/office/drawing/2014/main" id="{98410BC5-4800-2FE1-CF35-C4B7DB67EF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8" t="3967" r="3168" b="3967"/>
          <a:stretch>
            <a:fillRect/>
          </a:stretch>
        </p:blipFill>
        <p:spPr>
          <a:xfrm>
            <a:off x="9850482" y="8240330"/>
            <a:ext cx="6799218" cy="6313870"/>
          </a:xfrm>
          <a:prstGeom prst="rect">
            <a:avLst/>
          </a:prstGeom>
        </p:spPr>
      </p:pic>
      <p:pic>
        <p:nvPicPr>
          <p:cNvPr id="37" name="Kép 36">
            <a:extLst>
              <a:ext uri="{FF2B5EF4-FFF2-40B4-BE49-F238E27FC236}">
                <a16:creationId xmlns:a16="http://schemas.microsoft.com/office/drawing/2014/main" id="{587A5770-C976-AD4E-986A-A7B94B9F1F5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5" t="9603" r="3775" b="9603"/>
          <a:stretch>
            <a:fillRect/>
          </a:stretch>
        </p:blipFill>
        <p:spPr>
          <a:xfrm>
            <a:off x="-3403806" y="9260121"/>
            <a:ext cx="11271456" cy="3293830"/>
          </a:xfrm>
          <a:prstGeom prst="rect">
            <a:avLst/>
          </a:prstGeom>
        </p:spPr>
      </p:pic>
      <p:sp>
        <p:nvSpPr>
          <p:cNvPr id="38" name="Szövegdoboz 37">
            <a:extLst>
              <a:ext uri="{FF2B5EF4-FFF2-40B4-BE49-F238E27FC236}">
                <a16:creationId xmlns:a16="http://schemas.microsoft.com/office/drawing/2014/main" id="{8F9FC944-8C09-9AF3-E1DD-78409C67A28C}"/>
              </a:ext>
            </a:extLst>
          </p:cNvPr>
          <p:cNvSpPr txBox="1"/>
          <p:nvPr/>
        </p:nvSpPr>
        <p:spPr>
          <a:xfrm>
            <a:off x="5520821" y="2182872"/>
            <a:ext cx="904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Döntés</a:t>
            </a:r>
          </a:p>
        </p:txBody>
      </p:sp>
      <p:sp>
        <p:nvSpPr>
          <p:cNvPr id="39" name="Szövegdoboz 38">
            <a:extLst>
              <a:ext uri="{FF2B5EF4-FFF2-40B4-BE49-F238E27FC236}">
                <a16:creationId xmlns:a16="http://schemas.microsoft.com/office/drawing/2014/main" id="{2DA7E851-7512-E7FB-A329-027B56494E8A}"/>
              </a:ext>
            </a:extLst>
          </p:cNvPr>
          <p:cNvSpPr txBox="1"/>
          <p:nvPr/>
        </p:nvSpPr>
        <p:spPr>
          <a:xfrm>
            <a:off x="1439139" y="3429000"/>
            <a:ext cx="958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Lekérés</a:t>
            </a:r>
          </a:p>
        </p:txBody>
      </p:sp>
    </p:spTree>
    <p:extLst>
      <p:ext uri="{BB962C8B-B14F-4D97-AF65-F5344CB8AC3E}">
        <p14:creationId xmlns:p14="http://schemas.microsoft.com/office/powerpoint/2010/main" val="19979895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DE222-126C-FDC8-FF9D-B57F3DDE3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6091D24B-35C7-BDB3-0E83-80881DB32450}"/>
              </a:ext>
            </a:extLst>
          </p:cNvPr>
          <p:cNvGrpSpPr/>
          <p:nvPr/>
        </p:nvGrpSpPr>
        <p:grpSpPr>
          <a:xfrm>
            <a:off x="1973557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EA09C652-41D7-7700-49E1-1389FA68E57C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A39E9823-3FEC-4182-0CE2-43B360CC5016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DA8A0FE1-F9BF-E95F-B95B-2750AC784C4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6F795E24-8F0C-5166-196B-7CADFD75309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3B81A6C9-497A-647E-89B4-867E6E6F7F7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555459C3-32CC-D288-9C68-8A5ED62D7385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03341382-4015-2022-E805-79BA4504B95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9E1BD47C-8829-1FCB-49F9-FB2B8B2402E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5FA8CC22-6CC0-D8C1-6FE2-32C5CE1CD3E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84E7C6F9-6184-CEE2-3634-C0F7E0EB86A1}"/>
              </a:ext>
            </a:extLst>
          </p:cNvPr>
          <p:cNvSpPr/>
          <p:nvPr/>
        </p:nvSpPr>
        <p:spPr>
          <a:xfrm>
            <a:off x="19856074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6230A14F-9699-0306-3097-714CCF39C478}"/>
              </a:ext>
            </a:extLst>
          </p:cNvPr>
          <p:cNvGrpSpPr/>
          <p:nvPr/>
        </p:nvGrpSpPr>
        <p:grpSpPr>
          <a:xfrm>
            <a:off x="-8724657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E2DCDE5A-8372-5E77-71D3-FA76FB86EEE7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CF72F5F8-1C17-5433-86CB-7B5EC5F219F9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A3CECDBB-B346-FDFD-6BD5-65A0F9FEDEF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C473A67A-589B-491B-8FB1-05EA3B784D0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CA89D496-2C02-6AA3-1B80-0585157A150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C112A310-8B32-C0E5-3584-2652C50134ED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565DA3C5-92ED-7D11-F88B-E6449080848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9DFFD3BF-64D6-5346-6FBA-1A08D0849FC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E5B0A772-7F0B-2215-CC6B-8419C8977EC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2CE21058-88B7-4E39-6BD7-FC238F523C6D}"/>
              </a:ext>
            </a:extLst>
          </p:cNvPr>
          <p:cNvSpPr/>
          <p:nvPr/>
        </p:nvSpPr>
        <p:spPr>
          <a:xfrm>
            <a:off x="-51361" y="0"/>
            <a:ext cx="12288196" cy="6885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6000">
                <a:solidFill>
                  <a:schemeClr val="tx1"/>
                </a:solidFill>
                <a:latin typeface="Bodoni MT" panose="02070603080606020203" pitchFamily="18" charset="0"/>
              </a:rPr>
              <a:t>Infinite Queries</a:t>
            </a:r>
            <a:endParaRPr lang="hu-HU" sz="60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F90DD74F-AF19-B04D-9C50-64A254CC7CA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550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BAFFC942-CD68-36FB-36BD-9AA62C31BF24}"/>
              </a:ext>
            </a:extLst>
          </p:cNvPr>
          <p:cNvGrpSpPr/>
          <p:nvPr/>
        </p:nvGrpSpPr>
        <p:grpSpPr>
          <a:xfrm>
            <a:off x="-8730153" y="5416324"/>
            <a:ext cx="7924802" cy="1614829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93A2F596-64FC-4E3E-D6E2-2D20B65301DA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0D40D75B-AE12-31A2-9F2A-56BE04F2CFE7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2E605387-9C2E-807C-65A1-A5A7A71475B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4E9BAE3A-77A7-0413-F2AC-DBF5D9944C4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E291B386-29A4-DE0F-A9BB-FA1D94684E5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A9489434-A38A-7835-5D52-164B3ED43BE7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D6AAAD19-095B-C2C7-0A1A-D196A136862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2082055A-601C-D021-C977-35CEF1281FD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598E7F8B-A16E-10E5-C4AB-C827BBA33E7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B9C922CD-BD2C-21D5-9B5E-E9BF0A911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5526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20AF54E4-BC54-A757-4CC1-1022BDACC47E}"/>
              </a:ext>
            </a:extLst>
          </p:cNvPr>
          <p:cNvGrpSpPr/>
          <p:nvPr/>
        </p:nvGrpSpPr>
        <p:grpSpPr>
          <a:xfrm>
            <a:off x="19741288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43297A79-ED74-1EBF-2F4C-6CFD4A8160B3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FFE2192C-57DD-DFCF-367C-FD7FC26C8A98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3F2E503A-6E13-EAFC-9BBD-2385DA1C859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4BDE2E18-AE7A-8F83-226E-4E96A5C7B16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339BEBBC-897A-972B-BABD-9C90F5834E0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F16839ED-C134-C0FE-8939-F5F3A9C3C4AD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E0918085-B680-8E38-8B10-D8804851A84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CBF8D2EB-D378-399B-651D-F7593045FFB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48F608BE-BD3A-517E-78F1-0A28A380961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37" name="Kép 36">
            <a:extLst>
              <a:ext uri="{FF2B5EF4-FFF2-40B4-BE49-F238E27FC236}">
                <a16:creationId xmlns:a16="http://schemas.microsoft.com/office/drawing/2014/main" id="{A4693CB1-07AC-C0C6-B0BD-A9D15AA747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5" t="9603" r="3775" b="9603"/>
          <a:stretch>
            <a:fillRect/>
          </a:stretch>
        </p:blipFill>
        <p:spPr>
          <a:xfrm>
            <a:off x="-65837" y="3564170"/>
            <a:ext cx="10677626" cy="3293830"/>
          </a:xfrm>
          <a:prstGeom prst="rect">
            <a:avLst/>
          </a:prstGeom>
        </p:spPr>
      </p:pic>
      <p:sp>
        <p:nvSpPr>
          <p:cNvPr id="1050" name="Téglalap 1049">
            <a:extLst>
              <a:ext uri="{FF2B5EF4-FFF2-40B4-BE49-F238E27FC236}">
                <a16:creationId xmlns:a16="http://schemas.microsoft.com/office/drawing/2014/main" id="{A10F5426-EBE9-5215-576C-CC01E1178CC1}"/>
              </a:ext>
            </a:extLst>
          </p:cNvPr>
          <p:cNvSpPr/>
          <p:nvPr/>
        </p:nvSpPr>
        <p:spPr>
          <a:xfrm>
            <a:off x="10069655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BA85F0E0-9F1D-98A2-A2EC-4A2D9DEC3495}"/>
              </a:ext>
            </a:extLst>
          </p:cNvPr>
          <p:cNvSpPr/>
          <p:nvPr/>
        </p:nvSpPr>
        <p:spPr>
          <a:xfrm rot="10800000">
            <a:off x="9899052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E219FC41-527F-D6C7-36D5-84B82AA2F4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71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EE76A64B-48FC-B632-9F28-717684E545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69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A81DB216-4CB8-1AB3-6B51-8449296B7C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51581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79DE3A68-6398-153B-2499-95A4326AE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6953" y="290047"/>
            <a:ext cx="1347833" cy="1347833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9598A713-6964-3945-F09E-73176D310AD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846" y="2710322"/>
            <a:ext cx="3539905" cy="3539905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1D124E85-3348-D5B5-B165-029C2C9E769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4" t="5850" r="3400" b="6638"/>
          <a:stretch>
            <a:fillRect/>
          </a:stretch>
        </p:blipFill>
        <p:spPr>
          <a:xfrm>
            <a:off x="-9309521" y="3077030"/>
            <a:ext cx="5622489" cy="3891876"/>
          </a:xfrm>
          <a:prstGeom prst="rect">
            <a:avLst/>
          </a:prstGeom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42EB03AC-5EFA-2F89-661F-82F6189E91D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9" t="5257" r="3533" b="5257"/>
          <a:stretch>
            <a:fillRect/>
          </a:stretch>
        </p:blipFill>
        <p:spPr>
          <a:xfrm>
            <a:off x="-5968100" y="1983688"/>
            <a:ext cx="5563511" cy="2799989"/>
          </a:xfrm>
          <a:prstGeom prst="rect">
            <a:avLst/>
          </a:prstGeom>
        </p:spPr>
      </p:pic>
      <p:sp>
        <p:nvSpPr>
          <p:cNvPr id="38" name="Szövegdoboz 37">
            <a:extLst>
              <a:ext uri="{FF2B5EF4-FFF2-40B4-BE49-F238E27FC236}">
                <a16:creationId xmlns:a16="http://schemas.microsoft.com/office/drawing/2014/main" id="{D81CF8EE-299E-4D6A-5A79-D2AE7A268A47}"/>
              </a:ext>
            </a:extLst>
          </p:cNvPr>
          <p:cNvSpPr txBox="1"/>
          <p:nvPr/>
        </p:nvSpPr>
        <p:spPr>
          <a:xfrm>
            <a:off x="1345756" y="3798332"/>
            <a:ext cx="1378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Hiba történt</a:t>
            </a:r>
          </a:p>
        </p:txBody>
      </p:sp>
      <p:pic>
        <p:nvPicPr>
          <p:cNvPr id="27" name="Kép 26">
            <a:extLst>
              <a:ext uri="{FF2B5EF4-FFF2-40B4-BE49-F238E27FC236}">
                <a16:creationId xmlns:a16="http://schemas.microsoft.com/office/drawing/2014/main" id="{191C1D59-62FF-DACD-24E6-05428296B6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8" t="3967" r="3168" b="3967"/>
          <a:stretch>
            <a:fillRect/>
          </a:stretch>
        </p:blipFill>
        <p:spPr>
          <a:xfrm>
            <a:off x="9850482" y="9120396"/>
            <a:ext cx="5851501" cy="5433804"/>
          </a:xfrm>
          <a:prstGeom prst="rect">
            <a:avLst/>
          </a:prstGeom>
        </p:spPr>
      </p:pic>
      <p:sp>
        <p:nvSpPr>
          <p:cNvPr id="39" name="Szövegdoboz 38">
            <a:extLst>
              <a:ext uri="{FF2B5EF4-FFF2-40B4-BE49-F238E27FC236}">
                <a16:creationId xmlns:a16="http://schemas.microsoft.com/office/drawing/2014/main" id="{994F6947-8C37-D387-2E65-F8CF2811028B}"/>
              </a:ext>
            </a:extLst>
          </p:cNvPr>
          <p:cNvSpPr txBox="1"/>
          <p:nvPr/>
        </p:nvSpPr>
        <p:spPr>
          <a:xfrm>
            <a:off x="-7819161" y="3429000"/>
            <a:ext cx="1221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Ha sikeres</a:t>
            </a:r>
          </a:p>
        </p:txBody>
      </p:sp>
    </p:spTree>
    <p:extLst>
      <p:ext uri="{BB962C8B-B14F-4D97-AF65-F5344CB8AC3E}">
        <p14:creationId xmlns:p14="http://schemas.microsoft.com/office/powerpoint/2010/main" val="1553795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EB70B-ADB1-8B86-2ACC-70589A190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00703AFC-5635-4658-9DB1-84FCCDD196DD}"/>
              </a:ext>
            </a:extLst>
          </p:cNvPr>
          <p:cNvGrpSpPr/>
          <p:nvPr/>
        </p:nvGrpSpPr>
        <p:grpSpPr>
          <a:xfrm>
            <a:off x="1973557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43671132-AE99-C47B-1391-DBFB0A7EE5E5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219ABDE1-903F-9511-C51D-F06E4CDF01B1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478E3106-AA1E-DB6C-4A37-BAC2E4F5503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0D165035-BC3F-A728-5F9E-481C2399265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208E2FAD-DA4A-B987-0A76-A7A55589692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1DFC7429-E861-5BBB-F22E-375F9C1C79C6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D542F92D-8932-D834-9AD2-A0445DDF15E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472D8B7B-1948-EA0B-BE25-3AF09DCD31D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BE422C35-76DF-C42A-BE1E-8C7C8675913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7D311F33-1A81-179E-50A4-CCD90F28525C}"/>
              </a:ext>
            </a:extLst>
          </p:cNvPr>
          <p:cNvSpPr/>
          <p:nvPr/>
        </p:nvSpPr>
        <p:spPr>
          <a:xfrm>
            <a:off x="19856074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B062CFB2-EF9A-C42B-133E-0C4B726976A7}"/>
              </a:ext>
            </a:extLst>
          </p:cNvPr>
          <p:cNvGrpSpPr/>
          <p:nvPr/>
        </p:nvGrpSpPr>
        <p:grpSpPr>
          <a:xfrm>
            <a:off x="-8724657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FAC8209C-864A-AAF5-EE46-DAE11B447E27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63DEFABC-DE00-CDF6-EA3B-FA5EDEA3F6C4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C98A82B7-DCA3-5D5F-B517-8414B08D960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3909C80F-D7D3-BFA1-79A4-0EEA59229E7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07600898-053B-F16F-E424-1EBE561D2C6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8CDA3D38-9BE1-2E2E-6AA8-57CD4AC1754B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B3CEE05E-AC46-B842-46AB-4EC588A6499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4BDD5722-E32A-C2E1-2487-8701277EB36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992F67BA-5AB6-02C7-2BE7-6B4A62F20A5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0B7A5847-7485-4EDD-EADA-630F41F538A6}"/>
              </a:ext>
            </a:extLst>
          </p:cNvPr>
          <p:cNvSpPr/>
          <p:nvPr/>
        </p:nvSpPr>
        <p:spPr>
          <a:xfrm>
            <a:off x="-51361" y="0"/>
            <a:ext cx="12288196" cy="6885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6000">
                <a:solidFill>
                  <a:schemeClr val="tx1"/>
                </a:solidFill>
                <a:latin typeface="Bodoni MT" panose="02070603080606020203" pitchFamily="18" charset="0"/>
              </a:rPr>
              <a:t>Infinite Queries</a:t>
            </a:r>
            <a:endParaRPr lang="hu-HU" sz="60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A754BA84-82D3-5FD3-49B2-5BA38BBAC2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550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266101F3-714F-44A2-FDEF-6E760443C97A}"/>
              </a:ext>
            </a:extLst>
          </p:cNvPr>
          <p:cNvGrpSpPr/>
          <p:nvPr/>
        </p:nvGrpSpPr>
        <p:grpSpPr>
          <a:xfrm>
            <a:off x="-8730153" y="5416324"/>
            <a:ext cx="7924802" cy="1614829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FCB21F76-E248-E2BB-322A-8959F915D67A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BEA834C5-9EDD-C5A9-ACC9-D69BDCE82BA3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A2406DA1-3A8B-30B7-222E-2751A30A1C4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A2C92A32-4A72-B517-2A0F-136B8EDC05D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86C25A29-B52F-4CCC-511F-EC204E6664E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57CFD58F-E82C-AB8C-F212-7188EDB92DD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7A1375CC-2B40-B311-197E-5FF2312F210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9980BCA2-DD02-B333-F0D2-CD2625BD1E4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B9453CEA-F012-D2BA-7C75-D24B88952FB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3160D5DD-D5ED-3E21-7A60-446964D9D0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5526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BD99B15A-64EA-3A0F-F959-A65F04097474}"/>
              </a:ext>
            </a:extLst>
          </p:cNvPr>
          <p:cNvGrpSpPr/>
          <p:nvPr/>
        </p:nvGrpSpPr>
        <p:grpSpPr>
          <a:xfrm>
            <a:off x="19741288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99DD4024-48D3-E8E7-4C28-F1A7D69E308C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BDE0C505-76BC-FC09-336D-79D78F536AE8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56E8AC76-1895-21A5-2814-A0478D733D7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18FC6F4A-910D-1BAC-B078-2D7E963067A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780463D4-7FDB-A81E-B4DA-5FAA06E85D5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85E04505-D16C-6740-593D-17FEF3727396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068B2805-B7EF-48E9-0A3F-B33AD4E1C7B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607CFA1E-8CBF-F4C2-2D5B-7B81CD26A0C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EB4711E7-55C7-BC74-B2CF-634A53F22B3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37" name="Kép 36">
            <a:extLst>
              <a:ext uri="{FF2B5EF4-FFF2-40B4-BE49-F238E27FC236}">
                <a16:creationId xmlns:a16="http://schemas.microsoft.com/office/drawing/2014/main" id="{1850420A-893D-EF00-0EEC-B70A0BBFAA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5" t="9603" r="3775" b="9603"/>
          <a:stretch>
            <a:fillRect/>
          </a:stretch>
        </p:blipFill>
        <p:spPr>
          <a:xfrm>
            <a:off x="-65837" y="3564170"/>
            <a:ext cx="10677626" cy="3293830"/>
          </a:xfrm>
          <a:prstGeom prst="rect">
            <a:avLst/>
          </a:prstGeom>
        </p:spPr>
      </p:pic>
      <p:sp>
        <p:nvSpPr>
          <p:cNvPr id="1050" name="Téglalap 1049">
            <a:extLst>
              <a:ext uri="{FF2B5EF4-FFF2-40B4-BE49-F238E27FC236}">
                <a16:creationId xmlns:a16="http://schemas.microsoft.com/office/drawing/2014/main" id="{A44E7D81-25C9-3BE2-6BE2-1133E8AD77C8}"/>
              </a:ext>
            </a:extLst>
          </p:cNvPr>
          <p:cNvSpPr/>
          <p:nvPr/>
        </p:nvSpPr>
        <p:spPr>
          <a:xfrm>
            <a:off x="10069655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903982BA-9C09-2BB5-5493-B8A97C911448}"/>
              </a:ext>
            </a:extLst>
          </p:cNvPr>
          <p:cNvSpPr/>
          <p:nvPr/>
        </p:nvSpPr>
        <p:spPr>
          <a:xfrm rot="10800000">
            <a:off x="9899052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27D4168F-9DBA-C3E8-00D6-F8EFEB3CF2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71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5CF212C3-35D5-55E7-B617-E25ED6CDFA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69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AB81862F-F9DD-668F-EDBC-0A1286F095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51581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BF624C78-BF60-D3B7-B3D3-85DAD7C89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6953" y="290047"/>
            <a:ext cx="1347833" cy="1347833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AC9FDA10-CA99-5A33-DEFE-8F77677906C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846" y="2710322"/>
            <a:ext cx="3539905" cy="3539905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2B57CDB8-6995-195A-58E1-5AA0147419F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4" t="5850" r="3400" b="6638"/>
          <a:stretch>
            <a:fillRect/>
          </a:stretch>
        </p:blipFill>
        <p:spPr>
          <a:xfrm>
            <a:off x="-9309521" y="3077030"/>
            <a:ext cx="5622489" cy="3891876"/>
          </a:xfrm>
          <a:prstGeom prst="rect">
            <a:avLst/>
          </a:prstGeom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0BCC5C06-666E-08DD-ABCE-B4E23580711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9" t="5257" r="3533" b="5257"/>
          <a:stretch>
            <a:fillRect/>
          </a:stretch>
        </p:blipFill>
        <p:spPr>
          <a:xfrm>
            <a:off x="-5968100" y="1983688"/>
            <a:ext cx="5563511" cy="2799989"/>
          </a:xfrm>
          <a:prstGeom prst="rect">
            <a:avLst/>
          </a:prstGeom>
        </p:spPr>
      </p:pic>
      <p:sp>
        <p:nvSpPr>
          <p:cNvPr id="38" name="Szövegdoboz 37">
            <a:extLst>
              <a:ext uri="{FF2B5EF4-FFF2-40B4-BE49-F238E27FC236}">
                <a16:creationId xmlns:a16="http://schemas.microsoft.com/office/drawing/2014/main" id="{44381909-15C0-1CFD-18F1-3092E449740A}"/>
              </a:ext>
            </a:extLst>
          </p:cNvPr>
          <p:cNvSpPr txBox="1"/>
          <p:nvPr/>
        </p:nvSpPr>
        <p:spPr>
          <a:xfrm>
            <a:off x="1345756" y="3798332"/>
            <a:ext cx="1378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Hiba történt</a:t>
            </a:r>
          </a:p>
        </p:txBody>
      </p:sp>
      <p:pic>
        <p:nvPicPr>
          <p:cNvPr id="27" name="Kép 26">
            <a:extLst>
              <a:ext uri="{FF2B5EF4-FFF2-40B4-BE49-F238E27FC236}">
                <a16:creationId xmlns:a16="http://schemas.microsoft.com/office/drawing/2014/main" id="{A5A5311C-D1FD-D49F-25C3-37CF014FA62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8" t="3967" r="3168" b="3967"/>
          <a:stretch>
            <a:fillRect/>
          </a:stretch>
        </p:blipFill>
        <p:spPr>
          <a:xfrm>
            <a:off x="-30273" y="1450762"/>
            <a:ext cx="5851501" cy="5433804"/>
          </a:xfrm>
          <a:prstGeom prst="rect">
            <a:avLst/>
          </a:prstGeom>
        </p:spPr>
      </p:pic>
      <p:sp>
        <p:nvSpPr>
          <p:cNvPr id="39" name="Szövegdoboz 38">
            <a:extLst>
              <a:ext uri="{FF2B5EF4-FFF2-40B4-BE49-F238E27FC236}">
                <a16:creationId xmlns:a16="http://schemas.microsoft.com/office/drawing/2014/main" id="{CD2BC3DC-37BC-E79D-2236-1EAC6D0C439F}"/>
              </a:ext>
            </a:extLst>
          </p:cNvPr>
          <p:cNvSpPr txBox="1"/>
          <p:nvPr/>
        </p:nvSpPr>
        <p:spPr>
          <a:xfrm>
            <a:off x="3197252" y="1543669"/>
            <a:ext cx="1221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Ha sikeres</a:t>
            </a:r>
          </a:p>
        </p:txBody>
      </p:sp>
    </p:spTree>
    <p:extLst>
      <p:ext uri="{BB962C8B-B14F-4D97-AF65-F5344CB8AC3E}">
        <p14:creationId xmlns:p14="http://schemas.microsoft.com/office/powerpoint/2010/main" val="4115640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ABA7C-A779-44D6-ABD2-A90DF3641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FF990747-B791-5C4F-BCFE-DB7FF1974A71}"/>
              </a:ext>
            </a:extLst>
          </p:cNvPr>
          <p:cNvGrpSpPr/>
          <p:nvPr/>
        </p:nvGrpSpPr>
        <p:grpSpPr>
          <a:xfrm>
            <a:off x="1973557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8B86D5F4-B828-7449-C98E-7FDD1EA4EB83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173DF5AE-7B6E-A4BC-C5F0-2753A7E30DE3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5DE9758D-F7F8-3116-F9CB-FF17F65F56A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CD8A19A2-865C-3E80-01F6-30D2CD580B0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8A80F0DF-AF61-2DF0-B480-04435E0A635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8BD7774B-5EF3-C3B4-567F-B7591EFFF81B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DB6F1198-70C5-642A-0DBF-48F9DA3BBAB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FC99DFCF-CF73-704B-C12B-A3565D0BDE9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F4E87801-EFB2-7330-D61E-9F2D4A519CC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F723F88D-1C24-D35E-FE15-5EABD8CC132E}"/>
              </a:ext>
            </a:extLst>
          </p:cNvPr>
          <p:cNvSpPr/>
          <p:nvPr/>
        </p:nvSpPr>
        <p:spPr>
          <a:xfrm>
            <a:off x="19856074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923A6667-555C-398F-EC4C-A058D8943FDD}"/>
              </a:ext>
            </a:extLst>
          </p:cNvPr>
          <p:cNvGrpSpPr/>
          <p:nvPr/>
        </p:nvGrpSpPr>
        <p:grpSpPr>
          <a:xfrm>
            <a:off x="-8724657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0AD0377C-8E6E-A681-436E-7A29002303CF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A5897111-77D1-A2EB-A8C8-8ED70835A2AD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DAC5D776-51E2-8A9A-59E0-B43AA053CBC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B0C0026A-23C9-B83D-54B5-A3598773A86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47DF8847-2412-41AF-527F-0C29FD2D517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BD861E4C-1205-0C15-0D44-675948CD5793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E6CF9D79-4797-2B85-A9C2-A14AA64C36E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0177B814-743C-D340-ADBF-285C286FC81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AD001D36-38A0-6520-EB27-78C67584339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BF5F0487-B976-0DC0-4B37-08C77C76D28D}"/>
              </a:ext>
            </a:extLst>
          </p:cNvPr>
          <p:cNvSpPr/>
          <p:nvPr/>
        </p:nvSpPr>
        <p:spPr>
          <a:xfrm>
            <a:off x="-51361" y="0"/>
            <a:ext cx="12288196" cy="6885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6000" dirty="0" err="1">
                <a:solidFill>
                  <a:schemeClr val="tx1"/>
                </a:solidFill>
                <a:latin typeface="Bodoni MT" panose="02070603080606020203" pitchFamily="18" charset="0"/>
              </a:rPr>
              <a:t>Feed</a:t>
            </a:r>
            <a:endParaRPr lang="hu-HU" sz="60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B1153D9A-FE4F-70BE-E806-97C03FAD345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550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A42A60B5-74CD-AA26-B909-DB59245D394F}"/>
              </a:ext>
            </a:extLst>
          </p:cNvPr>
          <p:cNvGrpSpPr/>
          <p:nvPr/>
        </p:nvGrpSpPr>
        <p:grpSpPr>
          <a:xfrm>
            <a:off x="-8730153" y="5416324"/>
            <a:ext cx="7924802" cy="1614829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90840556-96E9-A8BE-9475-C4AC441C97E9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3B6A9A01-E8A0-1E4D-0160-F424EE462F53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D6949DEA-4247-B40C-93E7-5FAFF9D3B27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16157FBF-D21D-511C-0DCC-F7A0E6FF47F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670B2FD9-056F-5C59-8BE9-986CB930DA9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5C73EA7D-A0DD-074D-7030-44269B9D7184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2B47431F-BC5F-4911-E930-C3999089828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7E479871-AE07-B0A9-8DAF-AFBD6950B5F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B7FEAF4B-9716-3B86-A423-CC5811A79F9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9C91F83E-E746-2D56-1354-0E48C025A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5526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7BC1F2FD-C63E-B41E-CB89-8EA2B1A0DDE8}"/>
              </a:ext>
            </a:extLst>
          </p:cNvPr>
          <p:cNvGrpSpPr/>
          <p:nvPr/>
        </p:nvGrpSpPr>
        <p:grpSpPr>
          <a:xfrm>
            <a:off x="19741288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6DDA23A0-D447-6388-EBAA-2A55C8105D31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9D110C38-D929-2A96-F1EF-37EA280AC395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F2932CE8-0430-C647-3AFF-26355FB105E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BE93139D-5B37-EA90-E33D-2EBB26D23CA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98EC04F9-37DC-8440-49DE-668EFCD10CE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6BD87D9B-5815-A510-512E-2B2E21B3BB9F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0A86ADBB-5A50-B181-AAF4-564032B630F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F33DC759-B0F5-9EBE-209F-87556191A5A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B5136208-8186-39C5-3380-3B485BEC0E0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5774546D-A200-C377-8B2D-09B92021B699}"/>
              </a:ext>
            </a:extLst>
          </p:cNvPr>
          <p:cNvSpPr/>
          <p:nvPr/>
        </p:nvSpPr>
        <p:spPr>
          <a:xfrm>
            <a:off x="10069655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8B30B3D7-9564-032B-48C2-25BA6D760CCA}"/>
              </a:ext>
            </a:extLst>
          </p:cNvPr>
          <p:cNvSpPr/>
          <p:nvPr/>
        </p:nvSpPr>
        <p:spPr>
          <a:xfrm rot="10800000">
            <a:off x="9899052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E9DBACB8-8DE1-1F6E-7685-CCEF299761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71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83B4740C-CB5B-EDF1-104E-709DD1879A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69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5573AC65-7BF2-83C2-20A8-9380CD4455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51581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D26E479A-45FE-D744-B8AC-18A45FDAE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6953" y="290047"/>
            <a:ext cx="1347833" cy="1347833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44D3A4F-F351-294C-E6B7-49F758EDFD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846" y="2710322"/>
            <a:ext cx="3539905" cy="3539905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C3BD46D0-322D-3180-C40F-CCFC78E91F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" t="4253" r="2083" b="4253"/>
          <a:stretch>
            <a:fillRect/>
          </a:stretch>
        </p:blipFill>
        <p:spPr>
          <a:xfrm>
            <a:off x="-51583" y="2992205"/>
            <a:ext cx="9755179" cy="3968441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0A03A7BE-AC15-83D0-C738-BDAB36C06B1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019" y="7991840"/>
            <a:ext cx="5734050" cy="2257425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F3301CAD-F883-7CBF-762F-3185DC81D20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5849" y="8177328"/>
            <a:ext cx="4160076" cy="188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1695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AC8E5-6BFB-54C9-AE09-82AEA1267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E424257C-4989-33E8-5831-661705F37277}"/>
              </a:ext>
            </a:extLst>
          </p:cNvPr>
          <p:cNvGrpSpPr/>
          <p:nvPr/>
        </p:nvGrpSpPr>
        <p:grpSpPr>
          <a:xfrm>
            <a:off x="1973557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11C0398B-9E1B-85F9-ACC2-0A2E7250C916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39FD937E-3229-7E22-9A0E-D179A44D3FE6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88910487-681B-944F-8272-4B26831B5F1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02C0CD4D-12B5-FF5B-7262-7B1C39161D1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AFEF7450-9542-F329-1300-971523F4638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9492EBF6-FB2D-1F6D-1ECA-B6E746FD1FE0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D663EFF8-84B2-1C86-28B1-C64542F7B4F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73C57867-3D3C-6668-C407-EA465EAAE39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053676C6-C206-5AC6-0EAA-AECF312FDFD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395FCD8F-EF81-A656-2487-FFE90B02D981}"/>
              </a:ext>
            </a:extLst>
          </p:cNvPr>
          <p:cNvSpPr/>
          <p:nvPr/>
        </p:nvSpPr>
        <p:spPr>
          <a:xfrm>
            <a:off x="19856074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B3A453BF-0F11-B0A5-A57E-96D48361A069}"/>
              </a:ext>
            </a:extLst>
          </p:cNvPr>
          <p:cNvGrpSpPr/>
          <p:nvPr/>
        </p:nvGrpSpPr>
        <p:grpSpPr>
          <a:xfrm>
            <a:off x="-8724657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FB64AEE8-0F41-F4B7-30A9-C3FD2A22A678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70EF7813-CE94-D9A5-75B7-5761D4331644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6798117F-F14E-3C7D-0B78-EEFA182D68B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01458E0C-BE17-7E16-D01F-2B036BBF56A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A6EB93DA-6E38-E50D-1D71-AF2100DBC62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341BA823-3323-17CC-A4D6-CF0BA4829477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78DF187A-DBD4-4AC2-7736-5D824AEF8F5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EF41C4EA-D4F8-CA92-1D4E-164E2D037D4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2831180A-AFC9-AB67-8C43-BE09319CBBD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E7EF2F4F-480D-F5B8-1996-C985E7D5975D}"/>
              </a:ext>
            </a:extLst>
          </p:cNvPr>
          <p:cNvSpPr/>
          <p:nvPr/>
        </p:nvSpPr>
        <p:spPr>
          <a:xfrm>
            <a:off x="-51361" y="0"/>
            <a:ext cx="12288196" cy="6885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6000" dirty="0" err="1">
                <a:solidFill>
                  <a:schemeClr val="tx1"/>
                </a:solidFill>
                <a:latin typeface="Bodoni MT" panose="02070603080606020203" pitchFamily="18" charset="0"/>
              </a:rPr>
              <a:t>Feed</a:t>
            </a:r>
            <a:endParaRPr lang="hu-HU" sz="60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C424FBA2-0778-5503-DFCE-E9ED7A080C9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550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271712DB-FB9E-48BC-7C3A-615B8EE2C923}"/>
              </a:ext>
            </a:extLst>
          </p:cNvPr>
          <p:cNvGrpSpPr/>
          <p:nvPr/>
        </p:nvGrpSpPr>
        <p:grpSpPr>
          <a:xfrm>
            <a:off x="-8730153" y="5416324"/>
            <a:ext cx="7924802" cy="1614829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0606674C-09B6-A846-EB89-B65108C1D6CB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AC7CF931-B132-03FD-2614-81E029A353E6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B9A86F0D-D287-BCBE-4D01-D75616F7BBF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42200BDD-B7CB-A5C4-413C-AE73DE6035E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1A8844AD-5220-59B2-EB1F-09446249FB5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51661154-B79E-BF6E-CDCB-D33F4D8C84AA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ABFA2E3D-C010-DEFD-C7FA-AE78DB6A38E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382815EE-EA88-6EC1-E2A2-1FE35FE55D1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9BD89ECA-FA43-40A5-3C47-A870EAF61F7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D6057367-CEBA-01F8-9DC1-BD28E68677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5526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7DDD426C-680C-A42B-7676-FB69B36773AD}"/>
              </a:ext>
            </a:extLst>
          </p:cNvPr>
          <p:cNvGrpSpPr/>
          <p:nvPr/>
        </p:nvGrpSpPr>
        <p:grpSpPr>
          <a:xfrm>
            <a:off x="19741288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2BBD7F49-8B3D-23FE-8BE3-4AA34F0183AC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F3B6DBB2-AB40-D1EB-C349-85C7ACDD8431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7684557F-874A-1436-09A5-B92591C5C71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E06CD8B3-14AE-2F3A-BE1B-CD2105D6161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C547CFB6-A34A-0F5E-61B8-A799F3D1DB9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B66FDB6D-C5D8-63A2-43F7-0989D68C42B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4612E62C-3809-0BA1-1EB0-7BDA70D7AE2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F9EC9A0C-0222-4240-101E-341678E9A59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04F8EED5-CC23-393A-37CA-9EAF077E293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0F266279-5BAE-BEE3-F8B4-AFE44E06434C}"/>
              </a:ext>
            </a:extLst>
          </p:cNvPr>
          <p:cNvSpPr/>
          <p:nvPr/>
        </p:nvSpPr>
        <p:spPr>
          <a:xfrm>
            <a:off x="10069655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E02007D4-59EA-0DCA-0D46-EDA72CA10DED}"/>
              </a:ext>
            </a:extLst>
          </p:cNvPr>
          <p:cNvSpPr/>
          <p:nvPr/>
        </p:nvSpPr>
        <p:spPr>
          <a:xfrm rot="10800000">
            <a:off x="9899052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A3B93E86-BCC9-9077-8E8C-D555E81724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71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9D5C011F-78F8-CAB6-ADB6-2A9C55B1FA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69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EF18A1F4-DA50-29D0-FED1-787E54B542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51581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3F9C0656-EA22-630A-4F09-9AE0660EE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6953" y="290047"/>
            <a:ext cx="1347833" cy="1347833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92D1FDBB-CBD4-0F5A-788E-83039E5D6A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846" y="2710322"/>
            <a:ext cx="3539905" cy="3539905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D974DC43-EE3C-5EB9-1679-AB1A528802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" t="4253" r="2083" b="4253"/>
          <a:stretch>
            <a:fillRect/>
          </a:stretch>
        </p:blipFill>
        <p:spPr>
          <a:xfrm>
            <a:off x="-51583" y="2992205"/>
            <a:ext cx="9755179" cy="3968441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98EC35E8-3865-973F-02A3-98E36F11AE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54206" y="3815223"/>
            <a:ext cx="5734050" cy="2257425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FE66EAFB-86EF-70C4-63B2-6823402AA0C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5849" y="8177328"/>
            <a:ext cx="4160076" cy="188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16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C265E-72A5-9E2D-64D8-4D2338AB8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2C70094C-58C6-2A2A-2950-6F92CCD7009B}"/>
              </a:ext>
            </a:extLst>
          </p:cNvPr>
          <p:cNvGrpSpPr/>
          <p:nvPr/>
        </p:nvGrpSpPr>
        <p:grpSpPr>
          <a:xfrm>
            <a:off x="1973557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341F0228-341C-8B62-AC07-42B648CC0A6B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1E9FCF76-B8A2-6C0F-C2B9-3DAD3B6045B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6605B15B-7005-D59B-89DC-1F443D438BF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C85CC4DD-B22F-F239-ADCD-11A6CBE7446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91B10108-5951-87DA-37D7-609C021AE01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9D61EFB1-01FD-0441-42DD-B974FA62EC10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B61D99D8-624D-FE1D-A355-1CBD2536EA4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9DFD89BF-D2EC-2E80-30CA-7E3A675BA07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50E597EC-8515-EDFA-AF37-83A8F3D201F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F4C560F1-4A9F-C55D-B95A-B8ED78055FE0}"/>
              </a:ext>
            </a:extLst>
          </p:cNvPr>
          <p:cNvSpPr/>
          <p:nvPr/>
        </p:nvSpPr>
        <p:spPr>
          <a:xfrm>
            <a:off x="19856074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8F25A6FE-0EFB-E9E6-B902-8E48197D1196}"/>
              </a:ext>
            </a:extLst>
          </p:cNvPr>
          <p:cNvGrpSpPr/>
          <p:nvPr/>
        </p:nvGrpSpPr>
        <p:grpSpPr>
          <a:xfrm>
            <a:off x="-8724657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E0748674-C86D-BF84-894C-BA7B5BA1D927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81F50AFD-8C4F-1CB6-9013-4B242EC517F4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E8D55FDE-AEB4-6E0F-8277-B9395AACAFC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6BC2BDE9-A38E-CF08-9F1A-A6F122ECE7C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95AF5071-D461-7CFF-D843-E66C3BFCDC3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8A037A73-8BA0-5835-F411-6646D0764BED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5579492B-72C2-A538-CD12-BF50E88CA2B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4FD50934-F28E-EC63-E9DD-80542E7ABE4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95E99904-AC20-2000-790E-84C23F7F20C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2140C3F4-FFF7-6B02-F8D8-373B3F9EE4E8}"/>
              </a:ext>
            </a:extLst>
          </p:cNvPr>
          <p:cNvSpPr/>
          <p:nvPr/>
        </p:nvSpPr>
        <p:spPr>
          <a:xfrm>
            <a:off x="-51361" y="0"/>
            <a:ext cx="12288196" cy="6885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6000" dirty="0" err="1">
                <a:solidFill>
                  <a:schemeClr val="tx1"/>
                </a:solidFill>
                <a:latin typeface="Bodoni MT" panose="02070603080606020203" pitchFamily="18" charset="0"/>
              </a:rPr>
              <a:t>Feed</a:t>
            </a:r>
            <a:endParaRPr lang="hu-HU" sz="60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8AFB9D8A-290C-5F02-0374-A1CAAF8AA4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550" y="1789974"/>
            <a:ext cx="7552866" cy="480060"/>
          </a:xfrm>
          <a:prstGeom prst="rect">
            <a:avLst/>
          </a:prstGeom>
          <a:effectLst/>
        </p:spPr>
      </p:pic>
      <p:cxnSp>
        <p:nvCxnSpPr>
          <p:cNvPr id="39" name="Egyenes összekötő nyíllal 38">
            <a:extLst>
              <a:ext uri="{FF2B5EF4-FFF2-40B4-BE49-F238E27FC236}">
                <a16:creationId xmlns:a16="http://schemas.microsoft.com/office/drawing/2014/main" id="{6FB11AA9-BAB7-FA86-5A98-739DBD4EFAE3}"/>
              </a:ext>
            </a:extLst>
          </p:cNvPr>
          <p:cNvCxnSpPr>
            <a:cxnSpLocks/>
          </p:cNvCxnSpPr>
          <p:nvPr/>
        </p:nvCxnSpPr>
        <p:spPr>
          <a:xfrm flipH="1">
            <a:off x="4609069" y="3471069"/>
            <a:ext cx="290337" cy="17486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9AA35313-D83B-8875-A2F1-87CD8DC6317A}"/>
              </a:ext>
            </a:extLst>
          </p:cNvPr>
          <p:cNvGrpSpPr/>
          <p:nvPr/>
        </p:nvGrpSpPr>
        <p:grpSpPr>
          <a:xfrm>
            <a:off x="-8730153" y="5416324"/>
            <a:ext cx="7924802" cy="1614829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12C913C7-D28E-BC13-ED6A-2EBD1F9E47AA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114AB250-8628-4B72-A16B-BBDF91C4068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8A440B3D-2984-F729-B06D-4DB92123590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3A88431E-2A34-6B5C-F14E-B0E538DB822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93901296-F497-DECE-C020-4B366B10751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4B64FA51-15C7-3ED5-000E-92AD7A2FE4DF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FE47FAD9-655C-5255-F205-AF6F9D23430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233C188E-E8C2-708A-375B-11E1E1D8F1D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485EC195-F624-A889-5127-D868FE58BA4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5DF170B6-BC5B-D66C-9EE4-EA1890287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5526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F5497E03-B992-7305-173E-898C8E337CB3}"/>
              </a:ext>
            </a:extLst>
          </p:cNvPr>
          <p:cNvGrpSpPr/>
          <p:nvPr/>
        </p:nvGrpSpPr>
        <p:grpSpPr>
          <a:xfrm>
            <a:off x="19741288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71CDA833-B394-E2B1-875F-36AE9BB62F94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3FA926D2-E7BA-24AE-E548-A202546AADFB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D1976BA8-25ED-B46E-F16C-AB0E2E3FB416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C37912AC-F01F-6813-296E-B0ABAEA3042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37E11493-1D00-1470-6CA4-43CF5D72CB4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4EF96E47-7A72-C2A1-77CB-B35852B9D0E9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A25B56C3-1C9A-D037-C7CA-817F47EBED4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69282F22-7E28-59F3-770D-E42AAB17142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9E4C03C2-FA28-FCB6-1082-913D2907E89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9F67557A-6115-90AA-BA99-DF7F31A4FF9A}"/>
              </a:ext>
            </a:extLst>
          </p:cNvPr>
          <p:cNvSpPr/>
          <p:nvPr/>
        </p:nvSpPr>
        <p:spPr>
          <a:xfrm>
            <a:off x="10069655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B4EF453C-05E5-9F5B-A32A-4C5161D070E2}"/>
              </a:ext>
            </a:extLst>
          </p:cNvPr>
          <p:cNvSpPr/>
          <p:nvPr/>
        </p:nvSpPr>
        <p:spPr>
          <a:xfrm rot="10800000">
            <a:off x="9899052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5E1B3EBB-687A-401B-FE6E-9ED84BF823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71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DE8D1E0D-210C-B057-D88F-6B23D37E9C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69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BE4E189C-83D7-F724-A1FA-6C272F7E06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51581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5D55BFE9-6D41-89D2-5B5B-B2AD99AA2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6953" y="290047"/>
            <a:ext cx="1347833" cy="1347833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1F06B608-B58A-8E04-75CC-76F949C0CF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846" y="2710322"/>
            <a:ext cx="3539905" cy="3539905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CD30D740-8265-399E-F435-BA576A2F7E2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" t="4253" r="2083" b="4253"/>
          <a:stretch>
            <a:fillRect/>
          </a:stretch>
        </p:blipFill>
        <p:spPr>
          <a:xfrm>
            <a:off x="-4928951" y="8246491"/>
            <a:ext cx="9755179" cy="3968441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56850701-E753-39EA-5860-FE349067DCA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623162" y="9069509"/>
            <a:ext cx="5734050" cy="2257425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DAEBA405-9A23-C24E-5E38-296227FEB08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3863" y="2915966"/>
            <a:ext cx="4160076" cy="1886136"/>
          </a:xfrm>
          <a:prstGeom prst="rect">
            <a:avLst/>
          </a:prstGeom>
        </p:spPr>
      </p:pic>
      <p:cxnSp>
        <p:nvCxnSpPr>
          <p:cNvPr id="5" name="Egyenes összekötő nyíllal 4">
            <a:extLst>
              <a:ext uri="{FF2B5EF4-FFF2-40B4-BE49-F238E27FC236}">
                <a16:creationId xmlns:a16="http://schemas.microsoft.com/office/drawing/2014/main" id="{8F0C92AC-741A-1512-D373-52944F8FE274}"/>
              </a:ext>
            </a:extLst>
          </p:cNvPr>
          <p:cNvCxnSpPr>
            <a:cxnSpLocks/>
          </p:cNvCxnSpPr>
          <p:nvPr/>
        </p:nvCxnSpPr>
        <p:spPr>
          <a:xfrm flipH="1">
            <a:off x="3376522" y="2212191"/>
            <a:ext cx="1363118" cy="8515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nyíllal 12">
            <a:extLst>
              <a:ext uri="{FF2B5EF4-FFF2-40B4-BE49-F238E27FC236}">
                <a16:creationId xmlns:a16="http://schemas.microsoft.com/office/drawing/2014/main" id="{3458B28E-6337-F5EC-A6B0-81A2B8299681}"/>
              </a:ext>
            </a:extLst>
          </p:cNvPr>
          <p:cNvCxnSpPr>
            <a:cxnSpLocks/>
          </p:cNvCxnSpPr>
          <p:nvPr/>
        </p:nvCxnSpPr>
        <p:spPr>
          <a:xfrm flipH="1">
            <a:off x="2887976" y="3429000"/>
            <a:ext cx="1938252" cy="430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nyíllal 17">
            <a:extLst>
              <a:ext uri="{FF2B5EF4-FFF2-40B4-BE49-F238E27FC236}">
                <a16:creationId xmlns:a16="http://schemas.microsoft.com/office/drawing/2014/main" id="{C619BDC0-EBDE-1B9E-CA49-5D557930079F}"/>
              </a:ext>
            </a:extLst>
          </p:cNvPr>
          <p:cNvCxnSpPr>
            <a:cxnSpLocks/>
          </p:cNvCxnSpPr>
          <p:nvPr/>
        </p:nvCxnSpPr>
        <p:spPr>
          <a:xfrm flipH="1" flipV="1">
            <a:off x="2573093" y="4239531"/>
            <a:ext cx="2100150" cy="395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Egyenes összekötő nyíllal 21">
            <a:extLst>
              <a:ext uri="{FF2B5EF4-FFF2-40B4-BE49-F238E27FC236}">
                <a16:creationId xmlns:a16="http://schemas.microsoft.com/office/drawing/2014/main" id="{1BB8F794-46A7-65BB-4FF6-43D8C82F256A}"/>
              </a:ext>
            </a:extLst>
          </p:cNvPr>
          <p:cNvCxnSpPr>
            <a:cxnSpLocks/>
          </p:cNvCxnSpPr>
          <p:nvPr/>
        </p:nvCxnSpPr>
        <p:spPr>
          <a:xfrm flipH="1" flipV="1">
            <a:off x="2491751" y="4659612"/>
            <a:ext cx="1803158" cy="7567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D6E1480B-92A9-FDEA-A0D1-456894332FD8}"/>
              </a:ext>
            </a:extLst>
          </p:cNvPr>
          <p:cNvSpPr txBox="1"/>
          <p:nvPr/>
        </p:nvSpPr>
        <p:spPr>
          <a:xfrm>
            <a:off x="4926084" y="2019647"/>
            <a:ext cx="37198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000" dirty="0">
                <a:latin typeface="Bodoni MT" panose="02070603080606020203" pitchFamily="18" charset="0"/>
              </a:rPr>
              <a:t>Kommentért felelős komponens</a:t>
            </a: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C202FAC6-CD21-7CFA-32B5-412FF8B83999}"/>
              </a:ext>
            </a:extLst>
          </p:cNvPr>
          <p:cNvSpPr txBox="1"/>
          <p:nvPr/>
        </p:nvSpPr>
        <p:spPr>
          <a:xfrm>
            <a:off x="4926084" y="3243907"/>
            <a:ext cx="28368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000" dirty="0">
                <a:latin typeface="Bodoni MT" panose="02070603080606020203" pitchFamily="18" charset="0"/>
              </a:rPr>
              <a:t>A bejegyzés komponense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3C36E25D-E77A-17C0-3ABA-72E100CA7F0E}"/>
              </a:ext>
            </a:extLst>
          </p:cNvPr>
          <p:cNvSpPr txBox="1"/>
          <p:nvPr/>
        </p:nvSpPr>
        <p:spPr>
          <a:xfrm>
            <a:off x="4368087" y="5248828"/>
            <a:ext cx="34017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000" dirty="0">
                <a:latin typeface="Bodoni MT" panose="02070603080606020203" pitchFamily="18" charset="0"/>
              </a:rPr>
              <a:t>A </a:t>
            </a:r>
            <a:r>
              <a:rPr lang="hu-HU" sz="2000" dirty="0" err="1">
                <a:latin typeface="Bodoni MT" panose="02070603080606020203" pitchFamily="18" charset="0"/>
              </a:rPr>
              <a:t>feed</a:t>
            </a:r>
            <a:r>
              <a:rPr lang="hu-HU" sz="2000" dirty="0">
                <a:latin typeface="Bodoni MT" panose="02070603080606020203" pitchFamily="18" charset="0"/>
              </a:rPr>
              <a:t> tartó kerete (</a:t>
            </a:r>
            <a:r>
              <a:rPr lang="hu-HU" sz="2000" dirty="0" err="1">
                <a:latin typeface="Bodoni MT" panose="02070603080606020203" pitchFamily="18" charset="0"/>
              </a:rPr>
              <a:t>frame</a:t>
            </a:r>
            <a:r>
              <a:rPr lang="hu-HU" sz="2000" dirty="0">
                <a:latin typeface="Bodoni MT" panose="02070603080606020203" pitchFamily="18" charset="0"/>
              </a:rPr>
              <a:t>-je).</a:t>
            </a:r>
          </a:p>
        </p:txBody>
      </p:sp>
      <p:cxnSp>
        <p:nvCxnSpPr>
          <p:cNvPr id="29" name="Egyenes összekötő nyíllal 28">
            <a:extLst>
              <a:ext uri="{FF2B5EF4-FFF2-40B4-BE49-F238E27FC236}">
                <a16:creationId xmlns:a16="http://schemas.microsoft.com/office/drawing/2014/main" id="{556785AB-6AC2-3AAA-8C32-1ADF518AF897}"/>
              </a:ext>
            </a:extLst>
          </p:cNvPr>
          <p:cNvCxnSpPr>
            <a:cxnSpLocks/>
          </p:cNvCxnSpPr>
          <p:nvPr/>
        </p:nvCxnSpPr>
        <p:spPr>
          <a:xfrm>
            <a:off x="5642643" y="2458255"/>
            <a:ext cx="0" cy="8171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79DFF90B-A599-3681-0968-D2F286520D43}"/>
              </a:ext>
            </a:extLst>
          </p:cNvPr>
          <p:cNvSpPr txBox="1"/>
          <p:nvPr/>
        </p:nvSpPr>
        <p:spPr>
          <a:xfrm>
            <a:off x="4788029" y="4097726"/>
            <a:ext cx="5275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000" dirty="0"/>
              <a:t>A bejegyzés létrehozásáért felelős komponens</a:t>
            </a:r>
            <a:endParaRPr lang="hu-HU" sz="2000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576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8" grpId="0"/>
      <p:bldP spid="27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3C6B0-3A99-80AB-001A-499EC935B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C451BBC2-FC26-293E-3741-7BE5D4F7A2D1}"/>
              </a:ext>
            </a:extLst>
          </p:cNvPr>
          <p:cNvGrpSpPr/>
          <p:nvPr/>
        </p:nvGrpSpPr>
        <p:grpSpPr>
          <a:xfrm>
            <a:off x="1973557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39157FE6-6FC5-44B3-E3A7-6109B4267997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4124D21F-653E-68AF-BC84-6F7862E92CC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0F17E669-E3A0-C4A7-D260-3F7289DB589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BB7FEFF8-D61D-AE89-C21F-D7609E41BAA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77636559-6ED8-6630-CDCC-2C73A146161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AB60455B-9B45-6155-F19E-DDEB94C36DC7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816DE48B-F16F-06E4-FA67-29DA9E3DAB6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98F9A4C1-7B13-DF92-436C-4CFE5FD1B4C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2F22DD92-4C19-B9D3-C30C-13DB3246CBB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60DFE0C8-27DF-4E62-4296-14E855CB37D7}"/>
              </a:ext>
            </a:extLst>
          </p:cNvPr>
          <p:cNvSpPr/>
          <p:nvPr/>
        </p:nvSpPr>
        <p:spPr>
          <a:xfrm>
            <a:off x="19856074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C8424BFD-95BA-69E9-001D-239B8D8D8980}"/>
              </a:ext>
            </a:extLst>
          </p:cNvPr>
          <p:cNvGrpSpPr/>
          <p:nvPr/>
        </p:nvGrpSpPr>
        <p:grpSpPr>
          <a:xfrm>
            <a:off x="-8724657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D278ADCE-849F-505A-8FFD-03DE6119F747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FF70207D-A7C8-069C-8DFC-1978FD2DA319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80ACDB75-A18B-1A1D-8F5D-85BD79CB9A7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7D37403D-D6AC-D449-6FA4-9D1582C6D45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21562B2F-CD11-170F-A14F-A9E15B0C8DF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AD056246-F2CF-749B-470D-A3A2F7860BC2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F9A149E1-CEE0-350B-DF1F-80E94B449B5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C0790A1B-9CE1-597E-8055-78EBB2E23E8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CECB7E54-A94D-B5F8-99F7-FAD7E123DEA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7F42E19B-EC35-17F6-5624-A92729C818C8}"/>
              </a:ext>
            </a:extLst>
          </p:cNvPr>
          <p:cNvSpPr/>
          <p:nvPr/>
        </p:nvSpPr>
        <p:spPr>
          <a:xfrm>
            <a:off x="-51361" y="0"/>
            <a:ext cx="12288196" cy="6885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hu-HU" sz="6000" dirty="0">
                <a:solidFill>
                  <a:schemeClr val="tx1"/>
                </a:solidFill>
                <a:latin typeface="Bodoni MT" panose="02070603080606020203" pitchFamily="18" charset="0"/>
              </a:rPr>
              <a:t>Asztali alkalmazás</a:t>
            </a:r>
          </a:p>
        </p:txBody>
      </p:sp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2C15678A-AEE1-48C8-6565-2BACEA965B7E}"/>
              </a:ext>
            </a:extLst>
          </p:cNvPr>
          <p:cNvGrpSpPr/>
          <p:nvPr/>
        </p:nvGrpSpPr>
        <p:grpSpPr>
          <a:xfrm>
            <a:off x="-8730153" y="5416324"/>
            <a:ext cx="7924802" cy="1614829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879F49CB-B3B8-E928-C0EE-1EA448943A85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9C556D37-A23E-512D-8ED5-1A0A37EA18AB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647D3C83-6853-57FC-BE2E-BFC897F8AB1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643866E2-A393-78C2-C598-945B4CF2BA0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58737A13-BC2E-8D19-B313-EC8586E7BD0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0FDA9707-3E2E-9890-C410-DE9696456E23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BBD7DAD1-818F-CD82-C7DE-CF9307901A7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7DAAFF7B-8F24-6D99-B1E6-A02880DDF66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F408B3FE-1432-46A1-8D0E-F54B6670B27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0A94E64E-01F6-D6B7-D2CF-905A2FB108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5526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9C1217FA-03BD-2AD6-714B-513A88FDA9FE}"/>
              </a:ext>
            </a:extLst>
          </p:cNvPr>
          <p:cNvGrpSpPr/>
          <p:nvPr/>
        </p:nvGrpSpPr>
        <p:grpSpPr>
          <a:xfrm>
            <a:off x="19741288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3AB4ABF2-C503-180B-B011-C4A506C99CC7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6F714E62-F895-2A90-3022-7F7DBDB89685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31A55ED3-4C99-DF07-FA9F-15BCFF883E1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71A575F8-FFE8-B7D9-7565-D7559674B7F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6534D672-636D-C091-5879-D28DE5D1539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A301405F-AD19-CBE1-C1C4-E7D714280F49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08FD2270-3113-3E37-C4A5-33FC06E1FF2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101F7D44-897E-6FA7-F3CA-E55CBC29F95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B4DA2D39-784C-BFD9-3258-BFDA85C54EC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F549B7E6-844B-FE87-AD52-244CE59A70CC}"/>
              </a:ext>
            </a:extLst>
          </p:cNvPr>
          <p:cNvSpPr/>
          <p:nvPr/>
        </p:nvSpPr>
        <p:spPr>
          <a:xfrm>
            <a:off x="10069655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F93282ED-BF8F-3EA7-0002-B9BDC54B5D25}"/>
              </a:ext>
            </a:extLst>
          </p:cNvPr>
          <p:cNvSpPr/>
          <p:nvPr/>
        </p:nvSpPr>
        <p:spPr>
          <a:xfrm rot="10800000">
            <a:off x="9899052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EF711606-62F4-0E9F-0911-623E411880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71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4CF29AE9-6427-1DCF-0EA7-693A4AD45C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69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A9B65F16-370C-D08C-7396-F8D041885D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51581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52293CD7-9826-18E8-A734-C7D6C16AD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6953" y="290047"/>
            <a:ext cx="1347833" cy="1347833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49D02D72-EEAE-588E-7168-8B8089B700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846" y="2710322"/>
            <a:ext cx="3539905" cy="35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8949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FC5ED-A7D6-684C-0D78-61E437C36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F5B192E2-AC5C-C048-F46D-8B739595A2DC}"/>
              </a:ext>
            </a:extLst>
          </p:cNvPr>
          <p:cNvGrpSpPr/>
          <p:nvPr/>
        </p:nvGrpSpPr>
        <p:grpSpPr>
          <a:xfrm>
            <a:off x="1973557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F4C1D4E4-2A36-EF35-E712-A11FC0E3D76D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48A96EA0-CC53-56EA-5DE6-A242E78F3FE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220D64A9-FE4E-78F0-1715-679215752E9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3C6A2B5E-49C4-A14C-9B09-1484C253592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40264417-BADF-5185-25A3-4C2D2AF0920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59DD9793-0683-1373-A130-5ADAE2FB36A4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E674BF5E-E4A3-5B39-23D7-CA0F431F205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3688FCEC-91A7-BBC2-EFDD-7EDCA287AA1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7C59C2EE-C52C-B497-8A1B-C6B5BD388EF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94FF1618-BF04-AE4A-879F-D4A370051F1B}"/>
              </a:ext>
            </a:extLst>
          </p:cNvPr>
          <p:cNvSpPr/>
          <p:nvPr/>
        </p:nvSpPr>
        <p:spPr>
          <a:xfrm>
            <a:off x="19856074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E5863A4E-81EC-2374-FF40-0C355F872B18}"/>
              </a:ext>
            </a:extLst>
          </p:cNvPr>
          <p:cNvGrpSpPr/>
          <p:nvPr/>
        </p:nvGrpSpPr>
        <p:grpSpPr>
          <a:xfrm>
            <a:off x="-8724657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9F290A49-13E8-EB3B-4DC1-7DFCD455A408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83407CD4-85C7-0650-693B-F907B32F47B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90A211DF-FB98-B76B-E913-01C581FE4A5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07A62AAC-274F-51D5-AA1B-DE04CD3A9CB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FD9CDB9F-A887-02DA-7F5C-F9F8B6F2052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B9C70BD7-0BD0-DA6A-2957-01FED296A565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4E0049DA-FF49-FBC9-FD46-CFF0CBE555F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F0CA2BF3-0904-A53B-1542-85A3197A5AF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6D029946-85C6-685C-F7CF-0361E01BE50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C90782C5-3D54-F5C2-C4C1-958A74A2B3DF}"/>
              </a:ext>
            </a:extLst>
          </p:cNvPr>
          <p:cNvSpPr/>
          <p:nvPr/>
        </p:nvSpPr>
        <p:spPr>
          <a:xfrm>
            <a:off x="-51361" y="0"/>
            <a:ext cx="12288196" cy="6885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pl-PL" sz="6000" dirty="0">
                <a:solidFill>
                  <a:schemeClr val="tx1"/>
                </a:solidFill>
                <a:latin typeface="Bodoni MT" panose="02070603080606020203" pitchFamily="18" charset="0"/>
              </a:rPr>
              <a:t>Mi a cél és kiknek szól?</a:t>
            </a:r>
            <a:endParaRPr lang="hu-HU" sz="60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2A90E6FC-E81E-3804-A2D8-2FA7F1D65FA8}"/>
              </a:ext>
            </a:extLst>
          </p:cNvPr>
          <p:cNvGrpSpPr/>
          <p:nvPr/>
        </p:nvGrpSpPr>
        <p:grpSpPr>
          <a:xfrm>
            <a:off x="-8730153" y="5416324"/>
            <a:ext cx="7924802" cy="1614829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BA2B4E80-3369-A0A1-8876-55AE7EB2411F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396045F0-9417-C7F6-3BB0-BBCFC4B05117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891E8D56-B92E-E41D-1EBC-565ECC549CB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D6D9F05C-00D3-9196-5FE0-8FB087FC8F3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868291E8-6893-3EAC-CD6A-1B6473BC6C4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AF5B1D87-86DF-C304-4CF6-BBC47BC63099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EA961BC1-4023-F5A0-20CB-4B434D931D7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544B69DD-F672-73BD-097F-A20D0CCBBED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160554BB-04C6-0163-9512-7D08CDBFCF0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C7D4C33F-5048-AC9A-1CB1-4560D7D13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5526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2F6D27CD-E244-9CEA-DE5F-2FAC0DE1E501}"/>
              </a:ext>
            </a:extLst>
          </p:cNvPr>
          <p:cNvGrpSpPr/>
          <p:nvPr/>
        </p:nvGrpSpPr>
        <p:grpSpPr>
          <a:xfrm>
            <a:off x="19741288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14F082C9-8501-208D-A55D-74EF45A20BB8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B5F34FB7-BB06-AC0E-0D86-0B9C9A3F079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F491DECD-F691-0D8A-8A20-7F4E84B56C8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7FD28537-1F24-1E18-B5F5-C33321B0CEC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1AF614BF-A7B8-2B38-E2BE-55DB6C4BA98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582C9B0C-6051-36D5-50C9-5D752BE0FDDA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C16342CC-96CD-F519-2055-551B390F804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F4581969-ED61-98DD-EC2D-6DC78A485B7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004B2E16-F7D5-69B9-1705-E2D15E01E6D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48E670E3-609F-657A-7D69-F724041EFD96}"/>
              </a:ext>
            </a:extLst>
          </p:cNvPr>
          <p:cNvSpPr/>
          <p:nvPr/>
        </p:nvSpPr>
        <p:spPr>
          <a:xfrm>
            <a:off x="10069655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C99C9B1A-4B2D-94B4-CB58-B808A5E002F4}"/>
              </a:ext>
            </a:extLst>
          </p:cNvPr>
          <p:cNvSpPr/>
          <p:nvPr/>
        </p:nvSpPr>
        <p:spPr>
          <a:xfrm rot="10800000">
            <a:off x="9899052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C5EF8435-62A8-0148-A9C0-63A0489A65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71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F175800E-8EEA-D15D-3BB5-5EFD28E989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69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D5DAFE3A-6B8B-995B-8700-390D7A5F45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51581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FCD36C84-8F1E-3E0B-8529-B795D46B7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6953" y="290047"/>
            <a:ext cx="1347833" cy="1347833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5D3B8369-B6EF-A957-8C15-42586EECEC3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846" y="2710322"/>
            <a:ext cx="3539905" cy="3539905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354C0014-8145-5478-C674-8F4CABE6F7FA}"/>
              </a:ext>
            </a:extLst>
          </p:cNvPr>
          <p:cNvSpPr txBox="1"/>
          <p:nvPr/>
        </p:nvSpPr>
        <p:spPr>
          <a:xfrm>
            <a:off x="1887793" y="8937523"/>
            <a:ext cx="71382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 err="1">
                <a:latin typeface="Bodoni MT" panose="02070603080606020203" pitchFamily="18" charset="0"/>
              </a:rPr>
              <a:t>Adminok</a:t>
            </a:r>
            <a:r>
              <a:rPr lang="hu-HU" sz="3200" dirty="0">
                <a:latin typeface="Bodoni MT" panose="02070603080606020203" pitchFamily="18" charset="0"/>
              </a:rPr>
              <a:t> és tulajdonosok számára</a:t>
            </a:r>
            <a:br>
              <a:rPr lang="hu-HU" sz="3200" dirty="0">
                <a:latin typeface="Bodoni MT" panose="02070603080606020203" pitchFamily="18" charset="0"/>
              </a:rPr>
            </a:br>
            <a:r>
              <a:rPr lang="hu-HU" sz="3200" dirty="0">
                <a:latin typeface="Bodoni MT" panose="02070603080606020203" pitchFamily="18" charset="0"/>
              </a:rPr>
              <a:t>Az oldaluk kezelésére</a:t>
            </a:r>
          </a:p>
        </p:txBody>
      </p:sp>
    </p:spTree>
    <p:extLst>
      <p:ext uri="{BB962C8B-B14F-4D97-AF65-F5344CB8AC3E}">
        <p14:creationId xmlns:p14="http://schemas.microsoft.com/office/powerpoint/2010/main" val="3240745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B1E71-905A-5983-A1DB-99D5A9ACA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68156372-D78D-E13F-B185-795E96667722}"/>
              </a:ext>
            </a:extLst>
          </p:cNvPr>
          <p:cNvGrpSpPr/>
          <p:nvPr/>
        </p:nvGrpSpPr>
        <p:grpSpPr>
          <a:xfrm>
            <a:off x="1973557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0689F07B-10FE-9ED0-9E04-20A092ABB3A1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FA0CB662-E9AE-C5B5-3E0E-A79C2EEF07DB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9729EC60-0D50-73A6-7906-8AA465AA3DC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0AF7310C-5351-AF41-10D0-BFD03246F2A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EB0B463E-D53E-5D48-66E4-C11BF005436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820549B2-C724-16A3-BDCD-E1831780FDF7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92534C0F-6B2A-D565-1B5D-66844805253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DD0928E4-811E-DBCA-CF70-D9EA0594027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E54C2D70-7C22-B4B3-2900-3B5630E6FAB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EF99C92C-F740-AE62-99BF-2FDB5CA89333}"/>
              </a:ext>
            </a:extLst>
          </p:cNvPr>
          <p:cNvSpPr/>
          <p:nvPr/>
        </p:nvSpPr>
        <p:spPr>
          <a:xfrm>
            <a:off x="19856074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AE7EBE2E-0C82-C236-8CBF-79C726850FF3}"/>
              </a:ext>
            </a:extLst>
          </p:cNvPr>
          <p:cNvGrpSpPr/>
          <p:nvPr/>
        </p:nvGrpSpPr>
        <p:grpSpPr>
          <a:xfrm>
            <a:off x="-8724657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D62A8E00-30F4-D71B-CE3E-C6ECE7355A52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8C25DC66-D116-D345-8340-2F871C4398E3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9C95A302-47A2-638C-3C9E-467E46A9C7A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E5201852-96C9-3615-8905-E5E731AC40A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98D80512-6C2B-5703-7E0E-A4215C25863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78007F3A-4A5A-D352-8F69-DE44AA8460E2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14F409F0-0963-C5C7-B684-7FD675073C8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C241FCE5-155D-26CE-E7F6-F2F46DCC4DC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46DF3840-F812-BD70-E90D-C281893C3AC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2D286AD1-7188-4D0F-23EE-D71D048B5352}"/>
              </a:ext>
            </a:extLst>
          </p:cNvPr>
          <p:cNvSpPr/>
          <p:nvPr/>
        </p:nvSpPr>
        <p:spPr>
          <a:xfrm>
            <a:off x="-51361" y="0"/>
            <a:ext cx="12288196" cy="6885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pl-PL" sz="6000" dirty="0">
                <a:solidFill>
                  <a:schemeClr val="tx1"/>
                </a:solidFill>
                <a:latin typeface="Bodoni MT" panose="02070603080606020203" pitchFamily="18" charset="0"/>
              </a:rPr>
              <a:t>Mi a cél és kiknek szól?</a:t>
            </a:r>
            <a:endParaRPr lang="hu-HU" sz="60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80FDEE70-C174-5DAF-8C6A-18AAC0A7E3B4}"/>
              </a:ext>
            </a:extLst>
          </p:cNvPr>
          <p:cNvGrpSpPr/>
          <p:nvPr/>
        </p:nvGrpSpPr>
        <p:grpSpPr>
          <a:xfrm>
            <a:off x="-8730153" y="5416324"/>
            <a:ext cx="7924802" cy="1614829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37CC6F81-CF4D-D527-0733-B521AD401A66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22D00780-4934-9597-7A3B-063E9A0C0FA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D4814EB1-301B-D1C6-BBDC-64344AD1C0E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2B99F3A7-6DBC-339D-B117-F5A81A79523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C1552448-1525-A448-9260-F961739184D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55350557-5212-E25F-F204-60AFBAD1354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6A5BDACF-0EF1-B1EA-4DA2-0436661FAC6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F8409574-1704-4F16-DD54-D68FD71A358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DE46BC53-3871-02A8-16CF-3BCF226F7DB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895B05B3-0BFA-3D1E-0ED9-01F5F90C8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5526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BBBF06C9-E197-4B88-B3BF-98BE285CE244}"/>
              </a:ext>
            </a:extLst>
          </p:cNvPr>
          <p:cNvGrpSpPr/>
          <p:nvPr/>
        </p:nvGrpSpPr>
        <p:grpSpPr>
          <a:xfrm>
            <a:off x="19741288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2CB96238-DE3B-C57D-F21B-DD99E074E376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C475EC7B-EFBD-72F9-FF17-14B0F1AB4842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DA52FAF2-C95A-5379-CA93-461BA7770FA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7C5F28AD-5E46-A2D8-B96F-DB27A47F5ED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FB1ACDE8-6F84-2CEB-FDAC-13909EA93D3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B35206B0-3616-E9F8-F961-06300A5EC1B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9534B8FD-FBD9-9E3A-A154-84865EF4B2F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837AE1E2-E39F-6B65-E03F-9090310A918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C7915CB2-EF72-394D-9E5A-5B7C7794D72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B9D5F1DE-CB24-D59B-7B2B-DA18A89D64B7}"/>
              </a:ext>
            </a:extLst>
          </p:cNvPr>
          <p:cNvSpPr/>
          <p:nvPr/>
        </p:nvSpPr>
        <p:spPr>
          <a:xfrm>
            <a:off x="10069655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D0DC3E2E-8F2D-F4A4-5B61-585807A56D92}"/>
              </a:ext>
            </a:extLst>
          </p:cNvPr>
          <p:cNvSpPr/>
          <p:nvPr/>
        </p:nvSpPr>
        <p:spPr>
          <a:xfrm rot="10800000">
            <a:off x="9899052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3662A2C2-B27A-F2F8-5B4A-528EB7A8D8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71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69B9B2A3-BC0F-104D-B695-6700BE7F3D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69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BE54954E-D9CA-3F5E-D6A4-FE6912E644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51581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70AE0A0B-6649-DAE5-C503-C7E80D35A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6953" y="290047"/>
            <a:ext cx="1347833" cy="1347833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A52DC025-1C85-CCCF-7163-2E92B0B049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846" y="2710322"/>
            <a:ext cx="3539905" cy="3539905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4BE6F61E-F124-23AF-0051-8A4E59EF27A3}"/>
              </a:ext>
            </a:extLst>
          </p:cNvPr>
          <p:cNvSpPr txBox="1"/>
          <p:nvPr/>
        </p:nvSpPr>
        <p:spPr>
          <a:xfrm>
            <a:off x="2404143" y="4298460"/>
            <a:ext cx="71382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 err="1">
                <a:latin typeface="Bodoni MT" panose="02070603080606020203" pitchFamily="18" charset="0"/>
              </a:rPr>
              <a:t>Adminok</a:t>
            </a:r>
            <a:r>
              <a:rPr lang="hu-HU" sz="3200" dirty="0">
                <a:latin typeface="Bodoni MT" panose="02070603080606020203" pitchFamily="18" charset="0"/>
              </a:rPr>
              <a:t> és tulajdonosok számára hogy oldalukat </a:t>
            </a:r>
            <a:r>
              <a:rPr lang="hu-HU" sz="3200" dirty="0" err="1">
                <a:latin typeface="Bodoni MT" panose="02070603080606020203" pitchFamily="18" charset="0"/>
              </a:rPr>
              <a:t>kezelhesék</a:t>
            </a:r>
            <a:endParaRPr lang="hu-HU" sz="3200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011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2CECD-C749-ECDD-2F2D-311D095B5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82DB64EA-829F-6FAB-0EDD-79836B30D16F}"/>
              </a:ext>
            </a:extLst>
          </p:cNvPr>
          <p:cNvGrpSpPr/>
          <p:nvPr/>
        </p:nvGrpSpPr>
        <p:grpSpPr>
          <a:xfrm>
            <a:off x="1973557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1F03081F-FBF1-3BF5-A563-4BAB1C3E7361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6872F17E-83B8-9867-8A5C-B2BCEEC3F4E1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FA15FD58-4080-F971-290C-3FD47DCA67C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A850E53F-1868-281B-6B46-84C92A35DD7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C3B21448-D210-1315-ACF4-245BBEA5AF2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59274EC4-75EA-6623-FE45-57D11C0B0E55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8C40B49E-E0AF-029E-387E-0975CA040D5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693BA2D2-0B29-6BBA-97D2-7AEACA5F685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56F1732E-507A-7627-628C-DFC39320E32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CC9EFCCD-B334-C518-44D4-9E3A7D842E76}"/>
              </a:ext>
            </a:extLst>
          </p:cNvPr>
          <p:cNvSpPr/>
          <p:nvPr/>
        </p:nvSpPr>
        <p:spPr>
          <a:xfrm>
            <a:off x="19856074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130BF342-CA16-7B07-34D3-C819443C1114}"/>
              </a:ext>
            </a:extLst>
          </p:cNvPr>
          <p:cNvGrpSpPr/>
          <p:nvPr/>
        </p:nvGrpSpPr>
        <p:grpSpPr>
          <a:xfrm>
            <a:off x="-8724657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703286A4-23C0-7D3C-1F12-6246DB704ABD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64781893-583D-CB14-8652-DECE3AC437BB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AA9104DB-A7EE-763B-E8A1-FEF20D28F02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A2F54C5F-EF49-9BA2-9F4D-DC29C53DAF8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7B6FDDED-3DE4-8785-1075-8E38EE855DF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3820B806-AED7-6F45-AE54-BD3FEB939F0A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9E877528-286D-7D80-D96A-E34C57F71FB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733E105E-129A-4683-F8EA-450C01C5477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A7C84543-62E1-F862-FF6F-5458B171675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BB20650F-4C02-AE3A-74D3-814E9C34E8B4}"/>
              </a:ext>
            </a:extLst>
          </p:cNvPr>
          <p:cNvSpPr/>
          <p:nvPr/>
        </p:nvSpPr>
        <p:spPr>
          <a:xfrm>
            <a:off x="-51361" y="0"/>
            <a:ext cx="12288196" cy="6885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hu-HU" sz="6000" dirty="0">
                <a:solidFill>
                  <a:schemeClr val="tx1"/>
                </a:solidFill>
                <a:latin typeface="Bodoni MT" panose="02070603080606020203" pitchFamily="18" charset="0"/>
              </a:rPr>
              <a:t>MVVM</a:t>
            </a:r>
          </a:p>
        </p:txBody>
      </p:sp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747FA15F-0536-AE41-0F48-9CAC49BE6BB6}"/>
              </a:ext>
            </a:extLst>
          </p:cNvPr>
          <p:cNvGrpSpPr/>
          <p:nvPr/>
        </p:nvGrpSpPr>
        <p:grpSpPr>
          <a:xfrm>
            <a:off x="-8730153" y="5416324"/>
            <a:ext cx="7924802" cy="1614829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7E892B52-896B-7B04-8E36-DCF810C709C1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0CB39FA0-6DD7-CB27-900A-812E8834E8CA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D86AC698-F7C8-94C1-5AA7-26BDD13C2B4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98A26AAC-ED58-079A-B1FE-C1ADA162CF9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75E804FC-F34A-3602-128F-6305A14E85E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CDE1318A-F15C-2A0D-FB0D-48B84866CE1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0ED7A5DE-A8D1-C71E-50C2-D14EEC02667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0E49FF9E-B582-8392-41A6-B244BF50EC7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2757EF06-F5D9-C799-A58C-922C632C832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EADEF7F3-3665-D811-F576-E40DC841B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5526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D7A273DF-87AA-3201-AB9B-6FFD88F19E11}"/>
              </a:ext>
            </a:extLst>
          </p:cNvPr>
          <p:cNvGrpSpPr/>
          <p:nvPr/>
        </p:nvGrpSpPr>
        <p:grpSpPr>
          <a:xfrm>
            <a:off x="19741288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33942484-0EB4-28C9-6D0E-34E88C23FBFF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576EA673-997E-2B92-579B-4A5D34958BEC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E33DD420-09D0-DEFE-F4A5-CB7D439C357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4DF71271-924C-F77C-1673-7C884687B5D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A790DD01-271D-4E84-6865-0CAC1DDE727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080EC96C-060E-78A9-DD1B-1E546BC8EFC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E9745F80-C035-96BF-488C-5E69BF4BE7D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205EAFAA-8C42-A00A-A779-6F20AE1DCD9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9BB4B302-CA31-5E00-6BF4-EC49F4E75E5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05645C8D-4821-1209-A253-84AF979ADB2E}"/>
              </a:ext>
            </a:extLst>
          </p:cNvPr>
          <p:cNvSpPr/>
          <p:nvPr/>
        </p:nvSpPr>
        <p:spPr>
          <a:xfrm>
            <a:off x="10069655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7490A670-D572-8EB9-2F7F-B35335400224}"/>
              </a:ext>
            </a:extLst>
          </p:cNvPr>
          <p:cNvSpPr/>
          <p:nvPr/>
        </p:nvSpPr>
        <p:spPr>
          <a:xfrm rot="10800000">
            <a:off x="9899052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CA599BE5-6ED0-56A2-03EA-299C4A89AF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71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AFF4D57B-26A9-7F1C-6800-2D7229F04B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69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3F55CA04-B7BF-FA65-BC28-205884574C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51581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7CA74284-3268-F803-790D-E02549EF8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6953" y="290047"/>
            <a:ext cx="1347833" cy="1347833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267625EE-8CA9-1FC2-BACF-01BDDD1732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846" y="2710322"/>
            <a:ext cx="3539905" cy="3539905"/>
          </a:xfrm>
          <a:prstGeom prst="rect">
            <a:avLst/>
          </a:prstGeom>
        </p:spPr>
      </p:pic>
      <p:pic>
        <p:nvPicPr>
          <p:cNvPr id="4" name="Picture 6" descr="Model–view–viewmodel - Wikipedia">
            <a:extLst>
              <a:ext uri="{FF2B5EF4-FFF2-40B4-BE49-F238E27FC236}">
                <a16:creationId xmlns:a16="http://schemas.microsoft.com/office/drawing/2014/main" id="{9F8A2FD3-8A00-5347-89D7-2AEF623FAA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0" t="7335" r="4038" b="19883"/>
          <a:stretch>
            <a:fillRect/>
          </a:stretch>
        </p:blipFill>
        <p:spPr bwMode="auto">
          <a:xfrm>
            <a:off x="9702" y="4556928"/>
            <a:ext cx="9827425" cy="2345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49E0BE38-807A-A27D-2053-EB0418B3B1C3}"/>
              </a:ext>
            </a:extLst>
          </p:cNvPr>
          <p:cNvSpPr txBox="1"/>
          <p:nvPr/>
        </p:nvSpPr>
        <p:spPr>
          <a:xfrm>
            <a:off x="1333500" y="4076700"/>
            <a:ext cx="3439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Megjelenés és megjelenés logika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63D51F1A-4CB8-8D6A-F345-FB39DA52A0BB}"/>
              </a:ext>
            </a:extLst>
          </p:cNvPr>
          <p:cNvSpPr txBox="1"/>
          <p:nvPr/>
        </p:nvSpPr>
        <p:spPr>
          <a:xfrm>
            <a:off x="6863129" y="4155746"/>
            <a:ext cx="1385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Üzleti logika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55010EC1-D573-32F3-10E0-03A4FE5B8BA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149" y="7686486"/>
            <a:ext cx="4419001" cy="244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6727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9BC48-81EF-BC9E-5EB6-228A35CF0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A75691C0-62A0-86F6-02A8-13087C1498FE}"/>
              </a:ext>
            </a:extLst>
          </p:cNvPr>
          <p:cNvGrpSpPr/>
          <p:nvPr/>
        </p:nvGrpSpPr>
        <p:grpSpPr>
          <a:xfrm>
            <a:off x="1973557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5A7FB9E0-6F3F-097A-A169-6AEF462F4659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4F4D01BA-5B06-F52C-75C8-540EBD00E9FA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1DCC0DDA-1666-38AF-82BB-70D65F71E20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63DAA99C-D50A-F8BC-4E28-BBCBE1CD7D7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5D0AD43D-74B5-5136-2661-143A1E36AE9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87E755FE-A731-D45C-0A64-64C269584E19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88F14B44-3C22-0A8C-21DB-84672C45DE6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8128DE68-50F3-4173-5944-92E5C41339B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AE23388A-F09A-B7AB-6266-ADF4B9F6238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4457ACFD-D0C2-A371-FDE1-6AD76750637C}"/>
              </a:ext>
            </a:extLst>
          </p:cNvPr>
          <p:cNvSpPr/>
          <p:nvPr/>
        </p:nvSpPr>
        <p:spPr>
          <a:xfrm>
            <a:off x="19856074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4F5EACF4-EEBA-1E8F-CE60-11FC64C6A004}"/>
              </a:ext>
            </a:extLst>
          </p:cNvPr>
          <p:cNvGrpSpPr/>
          <p:nvPr/>
        </p:nvGrpSpPr>
        <p:grpSpPr>
          <a:xfrm>
            <a:off x="-8724657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C2AE679D-68CF-CD6B-4623-4CBA221F163E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F2E849DF-ECFA-3891-CF82-A7FC41246E2D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8F4F9C6B-B894-8375-757D-81B88093AC7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11951544-0E2F-A439-F295-A9DF4EF9D3D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C5CCC740-274D-C6C6-4948-8476200CF54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FB7441BD-4D01-1EE7-4C53-FB71A5150031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D02263C7-FEFA-FB6E-11B0-4E0D4EE10B4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9FCB856D-7BCA-4A7E-396C-7F269C775CC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871A71AA-F940-0DB9-EFEF-A8C68E8B742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4DAC5FA4-3416-AD20-7B70-5894DD698AD0}"/>
              </a:ext>
            </a:extLst>
          </p:cNvPr>
          <p:cNvSpPr/>
          <p:nvPr/>
        </p:nvSpPr>
        <p:spPr>
          <a:xfrm>
            <a:off x="-51361" y="0"/>
            <a:ext cx="12288196" cy="6885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hu-HU" sz="6000" dirty="0">
                <a:solidFill>
                  <a:schemeClr val="tx1"/>
                </a:solidFill>
                <a:latin typeface="Bodoni MT" panose="02070603080606020203" pitchFamily="18" charset="0"/>
              </a:rPr>
              <a:t>MVVM</a:t>
            </a:r>
          </a:p>
        </p:txBody>
      </p:sp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ED01D597-F0E7-DF96-D359-B5A2A2C0EA6E}"/>
              </a:ext>
            </a:extLst>
          </p:cNvPr>
          <p:cNvGrpSpPr/>
          <p:nvPr/>
        </p:nvGrpSpPr>
        <p:grpSpPr>
          <a:xfrm>
            <a:off x="-8730153" y="5416324"/>
            <a:ext cx="7924802" cy="1614829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459F6CC8-4952-CC6C-C590-D8192FCC72A9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C2F36C78-F7C1-2065-808A-8BBD71FE0002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350E823F-7470-65C5-3F58-79753623CBE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159DFAF1-5A44-2FB0-4AC8-E9754241793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D31B0CBE-68AE-2C9D-9F3C-39F441BE484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A0789877-D0F8-BC3F-B0C6-3BF7C1C9D48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996B2AA5-9313-994E-47AB-1A2AD00EB55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F7C4D9A3-B508-E60C-70A4-FD1F4F6F02C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71FA6D14-537B-816B-8204-9881D3FEA84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32EA60D5-2768-A7E0-B5C6-B4B35E0828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5526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B71A885C-3AB5-A94E-0FBC-C111860ABD42}"/>
              </a:ext>
            </a:extLst>
          </p:cNvPr>
          <p:cNvGrpSpPr/>
          <p:nvPr/>
        </p:nvGrpSpPr>
        <p:grpSpPr>
          <a:xfrm>
            <a:off x="19741288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E64C3BA9-8F4F-604B-98E7-F2A6ED68B236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67CCF040-34C3-C8E2-2611-DFBBC2DE16E6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66D3F309-EB06-4F12-82F5-ACDBBEE9492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16919AC0-1F86-5C20-CA6A-CD7F0DDB5B3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0FA6EA59-D5C9-C7FA-89C1-E57F0C7BB00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0DF15718-F75D-4D46-2354-14A8E3507B4E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C967D10B-0942-7526-8BE3-A6DE83C0A9C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6FEA509A-EAAC-3BFE-3F61-C8479F1EF83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AF054FC5-8754-2CAB-E16C-45C6446D450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4D543DC7-948D-1D12-2A85-D1199EBD6B4C}"/>
              </a:ext>
            </a:extLst>
          </p:cNvPr>
          <p:cNvSpPr/>
          <p:nvPr/>
        </p:nvSpPr>
        <p:spPr>
          <a:xfrm>
            <a:off x="10069655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31DE3B50-79A9-B1DF-963C-54D99C5F60CA}"/>
              </a:ext>
            </a:extLst>
          </p:cNvPr>
          <p:cNvSpPr/>
          <p:nvPr/>
        </p:nvSpPr>
        <p:spPr>
          <a:xfrm rot="10800000">
            <a:off x="9899052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8F175563-DCB6-9824-E7AB-47BD967100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71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053EA247-2AFD-F60B-34E9-67FF0B0C92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69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A2EDCD9F-89AD-89E9-9979-0EBC31CD17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51581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CE41CF3B-9710-096C-EB63-59C447517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6953" y="290047"/>
            <a:ext cx="1347833" cy="1347833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EDC0528-51FC-0EFB-2352-3C37099CD1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846" y="2710322"/>
            <a:ext cx="3539905" cy="3539905"/>
          </a:xfrm>
          <a:prstGeom prst="rect">
            <a:avLst/>
          </a:prstGeom>
        </p:spPr>
      </p:pic>
      <p:pic>
        <p:nvPicPr>
          <p:cNvPr id="4" name="Picture 6" descr="Model–view–viewmodel - Wikipedia">
            <a:extLst>
              <a:ext uri="{FF2B5EF4-FFF2-40B4-BE49-F238E27FC236}">
                <a16:creationId xmlns:a16="http://schemas.microsoft.com/office/drawing/2014/main" id="{5CA423E5-052D-A64A-F8EF-5402FA55EE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0" t="7335" r="4038" b="19883"/>
          <a:stretch>
            <a:fillRect/>
          </a:stretch>
        </p:blipFill>
        <p:spPr bwMode="auto">
          <a:xfrm>
            <a:off x="9702" y="8290728"/>
            <a:ext cx="9827425" cy="2345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4BCD431F-052F-A8D8-38A1-187563E18BA4}"/>
              </a:ext>
            </a:extLst>
          </p:cNvPr>
          <p:cNvSpPr txBox="1"/>
          <p:nvPr/>
        </p:nvSpPr>
        <p:spPr>
          <a:xfrm>
            <a:off x="1333500" y="7810500"/>
            <a:ext cx="3439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Megjelenés és megjelenés logika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D7B5D28A-1AF5-E072-BD1F-0838416628ED}"/>
              </a:ext>
            </a:extLst>
          </p:cNvPr>
          <p:cNvSpPr txBox="1"/>
          <p:nvPr/>
        </p:nvSpPr>
        <p:spPr>
          <a:xfrm>
            <a:off x="6863129" y="7889546"/>
            <a:ext cx="1385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Üzleti logika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ABA6533E-B4F7-C04F-6E07-12977092E78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799" y="3933636"/>
            <a:ext cx="4419001" cy="2443687"/>
          </a:xfrm>
          <a:prstGeom prst="rect">
            <a:avLst/>
          </a:prstGeom>
        </p:spPr>
      </p:pic>
      <p:sp>
        <p:nvSpPr>
          <p:cNvPr id="3" name="Téglalap 2">
            <a:extLst>
              <a:ext uri="{FF2B5EF4-FFF2-40B4-BE49-F238E27FC236}">
                <a16:creationId xmlns:a16="http://schemas.microsoft.com/office/drawing/2014/main" id="{D4559AE2-FE43-4948-54B6-6C5F28DC15DF}"/>
              </a:ext>
            </a:extLst>
          </p:cNvPr>
          <p:cNvSpPr/>
          <p:nvPr/>
        </p:nvSpPr>
        <p:spPr>
          <a:xfrm>
            <a:off x="48727" y="4687966"/>
            <a:ext cx="4419001" cy="895350"/>
          </a:xfrm>
          <a:prstGeom prst="rect">
            <a:avLst/>
          </a:prstGeom>
          <a:solidFill>
            <a:schemeClr val="bg1">
              <a:alpha val="1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Nyíl: jobbra mutató 7">
            <a:extLst>
              <a:ext uri="{FF2B5EF4-FFF2-40B4-BE49-F238E27FC236}">
                <a16:creationId xmlns:a16="http://schemas.microsoft.com/office/drawing/2014/main" id="{1F588B81-826D-4CCB-3910-58EC08C191DD}"/>
              </a:ext>
            </a:extLst>
          </p:cNvPr>
          <p:cNvSpPr/>
          <p:nvPr/>
        </p:nvSpPr>
        <p:spPr>
          <a:xfrm>
            <a:off x="4623960" y="4572000"/>
            <a:ext cx="1517423" cy="4762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5F2B38F6-86A4-DCA3-8022-F8655C3004AE}"/>
              </a:ext>
            </a:extLst>
          </p:cNvPr>
          <p:cNvSpPr txBox="1"/>
          <p:nvPr/>
        </p:nvSpPr>
        <p:spPr>
          <a:xfrm>
            <a:off x="5477172" y="7387842"/>
            <a:ext cx="1385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Üzleti logika</a:t>
            </a:r>
          </a:p>
        </p:txBody>
      </p:sp>
    </p:spTree>
    <p:extLst>
      <p:ext uri="{BB962C8B-B14F-4D97-AF65-F5344CB8AC3E}">
        <p14:creationId xmlns:p14="http://schemas.microsoft.com/office/powerpoint/2010/main" val="344929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3.33333E-6 L 0.08008 -0.39723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97" y="-19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2A5C8-992E-05DB-3761-174A53304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DDAD7F57-0BF2-6353-F4EE-77FDDE5A5152}"/>
              </a:ext>
            </a:extLst>
          </p:cNvPr>
          <p:cNvGrpSpPr/>
          <p:nvPr/>
        </p:nvGrpSpPr>
        <p:grpSpPr>
          <a:xfrm>
            <a:off x="1973557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B081057E-0555-60DF-FDF2-9E2A68EEF3CB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07669A0B-BDEF-8563-19ED-C1CF24A05329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0A461E79-A614-4241-31F9-5E1CB85AD0E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82E380E8-4422-FB98-542A-FEFDB91A1C2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713C534E-893F-3AC9-EC38-1FA4EF54B08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A21A20FD-90D1-CFB5-1EBB-07C182177E6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9E061094-6A4E-2B92-74E3-CE113A1C6AE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8BDF32C8-D8E3-B38A-489D-FEF6DB8A2DD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EA61D8F3-27F9-283D-42B7-BCA9823D2A8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A7B8A773-9D06-AB2A-3544-FF1899D96AC4}"/>
              </a:ext>
            </a:extLst>
          </p:cNvPr>
          <p:cNvSpPr/>
          <p:nvPr/>
        </p:nvSpPr>
        <p:spPr>
          <a:xfrm>
            <a:off x="19856074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E7072BE2-AB45-AD34-3710-E78CD0EC131B}"/>
              </a:ext>
            </a:extLst>
          </p:cNvPr>
          <p:cNvGrpSpPr/>
          <p:nvPr/>
        </p:nvGrpSpPr>
        <p:grpSpPr>
          <a:xfrm>
            <a:off x="-8724657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032CEDC8-8993-8D11-5FD3-1B8CA540177E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4CA63606-1D69-4E5A-E26B-65D3005188AB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169A686F-09B5-A199-32D3-499CE809872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09E6419C-ED8F-261E-A3FB-78AF6D4CF43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96AF90DE-2F40-AEF3-C937-FFC10430EAD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22074639-9E3E-CDF0-E118-3F49EA28FD2F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196E5C92-D285-1EA5-CD99-EBD7CDA39A5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84465404-0E36-FE3F-D5E7-C9BC3642A08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D624EE2B-28B0-7743-8C7C-C06AA18FA7E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B2D492D7-87C1-63C1-81FE-84B77F1F051B}"/>
              </a:ext>
            </a:extLst>
          </p:cNvPr>
          <p:cNvSpPr/>
          <p:nvPr/>
        </p:nvSpPr>
        <p:spPr>
          <a:xfrm>
            <a:off x="-51361" y="0"/>
            <a:ext cx="12288196" cy="6885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6000" dirty="0">
                <a:solidFill>
                  <a:schemeClr val="tx1"/>
                </a:solidFill>
                <a:latin typeface="Bodoni MT" panose="02070603080606020203" pitchFamily="18" charset="0"/>
              </a:rPr>
              <a:t>Login</a:t>
            </a:r>
          </a:p>
        </p:txBody>
      </p:sp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AEAAC986-CD3E-E1E9-C567-7E1DB8523D47}"/>
              </a:ext>
            </a:extLst>
          </p:cNvPr>
          <p:cNvGrpSpPr/>
          <p:nvPr/>
        </p:nvGrpSpPr>
        <p:grpSpPr>
          <a:xfrm>
            <a:off x="-8730153" y="5416324"/>
            <a:ext cx="7924802" cy="1614829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C2DE3C1D-2AAB-3C56-9313-F430873B48E8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13DA319B-087E-4E16-8952-C9E755AD012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7E0FFF45-297F-9C7F-3F43-00FB82425D3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3C1C07B1-DA8D-5D6B-9963-CF88EAD9F754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9C76DCB9-1C3E-4D07-01BF-3DA2630F8E9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F1AC37FF-4C89-C945-441E-90A172A74E6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DB2859B0-FA2C-F98F-03E7-CA8913FA79E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35F376D8-B79B-5D92-F120-137152E4310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52C0EB62-19DB-A1CC-77FA-5177F79E182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521D3399-E4F2-04EA-FFF4-4713C392BD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5526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DB437EF9-6D31-1B79-88E7-3DA1CBEF36CB}"/>
              </a:ext>
            </a:extLst>
          </p:cNvPr>
          <p:cNvGrpSpPr/>
          <p:nvPr/>
        </p:nvGrpSpPr>
        <p:grpSpPr>
          <a:xfrm>
            <a:off x="19741288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23B2A912-D341-4418-92CA-2CD6B3ECEC9D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2135B983-6049-AB3F-D92B-B16703C762CD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8C101217-EA31-F8E5-D83F-F3388353A9D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31DCFEB1-A3CB-26A8-B6CA-ACAB9EC6097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8F574EA1-6808-821D-928D-268F32EB107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E4DCDC30-9A92-3D5F-BC36-22D1483EFA8D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FEF65235-AE1B-13C5-9904-AB4A40EDAA6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A2BA519E-6120-CEC9-53F9-41B03AC368A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64267624-589E-9766-1A39-86997002655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74234B83-7CCC-1ADA-6FFF-DA432417A885}"/>
              </a:ext>
            </a:extLst>
          </p:cNvPr>
          <p:cNvSpPr/>
          <p:nvPr/>
        </p:nvSpPr>
        <p:spPr>
          <a:xfrm>
            <a:off x="10069655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1EA673BD-0B30-77CB-818C-61CFF9F3F2F8}"/>
              </a:ext>
            </a:extLst>
          </p:cNvPr>
          <p:cNvSpPr/>
          <p:nvPr/>
        </p:nvSpPr>
        <p:spPr>
          <a:xfrm rot="10800000">
            <a:off x="9899052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3FC81FFA-C4A6-CD96-1A57-4230D1D058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71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5696ABEF-4567-CF02-C465-B34CB7A546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69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31871442-B19E-5653-9DE3-D3D94DFBA9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51581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87DE93A6-7B98-180E-CB33-6C797F790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6953" y="290047"/>
            <a:ext cx="1347833" cy="1347833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5C753718-66A4-8EE6-DCFD-64B6DDF69D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846" y="2710322"/>
            <a:ext cx="3539905" cy="3539905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50DB4479-E0EF-698C-2265-D36674D195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3196" y="1610793"/>
            <a:ext cx="5839541" cy="4379656"/>
          </a:xfrm>
          <a:prstGeom prst="rect">
            <a:avLst/>
          </a:prstGeom>
        </p:spPr>
      </p:pic>
      <p:sp>
        <p:nvSpPr>
          <p:cNvPr id="13" name="Szövegdoboz 12">
            <a:extLst>
              <a:ext uri="{FF2B5EF4-FFF2-40B4-BE49-F238E27FC236}">
                <a16:creationId xmlns:a16="http://schemas.microsoft.com/office/drawing/2014/main" id="{5C12F7C0-7651-5375-19EA-A18AEABA11A3}"/>
              </a:ext>
            </a:extLst>
          </p:cNvPr>
          <p:cNvSpPr txBox="1"/>
          <p:nvPr/>
        </p:nvSpPr>
        <p:spPr>
          <a:xfrm>
            <a:off x="6397294" y="2865606"/>
            <a:ext cx="29948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latin typeface="Bodoni MT" panose="02070603080606020203" pitchFamily="18" charset="0"/>
              </a:rPr>
              <a:t>Csak olyan felhasználók kik </a:t>
            </a:r>
            <a:r>
              <a:rPr lang="hu-HU" sz="2400" dirty="0" err="1">
                <a:latin typeface="Bodoni MT" panose="02070603080606020203" pitchFamily="18" charset="0"/>
              </a:rPr>
              <a:t>adminok</a:t>
            </a:r>
            <a:r>
              <a:rPr lang="hu-HU" sz="2400" dirty="0">
                <a:latin typeface="Bodoni MT" panose="02070603080606020203" pitchFamily="18" charset="0"/>
              </a:rPr>
              <a:t> vagy tulajdonos </a:t>
            </a:r>
            <a:r>
              <a:rPr lang="hu-HU" sz="2400" dirty="0" err="1">
                <a:latin typeface="Bodoni MT" panose="02070603080606020203" pitchFamily="18" charset="0"/>
              </a:rPr>
              <a:t>rangal</a:t>
            </a:r>
            <a:r>
              <a:rPr lang="hu-HU" sz="2400" dirty="0">
                <a:latin typeface="Bodoni MT" panose="02070603080606020203" pitchFamily="18" charset="0"/>
              </a:rPr>
              <a:t> rendelkeznek</a:t>
            </a:r>
          </a:p>
        </p:txBody>
      </p:sp>
    </p:spTree>
    <p:extLst>
      <p:ext uri="{BB962C8B-B14F-4D97-AF65-F5344CB8AC3E}">
        <p14:creationId xmlns:p14="http://schemas.microsoft.com/office/powerpoint/2010/main" val="10546934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B532B-1250-DE17-A540-46ECA54C0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EF73D2F3-74EC-9D51-FF74-7D3E7558D06E}"/>
              </a:ext>
            </a:extLst>
          </p:cNvPr>
          <p:cNvGrpSpPr/>
          <p:nvPr/>
        </p:nvGrpSpPr>
        <p:grpSpPr>
          <a:xfrm>
            <a:off x="1973557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20B24E49-3C39-F9CA-7B5A-28BC7B03A19C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453A8562-0ACC-0BE5-2083-6D83C9A25AFA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8CA7F074-FC89-2800-1442-F5ADF83D751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26FE8E28-5FDD-710F-FCA0-DB031528445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1BA19D91-1AE1-9EC0-317D-E12275CAEAB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16250417-F2B3-CF57-640D-EB303AC2E605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C6D4BA0F-8F7A-0D6E-9663-5450C6EC522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07E302A0-84B6-680D-70AD-F490A4AD070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6CBFF92C-00D1-39BD-76C6-BF9A50F2E03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21AFED98-11D5-A496-3824-1BB3359B62A8}"/>
              </a:ext>
            </a:extLst>
          </p:cNvPr>
          <p:cNvSpPr/>
          <p:nvPr/>
        </p:nvSpPr>
        <p:spPr>
          <a:xfrm>
            <a:off x="19856074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D49688B9-1BB9-603A-282C-3D1F9DA0584C}"/>
              </a:ext>
            </a:extLst>
          </p:cNvPr>
          <p:cNvGrpSpPr/>
          <p:nvPr/>
        </p:nvGrpSpPr>
        <p:grpSpPr>
          <a:xfrm>
            <a:off x="-8724657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D6F7FCA0-E10F-11FF-EB1B-4F05E7D10C96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2936DCBA-8D24-6FBC-01AF-F2C7D33136D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A2C710AD-21D4-8C2B-3714-51B71B06B11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8E308C42-B72F-483B-9B6B-367CE06A03F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1F0F456D-371E-E6ED-8562-59673210E9A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B5FD9057-38A2-B920-BF62-71CBD634FB8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BFD94FC5-CFE3-8C01-AFC0-CD22EBB03E9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283B903C-DDE3-28E0-945F-92AE7C17DEC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D4238015-A193-AD51-3988-671A88577E5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0581DF9A-B0AB-B931-5DC1-7916254D4ACB}"/>
              </a:ext>
            </a:extLst>
          </p:cNvPr>
          <p:cNvSpPr/>
          <p:nvPr/>
        </p:nvSpPr>
        <p:spPr>
          <a:xfrm>
            <a:off x="-51361" y="0"/>
            <a:ext cx="12288196" cy="6885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6000" dirty="0" err="1">
                <a:solidFill>
                  <a:schemeClr val="tx1"/>
                </a:solidFill>
                <a:latin typeface="Bodoni MT" panose="02070603080606020203" pitchFamily="18" charset="0"/>
              </a:rPr>
              <a:t>Funckiók</a:t>
            </a:r>
            <a:endParaRPr lang="hu-HU" sz="60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DD3EFA12-4436-50F7-40EA-55566C65FFB4}"/>
              </a:ext>
            </a:extLst>
          </p:cNvPr>
          <p:cNvGrpSpPr/>
          <p:nvPr/>
        </p:nvGrpSpPr>
        <p:grpSpPr>
          <a:xfrm>
            <a:off x="-8730153" y="5416324"/>
            <a:ext cx="7924802" cy="1614829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592CAE45-B3BD-504D-0F48-A207B6252553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0A4EF68B-C939-8072-4797-E86CD5464108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C939FDE5-B049-9456-6FFB-2F4213AAC1F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D41B9498-B00A-D8CB-34EE-E88899E39D2F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D95D347E-8E20-EF45-74AD-6C92AD1CF62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BACAAE3B-15C4-30C3-7ECA-9B4B7724E567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4F530A71-2D1E-7BF6-6E9F-4BFD7211C95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97C31005-DBA4-9723-35DE-0CCD25FDF1A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E72C9A1F-419A-AAFA-8A8A-2D315A8F2BE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80B6504A-1B5B-5BA0-333B-2DBA74EC58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5526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FA75B1D3-4FC3-35D8-F6FB-56732ACC0D5C}"/>
              </a:ext>
            </a:extLst>
          </p:cNvPr>
          <p:cNvGrpSpPr/>
          <p:nvPr/>
        </p:nvGrpSpPr>
        <p:grpSpPr>
          <a:xfrm>
            <a:off x="19741288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D216D7BD-69A3-BA91-C687-E59D595A41AE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5DD7ABC2-F91F-91B9-1BC8-AD3268C9B40A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B45E9521-2DB3-6FC8-76B8-DECAE20D06B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5E58EC3B-6603-9384-249C-DE930F84C34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CB30DBD7-C62A-EE6F-F2EC-CD10AC1E9EE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7B168024-0652-B480-00A5-7BA6863C2937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7AEC6744-C2D5-CFC1-6D13-F6AB2C0705F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AB9E964D-CC55-0E76-AEBC-F4232F02F4F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6C80CF07-C745-3BA6-2DFE-3DF4590D4FC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7B20F3A2-7DDD-D99A-113D-58D206245E69}"/>
              </a:ext>
            </a:extLst>
          </p:cNvPr>
          <p:cNvSpPr/>
          <p:nvPr/>
        </p:nvSpPr>
        <p:spPr>
          <a:xfrm>
            <a:off x="10069655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15455862-CE3F-75CA-B0BD-BEA8771FEA3B}"/>
              </a:ext>
            </a:extLst>
          </p:cNvPr>
          <p:cNvSpPr/>
          <p:nvPr/>
        </p:nvSpPr>
        <p:spPr>
          <a:xfrm rot="10800000">
            <a:off x="9899052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823EE979-E008-08B1-B67F-2FAD129C0A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71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BFDDE8B3-4CA0-BDFB-ECFA-6D5BAAD37F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69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3A5CF514-E22A-2F7F-6DC0-0F2D8DFE05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51581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2ED3590D-FE31-9F10-3479-E5ADC8D16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6953" y="290047"/>
            <a:ext cx="1347833" cy="1347833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03534AD8-2136-1918-7A33-A85789608C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846" y="2710322"/>
            <a:ext cx="3539905" cy="3539905"/>
          </a:xfrm>
          <a:prstGeom prst="rect">
            <a:avLst/>
          </a:prstGeom>
        </p:spPr>
      </p:pic>
      <p:sp>
        <p:nvSpPr>
          <p:cNvPr id="13" name="Szövegdoboz 12">
            <a:extLst>
              <a:ext uri="{FF2B5EF4-FFF2-40B4-BE49-F238E27FC236}">
                <a16:creationId xmlns:a16="http://schemas.microsoft.com/office/drawing/2014/main" id="{650E5651-BFED-0EF1-57EA-C99DB468900D}"/>
              </a:ext>
            </a:extLst>
          </p:cNvPr>
          <p:cNvSpPr txBox="1"/>
          <p:nvPr/>
        </p:nvSpPr>
        <p:spPr>
          <a:xfrm>
            <a:off x="4245618" y="1214205"/>
            <a:ext cx="299483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latin typeface="Bodoni MT" panose="02070603080606020203" pitchFamily="18" charset="0"/>
              </a:rPr>
              <a:t>Egy két adat kiírása</a:t>
            </a:r>
          </a:p>
          <a:p>
            <a:endParaRPr lang="hu-HU" sz="3200" dirty="0">
              <a:latin typeface="Bodoni MT" panose="02070603080606020203" pitchFamily="18" charset="0"/>
            </a:endParaRPr>
          </a:p>
          <a:p>
            <a:r>
              <a:rPr lang="hu-HU" sz="3200" dirty="0">
                <a:latin typeface="Bodoni MT" panose="02070603080606020203" pitchFamily="18" charset="0"/>
              </a:rPr>
              <a:t>Felhasználók</a:t>
            </a:r>
          </a:p>
          <a:p>
            <a:endParaRPr lang="hu-HU" sz="3200" dirty="0">
              <a:latin typeface="Bodoni MT" panose="02070603080606020203" pitchFamily="18" charset="0"/>
            </a:endParaRPr>
          </a:p>
          <a:p>
            <a:r>
              <a:rPr lang="hu-HU" sz="3200" dirty="0">
                <a:latin typeface="Bodoni MT" panose="02070603080606020203" pitchFamily="18" charset="0"/>
              </a:rPr>
              <a:t>Posztok</a:t>
            </a:r>
          </a:p>
          <a:p>
            <a:endParaRPr lang="hu-HU" sz="3200" dirty="0">
              <a:latin typeface="Bodoni MT" panose="02070603080606020203" pitchFamily="18" charset="0"/>
            </a:endParaRPr>
          </a:p>
          <a:p>
            <a:r>
              <a:rPr lang="hu-HU" sz="3200" dirty="0">
                <a:latin typeface="Bodoni MT" panose="02070603080606020203" pitchFamily="18" charset="0"/>
              </a:rPr>
              <a:t>Hirdetések</a:t>
            </a:r>
            <a:br>
              <a:rPr lang="hu-HU" sz="3200" dirty="0">
                <a:latin typeface="Bodoni MT" panose="02070603080606020203" pitchFamily="18" charset="0"/>
              </a:rPr>
            </a:br>
            <a:br>
              <a:rPr lang="hu-HU" sz="3200" dirty="0">
                <a:latin typeface="Bodoni MT" panose="02070603080606020203" pitchFamily="18" charset="0"/>
              </a:rPr>
            </a:br>
            <a:r>
              <a:rPr lang="hu-HU" sz="3200" dirty="0" err="1">
                <a:latin typeface="Bodoni MT" panose="02070603080606020203" pitchFamily="18" charset="0"/>
              </a:rPr>
              <a:t>adminok</a:t>
            </a:r>
            <a:endParaRPr lang="hu-HU" sz="3200" dirty="0">
              <a:latin typeface="Bodoni MT" panose="02070603080606020203" pitchFamily="18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518915BF-F971-4D21-1369-19A69E846D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9859" y="832407"/>
            <a:ext cx="3872647" cy="578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7512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1B526-6F2A-9CB9-BABC-9BC573707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A4DC6036-C2AF-011D-DE7F-599FA59F8503}"/>
              </a:ext>
            </a:extLst>
          </p:cNvPr>
          <p:cNvGrpSpPr/>
          <p:nvPr/>
        </p:nvGrpSpPr>
        <p:grpSpPr>
          <a:xfrm>
            <a:off x="1973557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1CFA2CE8-D877-E01D-6E0D-4718945ECB22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F0A4CD9E-FBB0-D975-41D0-F7C4C58E766D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8A32D825-DE1D-8850-8D6F-70DCE935284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A02468AF-BF8E-0BF4-07F3-8FB520014F9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DC72CADF-43C7-DC22-EA6C-8D47CCBCD63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E29ABBA1-D556-B885-8F63-ED129B0BE339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A619B9BA-A973-6EC2-0112-436AA5C595D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180D62C0-FECC-A25D-1C36-B0F95A03D56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A3DCE88A-762A-3C2C-8BA1-5F37C6EF072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17506F17-5D4E-AE69-844C-926ADB0198F2}"/>
              </a:ext>
            </a:extLst>
          </p:cNvPr>
          <p:cNvSpPr/>
          <p:nvPr/>
        </p:nvSpPr>
        <p:spPr>
          <a:xfrm>
            <a:off x="19856074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9692903C-D5C3-C412-5BAD-C022413FA4EA}"/>
              </a:ext>
            </a:extLst>
          </p:cNvPr>
          <p:cNvGrpSpPr/>
          <p:nvPr/>
        </p:nvGrpSpPr>
        <p:grpSpPr>
          <a:xfrm>
            <a:off x="-8724657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591FCC04-6745-B8B8-CCF6-EC55A40AC46C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57AB82BA-A7DB-6337-9A7A-F97C46FCE6B1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E0A997D9-CC5D-6B20-2FE7-DE877192D1A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87EB8F28-2EBD-1622-C594-DE8A77CEAA9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1C3B042C-07FF-966F-E4CD-6036D899A17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E8DD14FA-DE79-CB6A-3ED4-7B5D0B2FFAB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968F5D0D-9DE4-FC3B-839C-E05CF2517CC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AF72601C-5EDB-7C25-4E9F-96D4005333F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5C595C28-E19A-5E13-588F-6D531796A565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295AF43F-7BA5-2394-39FC-1C1B0C1A9D5D}"/>
              </a:ext>
            </a:extLst>
          </p:cNvPr>
          <p:cNvSpPr/>
          <p:nvPr/>
        </p:nvSpPr>
        <p:spPr>
          <a:xfrm>
            <a:off x="-51361" y="0"/>
            <a:ext cx="12288196" cy="6885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hu-HU" sz="6000">
                <a:solidFill>
                  <a:schemeClr val="tx1"/>
                </a:solidFill>
                <a:latin typeface="Bodoni MT" panose="02070603080606020203" pitchFamily="18" charset="0"/>
              </a:rPr>
              <a:t>Folyamat</a:t>
            </a:r>
            <a:endParaRPr lang="hu-HU" sz="6000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1227C22A-6096-B948-921B-1CC4C1BA82CC}"/>
              </a:ext>
            </a:extLst>
          </p:cNvPr>
          <p:cNvGrpSpPr/>
          <p:nvPr/>
        </p:nvGrpSpPr>
        <p:grpSpPr>
          <a:xfrm>
            <a:off x="-8730153" y="5416324"/>
            <a:ext cx="7924802" cy="1614829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B9A4E64D-62E3-EA68-0348-B7A49EBC23EC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BD86526A-4457-71E4-F949-EACD6A576DE6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D25B7778-68FB-A55B-03CA-FB27196D764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1640D80A-DAD5-01E7-78EE-73B65F5CA5DC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CB5CDF94-47FD-D83D-EA7D-4EEF615D564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3A36A0C5-0288-E6A6-4A99-27AF5895383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BB564A32-C0AB-5DEF-00BD-C2A8FB25D475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72956F62-E6BC-E409-7047-D479D03E780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66CAE2CA-339C-6703-6B5A-5EDCD1604A5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07C35769-2188-88CC-823B-FA82B0341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5526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B51A57DE-EA22-C5FD-92FD-77362BB869E5}"/>
              </a:ext>
            </a:extLst>
          </p:cNvPr>
          <p:cNvGrpSpPr/>
          <p:nvPr/>
        </p:nvGrpSpPr>
        <p:grpSpPr>
          <a:xfrm>
            <a:off x="19741288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82F4F17F-99B1-6A49-7C13-D700ED2476C1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60DD8C54-83A5-15F1-6C5F-3F4541208414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E50C2741-D82D-CC95-8FE8-39172BB98ED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B2E70949-6391-93FE-03CC-AAE560C4E39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2C0A46E7-E7CB-41B0-B4E0-AE64A80CA7F6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6DAE9FC0-D6C6-5C2B-B0B0-7D141EF0A371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0485EB4B-4931-D193-984C-A5678DA4CA9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1481C079-B42F-6E08-336A-E11A7F7D96E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CFC3DD87-3C71-6B6D-8303-CA43209C3FA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28907F0D-3F1D-18AF-E2BA-3320882FBBD7}"/>
              </a:ext>
            </a:extLst>
          </p:cNvPr>
          <p:cNvSpPr/>
          <p:nvPr/>
        </p:nvSpPr>
        <p:spPr>
          <a:xfrm>
            <a:off x="10069655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2CFD3F4B-76B2-DAB8-ED30-09508A05B8C3}"/>
              </a:ext>
            </a:extLst>
          </p:cNvPr>
          <p:cNvSpPr/>
          <p:nvPr/>
        </p:nvSpPr>
        <p:spPr>
          <a:xfrm rot="10800000">
            <a:off x="9899052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34796220-4D65-3B9F-E18C-3EE0155472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71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2E5D810B-461A-E90A-631A-16A39E0365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69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E94695D9-5F92-C5FA-5032-C38EEF0775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51581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8B155D2A-2396-9952-D8F1-B6C98CF85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6953" y="290047"/>
            <a:ext cx="1347833" cy="1347833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989D50E4-8ED9-A67E-A636-316E843BFC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846" y="2710322"/>
            <a:ext cx="3539905" cy="3539905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DEFD6A4A-1842-3A94-AEFF-875745D24D61}"/>
              </a:ext>
            </a:extLst>
          </p:cNvPr>
          <p:cNvSpPr txBox="1"/>
          <p:nvPr/>
        </p:nvSpPr>
        <p:spPr>
          <a:xfrm>
            <a:off x="206186" y="1415236"/>
            <a:ext cx="23782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latin typeface="Bodoni MT" panose="02070603080606020203" pitchFamily="18" charset="0"/>
              </a:rPr>
              <a:t>Poszt törlése</a:t>
            </a:r>
          </a:p>
        </p:txBody>
      </p:sp>
      <p:sp>
        <p:nvSpPr>
          <p:cNvPr id="4" name="Nyíl: jobbra mutató 3">
            <a:extLst>
              <a:ext uri="{FF2B5EF4-FFF2-40B4-BE49-F238E27FC236}">
                <a16:creationId xmlns:a16="http://schemas.microsoft.com/office/drawing/2014/main" id="{17D3CFC3-EFF0-824C-3E28-5FD70D7F40D6}"/>
              </a:ext>
            </a:extLst>
          </p:cNvPr>
          <p:cNvSpPr/>
          <p:nvPr/>
        </p:nvSpPr>
        <p:spPr>
          <a:xfrm>
            <a:off x="2609005" y="1659211"/>
            <a:ext cx="1437601" cy="2104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291410E8-55E0-A10E-FE03-3F6B3E10E938}"/>
              </a:ext>
            </a:extLst>
          </p:cNvPr>
          <p:cNvSpPr txBox="1"/>
          <p:nvPr/>
        </p:nvSpPr>
        <p:spPr>
          <a:xfrm>
            <a:off x="4290566" y="1472059"/>
            <a:ext cx="12081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 err="1">
                <a:latin typeface="Bodoni MT" panose="02070603080606020203" pitchFamily="18" charset="0"/>
              </a:rPr>
              <a:t>View</a:t>
            </a:r>
            <a:endParaRPr lang="hu-HU" sz="3200" dirty="0">
              <a:latin typeface="Bodoni MT" panose="02070603080606020203" pitchFamily="18" charset="0"/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17215E62-3D97-BE30-7BEC-3E7269CACF34}"/>
              </a:ext>
            </a:extLst>
          </p:cNvPr>
          <p:cNvSpPr txBox="1"/>
          <p:nvPr/>
        </p:nvSpPr>
        <p:spPr>
          <a:xfrm>
            <a:off x="5334733" y="2341515"/>
            <a:ext cx="37706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 err="1">
                <a:latin typeface="Bodoni MT" panose="02070603080606020203" pitchFamily="18" charset="0"/>
              </a:rPr>
              <a:t>ViewModel</a:t>
            </a:r>
            <a:r>
              <a:rPr lang="hu-HU" sz="3000" dirty="0">
                <a:latin typeface="Bodoni MT" panose="02070603080606020203" pitchFamily="18" charset="0"/>
              </a:rPr>
              <a:t> </a:t>
            </a:r>
            <a:r>
              <a:rPr lang="hu-HU" sz="3000" dirty="0" err="1">
                <a:latin typeface="Bodoni MT" panose="02070603080606020203" pitchFamily="18" charset="0"/>
              </a:rPr>
              <a:t>Command</a:t>
            </a:r>
            <a:endParaRPr lang="hu-HU" sz="3000" dirty="0">
              <a:latin typeface="Bodoni MT" panose="02070603080606020203" pitchFamily="18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27923D5B-3767-5982-5EBC-7CECD1BA973F}"/>
              </a:ext>
            </a:extLst>
          </p:cNvPr>
          <p:cNvSpPr txBox="1"/>
          <p:nvPr/>
        </p:nvSpPr>
        <p:spPr>
          <a:xfrm>
            <a:off x="791897" y="2305950"/>
            <a:ext cx="22345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>
                <a:latin typeface="Bodoni MT" panose="02070603080606020203" pitchFamily="18" charset="0"/>
              </a:rPr>
              <a:t>Service (</a:t>
            </a:r>
            <a:r>
              <a:rPr lang="hu-HU" sz="3000" dirty="0" err="1">
                <a:latin typeface="Bodoni MT" panose="02070603080606020203" pitchFamily="18" charset="0"/>
              </a:rPr>
              <a:t>api</a:t>
            </a:r>
            <a:r>
              <a:rPr lang="hu-HU" sz="3000" dirty="0">
                <a:latin typeface="Bodoni MT" panose="02070603080606020203" pitchFamily="18" charset="0"/>
              </a:rPr>
              <a:t>)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292ABD4B-AF68-3892-C386-8D8F7CFC405A}"/>
              </a:ext>
            </a:extLst>
          </p:cNvPr>
          <p:cNvSpPr txBox="1"/>
          <p:nvPr/>
        </p:nvSpPr>
        <p:spPr>
          <a:xfrm>
            <a:off x="714483" y="3463105"/>
            <a:ext cx="26759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>
                <a:latin typeface="Bodoni MT" panose="02070603080606020203" pitchFamily="18" charset="0"/>
              </a:rPr>
              <a:t>HTTP </a:t>
            </a:r>
            <a:r>
              <a:rPr lang="hu-HU" sz="3000" dirty="0" err="1">
                <a:latin typeface="Bodoni MT" panose="02070603080606020203" pitchFamily="18" charset="0"/>
              </a:rPr>
              <a:t>request</a:t>
            </a:r>
            <a:endParaRPr lang="hu-HU" sz="3000" dirty="0">
              <a:latin typeface="Bodoni MT" panose="02070603080606020203" pitchFamily="18" charset="0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45EB88A6-6B82-DA4B-D423-9AC16EEEBD15}"/>
              </a:ext>
            </a:extLst>
          </p:cNvPr>
          <p:cNvSpPr txBox="1"/>
          <p:nvPr/>
        </p:nvSpPr>
        <p:spPr>
          <a:xfrm>
            <a:off x="4190401" y="3463740"/>
            <a:ext cx="8811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 err="1">
                <a:latin typeface="Bodoni MT" panose="02070603080606020203" pitchFamily="18" charset="0"/>
              </a:rPr>
              <a:t>Api</a:t>
            </a:r>
            <a:endParaRPr lang="hu-HU" sz="3000" dirty="0">
              <a:latin typeface="Bodoni MT" panose="02070603080606020203" pitchFamily="18" charset="0"/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1B654A81-EE17-7138-E478-CED70B605039}"/>
              </a:ext>
            </a:extLst>
          </p:cNvPr>
          <p:cNvSpPr txBox="1"/>
          <p:nvPr/>
        </p:nvSpPr>
        <p:spPr>
          <a:xfrm>
            <a:off x="5277413" y="4157569"/>
            <a:ext cx="44781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>
                <a:latin typeface="Bodoni MT" panose="02070603080606020203" pitchFamily="18" charset="0"/>
              </a:rPr>
              <a:t>vissza a </a:t>
            </a:r>
            <a:r>
              <a:rPr lang="hu-HU" sz="3000" dirty="0" err="1">
                <a:latin typeface="Bodoni MT" panose="02070603080606020203" pitchFamily="18" charset="0"/>
              </a:rPr>
              <a:t>ViewModel</a:t>
            </a:r>
            <a:r>
              <a:rPr lang="hu-HU" sz="3000" dirty="0">
                <a:latin typeface="Bodoni MT" panose="02070603080606020203" pitchFamily="18" charset="0"/>
              </a:rPr>
              <a:t> </a:t>
            </a:r>
            <a:r>
              <a:rPr lang="hu-HU" sz="3000" dirty="0" err="1">
                <a:latin typeface="Bodoni MT" panose="02070603080606020203" pitchFamily="18" charset="0"/>
              </a:rPr>
              <a:t>state</a:t>
            </a:r>
            <a:endParaRPr lang="hu-HU" sz="3000" dirty="0">
              <a:latin typeface="Bodoni MT" panose="02070603080606020203" pitchFamily="18" charset="0"/>
            </a:endParaRP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0193BAAD-1399-5EC2-145D-FAD7864A7F7A}"/>
              </a:ext>
            </a:extLst>
          </p:cNvPr>
          <p:cNvSpPr txBox="1"/>
          <p:nvPr/>
        </p:nvSpPr>
        <p:spPr>
          <a:xfrm>
            <a:off x="763799" y="4219388"/>
            <a:ext cx="18387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>
                <a:latin typeface="Bodoni MT" panose="02070603080606020203" pitchFamily="18" charset="0"/>
              </a:rPr>
              <a:t>UI Frissül</a:t>
            </a:r>
          </a:p>
        </p:txBody>
      </p:sp>
      <p:sp>
        <p:nvSpPr>
          <p:cNvPr id="15" name="Nyíl: jobbra mutató 14">
            <a:extLst>
              <a:ext uri="{FF2B5EF4-FFF2-40B4-BE49-F238E27FC236}">
                <a16:creationId xmlns:a16="http://schemas.microsoft.com/office/drawing/2014/main" id="{14059ACD-B0A8-1662-A8E5-6C36C49C0EF2}"/>
              </a:ext>
            </a:extLst>
          </p:cNvPr>
          <p:cNvSpPr/>
          <p:nvPr/>
        </p:nvSpPr>
        <p:spPr>
          <a:xfrm flipH="1">
            <a:off x="3386355" y="2531604"/>
            <a:ext cx="1437601" cy="2104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Nyíl: jobbra mutató 17">
            <a:extLst>
              <a:ext uri="{FF2B5EF4-FFF2-40B4-BE49-F238E27FC236}">
                <a16:creationId xmlns:a16="http://schemas.microsoft.com/office/drawing/2014/main" id="{2F957B57-0840-E68E-935C-2167922F29FD}"/>
              </a:ext>
            </a:extLst>
          </p:cNvPr>
          <p:cNvSpPr/>
          <p:nvPr/>
        </p:nvSpPr>
        <p:spPr>
          <a:xfrm rot="16200000" flipH="1">
            <a:off x="1502699" y="3056291"/>
            <a:ext cx="745356" cy="2104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Nyíl: jobbra mutató 21">
            <a:extLst>
              <a:ext uri="{FF2B5EF4-FFF2-40B4-BE49-F238E27FC236}">
                <a16:creationId xmlns:a16="http://schemas.microsoft.com/office/drawing/2014/main" id="{09E6D6D7-7BE6-29C3-A268-73FA25188357}"/>
              </a:ext>
            </a:extLst>
          </p:cNvPr>
          <p:cNvSpPr/>
          <p:nvPr/>
        </p:nvSpPr>
        <p:spPr>
          <a:xfrm>
            <a:off x="3265561" y="3637790"/>
            <a:ext cx="851662" cy="2104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Nyíl: jobbra mutató 23">
            <a:extLst>
              <a:ext uri="{FF2B5EF4-FFF2-40B4-BE49-F238E27FC236}">
                <a16:creationId xmlns:a16="http://schemas.microsoft.com/office/drawing/2014/main" id="{A3493B31-984B-05C3-C911-ABCBD1BF48E9}"/>
              </a:ext>
            </a:extLst>
          </p:cNvPr>
          <p:cNvSpPr/>
          <p:nvPr/>
        </p:nvSpPr>
        <p:spPr>
          <a:xfrm rot="1254279">
            <a:off x="5379633" y="1969174"/>
            <a:ext cx="1437601" cy="2104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" name="Nyíl: jobbra mutató 25">
            <a:extLst>
              <a:ext uri="{FF2B5EF4-FFF2-40B4-BE49-F238E27FC236}">
                <a16:creationId xmlns:a16="http://schemas.microsoft.com/office/drawing/2014/main" id="{36D578EF-6556-53B6-0951-3C0DEB5397E0}"/>
              </a:ext>
            </a:extLst>
          </p:cNvPr>
          <p:cNvSpPr/>
          <p:nvPr/>
        </p:nvSpPr>
        <p:spPr>
          <a:xfrm rot="1254279">
            <a:off x="4976605" y="3892679"/>
            <a:ext cx="1437601" cy="2104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" name="Nyíl: jobbra mutató 26">
            <a:extLst>
              <a:ext uri="{FF2B5EF4-FFF2-40B4-BE49-F238E27FC236}">
                <a16:creationId xmlns:a16="http://schemas.microsoft.com/office/drawing/2014/main" id="{5E205994-547B-1D7B-F4FB-BE67EA597011}"/>
              </a:ext>
            </a:extLst>
          </p:cNvPr>
          <p:cNvSpPr/>
          <p:nvPr/>
        </p:nvSpPr>
        <p:spPr>
          <a:xfrm rot="10800000">
            <a:off x="3060760" y="4409788"/>
            <a:ext cx="1437601" cy="2104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80600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8" grpId="0"/>
      <p:bldP spid="9" grpId="0"/>
      <p:bldP spid="10" grpId="0"/>
      <p:bldP spid="11" grpId="0"/>
      <p:bldP spid="12" grpId="0"/>
      <p:bldP spid="14" grpId="0"/>
      <p:bldP spid="15" grpId="0" animBg="1"/>
      <p:bldP spid="18" grpId="0" animBg="1"/>
      <p:bldP spid="22" grpId="0" animBg="1"/>
      <p:bldP spid="24" grpId="0" animBg="1"/>
      <p:bldP spid="26" grpId="0" animBg="1"/>
      <p:bldP spid="2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4CD7F-ABD9-557B-35D5-41A602198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4CDC6661-5BAF-ED2C-D7B0-AA740E44E456}"/>
              </a:ext>
            </a:extLst>
          </p:cNvPr>
          <p:cNvGrpSpPr/>
          <p:nvPr/>
        </p:nvGrpSpPr>
        <p:grpSpPr>
          <a:xfrm>
            <a:off x="1973557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FD871D12-BE20-AE28-305C-6DE43A864AB8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ACD87307-15B7-B63F-2458-5382800ABDD1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BD1FC988-4DEA-C5AC-ADB0-A9F8E0DD022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D99B67BB-3923-2DF7-1E68-D2F343E9EC9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66A0E687-EED3-C1FD-A934-DD025E991F0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43453BF8-91B8-07D0-F39E-691A21FCC73E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BAE3DEA8-7ED7-6345-CA69-564921F0718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0440D208-3E44-FEB0-1B7E-23733D10DC6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A9D49C40-ABA6-7EF4-F041-BB30B5A0E13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13424B59-8177-E45D-F129-43F27A5A4FF4}"/>
              </a:ext>
            </a:extLst>
          </p:cNvPr>
          <p:cNvSpPr/>
          <p:nvPr/>
        </p:nvSpPr>
        <p:spPr>
          <a:xfrm>
            <a:off x="19856074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DAED2548-089D-B361-DC05-7A029B9E15A1}"/>
              </a:ext>
            </a:extLst>
          </p:cNvPr>
          <p:cNvGrpSpPr/>
          <p:nvPr/>
        </p:nvGrpSpPr>
        <p:grpSpPr>
          <a:xfrm>
            <a:off x="-8724657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BD98EA62-7871-8C42-F683-1E6C183ED599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F36F3DEE-A085-FD32-9ECE-D2A4E32DBE27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E34D916C-1CC1-3DF1-39D3-BF7E93C38D2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CD146DE7-D7A6-2C72-0ABD-4168247144B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DD05F200-6268-9C0B-9ACB-4FC79B913CB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5B17715E-4E81-E868-B326-8592003BB3C2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19BBEC41-1A18-F01E-D15F-CA25D551459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5AE55575-07D9-EA39-30F1-6CAF0CFEFDC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8C2BB722-2287-EA6E-16D2-964A4707BBB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E5861D41-A771-FFAB-60AF-DCE87A67FE07}"/>
              </a:ext>
            </a:extLst>
          </p:cNvPr>
          <p:cNvSpPr/>
          <p:nvPr/>
        </p:nvSpPr>
        <p:spPr>
          <a:xfrm>
            <a:off x="-51361" y="0"/>
            <a:ext cx="12288196" cy="6885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hu-HU" sz="6000" dirty="0">
                <a:solidFill>
                  <a:schemeClr val="tx1"/>
                </a:solidFill>
                <a:latin typeface="Bodoni MT" panose="02070603080606020203" pitchFamily="18" charset="0"/>
              </a:rPr>
              <a:t>Angol Bemutatás</a:t>
            </a:r>
          </a:p>
        </p:txBody>
      </p:sp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E8A896B9-7A65-338C-D1E3-6794A8E183B2}"/>
              </a:ext>
            </a:extLst>
          </p:cNvPr>
          <p:cNvGrpSpPr/>
          <p:nvPr/>
        </p:nvGrpSpPr>
        <p:grpSpPr>
          <a:xfrm>
            <a:off x="-8730153" y="5416324"/>
            <a:ext cx="7924802" cy="1614829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CEB42E68-BD9A-0C2F-9B29-2E4139E9685D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9EAEA01F-FB10-CE9B-0F38-75983D7990BA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C2772D44-667D-119C-186C-5032943B494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EFC6569A-DBE7-5E94-444A-B2F21736F19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B2150EAB-F96C-8034-1C28-6A513F07AF0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E753432D-274B-1BBC-7EA9-84203665DE75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2AF88F9C-B02B-F0DD-2077-E4EF65E960C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66AD73A8-67B4-4407-3CE9-B63E65652F93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0B65A676-8D86-BD3E-1605-F934C702D50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7C322021-9BF9-C78F-10DA-6F61317F39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5526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245AB27A-BE36-354A-6E11-48001E552FF4}"/>
              </a:ext>
            </a:extLst>
          </p:cNvPr>
          <p:cNvGrpSpPr/>
          <p:nvPr/>
        </p:nvGrpSpPr>
        <p:grpSpPr>
          <a:xfrm>
            <a:off x="19741288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71815EBB-2E86-A532-B19E-9E338F2E4F95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4BC6F46B-BFBB-EE3A-261C-C5926F2A33E1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0D1E9F97-9909-81C3-5B4F-C5E27FCFCDD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4476E106-4F4B-BA93-8A97-D30545A93C0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D6AB4CB2-1B35-9605-1184-FBD38C3E3A0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D3501966-7BA1-695C-9201-FE94738C758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0C91B3DF-AA05-2EC3-B95B-D24659B175D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7F9C68E0-ECDB-EB26-AB44-68D8884A66E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C6D7B92A-CE4B-19D7-4C92-8A8435FBBD1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A06A8C3C-5C6D-E57F-2296-1B6ADC61840D}"/>
              </a:ext>
            </a:extLst>
          </p:cNvPr>
          <p:cNvSpPr/>
          <p:nvPr/>
        </p:nvSpPr>
        <p:spPr>
          <a:xfrm>
            <a:off x="10069655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A4864367-B9D7-FCD7-3AE9-8CC74AD35E07}"/>
              </a:ext>
            </a:extLst>
          </p:cNvPr>
          <p:cNvSpPr/>
          <p:nvPr/>
        </p:nvSpPr>
        <p:spPr>
          <a:xfrm rot="10800000">
            <a:off x="9899052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46A5295A-6271-7F4E-4223-9EF7C99FF4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871" y="2367538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3EF66AD5-E7D3-FE43-D888-20A3DBF77E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693" y="2367539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FA501763-D5AA-807D-668A-0868A7B235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5158151"/>
            <a:ext cx="8985673" cy="599044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FA8D4EB0-75E9-B86D-E9D2-A58D33D32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6953" y="290047"/>
            <a:ext cx="1347833" cy="1347833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F073CE63-E6C5-C69D-5AB0-82F7564F83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846" y="2710322"/>
            <a:ext cx="3539905" cy="3539905"/>
          </a:xfrm>
          <a:prstGeom prst="rect">
            <a:avLst/>
          </a:prstGeom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8F4A871F-9F1D-0719-39AB-25753CAA8B4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550" y="1789974"/>
            <a:ext cx="7552866" cy="48006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539284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35F87-5CD7-C562-DE9C-BD17EB9D4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AD03EE2E-A163-AA39-07AB-FE1BF544D96A}"/>
              </a:ext>
            </a:extLst>
          </p:cNvPr>
          <p:cNvGrpSpPr/>
          <p:nvPr/>
        </p:nvGrpSpPr>
        <p:grpSpPr>
          <a:xfrm>
            <a:off x="1973557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3F703360-1732-6592-5BFC-1124023E3FDA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CFFD27BE-26EA-7714-A5F4-4C6A2B4485E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B6BD54E9-9481-857E-A071-AD14D34D63E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4B1E2152-C544-50A1-D433-A3C581683DA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93E6B183-0AAD-7877-2955-50C2472FD12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17BC9567-22D4-2B84-0E8A-4CD42387FDC5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0DAA91B2-4458-4900-A72C-480BCD37E4B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29AAF5C7-D682-AAE6-D6C6-ABCEC91F5E4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A352CBA3-0212-3981-D576-F7ABD0F28D5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64EFDC73-0115-279D-DC93-42FEA6A9F12C}"/>
              </a:ext>
            </a:extLst>
          </p:cNvPr>
          <p:cNvSpPr/>
          <p:nvPr/>
        </p:nvSpPr>
        <p:spPr>
          <a:xfrm>
            <a:off x="19856074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2C7F3AB1-937A-DF75-2CEB-37167ED64580}"/>
              </a:ext>
            </a:extLst>
          </p:cNvPr>
          <p:cNvGrpSpPr/>
          <p:nvPr/>
        </p:nvGrpSpPr>
        <p:grpSpPr>
          <a:xfrm>
            <a:off x="-52605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977B850F-60A4-F873-9BAD-8A08D3F9C243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D3DA9E0D-E63F-090E-3823-05348687135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1CAE2662-7AF6-BFA3-71EC-25C8593D657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BE3EC0E4-82E0-E69D-E88C-53261B82F42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5FE1ACF2-5187-6C9E-2B4E-7D130C1A524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521A078B-096D-7D7F-CF5A-1EF877037E87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3A8A6C5B-24F8-54F5-E68A-49D49288D430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1E547052-21E6-7481-4BF3-FE06DC0DF67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D1A7259F-DC8D-3E22-F451-A87C2C1EAAF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7C276D71-7AF3-4FDC-93EE-27248F88ED78}"/>
              </a:ext>
            </a:extLst>
          </p:cNvPr>
          <p:cNvSpPr/>
          <p:nvPr/>
        </p:nvSpPr>
        <p:spPr>
          <a:xfrm>
            <a:off x="95250" y="1848352"/>
            <a:ext cx="7626350" cy="5037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hu-HU" sz="6000" dirty="0">
                <a:solidFill>
                  <a:schemeClr val="tx1"/>
                </a:solidFill>
                <a:latin typeface="Bodoni MT" panose="02070603080606020203" pitchFamily="18" charset="0"/>
              </a:rPr>
              <a:t>Angol Bemutatás</a:t>
            </a:r>
          </a:p>
        </p:txBody>
      </p:sp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8EB76036-2B75-D45D-D148-14FF8D724847}"/>
              </a:ext>
            </a:extLst>
          </p:cNvPr>
          <p:cNvGrpSpPr/>
          <p:nvPr/>
        </p:nvGrpSpPr>
        <p:grpSpPr>
          <a:xfrm>
            <a:off x="-58101" y="5416324"/>
            <a:ext cx="7924802" cy="1614829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7D58835E-7EFF-B6CC-0D62-01E65C3BEADC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1029890C-C9BA-F1FC-0FE2-C174E0C6D576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B2576667-E905-CBE8-CE29-8A03372B4AA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5FB353C9-93F4-5961-1660-1B8C7BB0764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9A6C92BC-12B7-FD88-936A-9D15033C5E3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F8BB4991-1D57-DB99-796E-9F9D94A5A892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803017DE-9DAB-0686-9F47-D688A62BDB0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262785BB-FD88-340D-5DEF-EB13A9DA63B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913F0D7D-FB85-5A5E-2BB9-DA9AFC0FAA1E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FD3D147E-B320-C159-B217-E354002B6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6235" y="2438630"/>
            <a:ext cx="1347833" cy="1347833"/>
          </a:xfrm>
          <a:prstGeom prst="rect">
            <a:avLst/>
          </a:prstGeom>
          <a:solidFill>
            <a:srgbClr val="DF6266"/>
          </a:solidFill>
        </p:spPr>
      </p:pic>
      <p:pic>
        <p:nvPicPr>
          <p:cNvPr id="1045" name="Kép 1044">
            <a:extLst>
              <a:ext uri="{FF2B5EF4-FFF2-40B4-BE49-F238E27FC236}">
                <a16:creationId xmlns:a16="http://schemas.microsoft.com/office/drawing/2014/main" id="{F58826D3-F434-C2C0-187A-C28C13A070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5526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F24BC421-85DF-64B4-9FB6-93988D8B578D}"/>
              </a:ext>
            </a:extLst>
          </p:cNvPr>
          <p:cNvGrpSpPr/>
          <p:nvPr/>
        </p:nvGrpSpPr>
        <p:grpSpPr>
          <a:xfrm>
            <a:off x="19741288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2C11B061-F227-95C5-91FF-07E1BE1A3110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6D2BB559-6E30-475E-2B08-826965E4FC3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29EC444A-7285-2248-6AF9-06577E3233C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450FC04E-CAE7-E170-7071-93AA8ECAA609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7BC14146-07CA-9FEB-8B17-C74D563C07E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8B23D42C-220A-1E67-8CEE-37E0CD9EA6F9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CC1DBA68-C75E-AA9A-5949-1EAACBB5341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81651C88-437B-AE17-7840-0078D1C6D32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C8999682-439B-276D-0D25-616E90DFA7BF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686E4A12-356F-126B-5414-5D1E53502857}"/>
              </a:ext>
            </a:extLst>
          </p:cNvPr>
          <p:cNvSpPr/>
          <p:nvPr/>
        </p:nvSpPr>
        <p:spPr>
          <a:xfrm>
            <a:off x="10069655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9CF8E3B6-D595-EE40-A4A0-40AEA63916AA}"/>
              </a:ext>
            </a:extLst>
          </p:cNvPr>
          <p:cNvSpPr/>
          <p:nvPr/>
        </p:nvSpPr>
        <p:spPr>
          <a:xfrm rot="10800000">
            <a:off x="9899052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9" name="Kép 1048">
            <a:extLst>
              <a:ext uri="{FF2B5EF4-FFF2-40B4-BE49-F238E27FC236}">
                <a16:creationId xmlns:a16="http://schemas.microsoft.com/office/drawing/2014/main" id="{744E79C3-7F17-4BF4-0872-B94261F56C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693" y="2367539"/>
            <a:ext cx="3968441" cy="3968441"/>
          </a:xfrm>
          <a:prstGeom prst="rect">
            <a:avLst/>
          </a:prstGeom>
        </p:spPr>
      </p:pic>
      <p:pic>
        <p:nvPicPr>
          <p:cNvPr id="1047" name="Kép 1046">
            <a:extLst>
              <a:ext uri="{FF2B5EF4-FFF2-40B4-BE49-F238E27FC236}">
                <a16:creationId xmlns:a16="http://schemas.microsoft.com/office/drawing/2014/main" id="{4087B49D-920F-00A4-5F4F-C31CFB41B5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499" y="2367538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A6D05AEE-288E-CB7F-EF1C-F98F5CDB53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5158151"/>
            <a:ext cx="8985673" cy="5990449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5540FB76-9032-F2B3-1C93-873F295E77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846" y="10556468"/>
            <a:ext cx="3539905" cy="3539905"/>
          </a:xfrm>
          <a:prstGeom prst="rect">
            <a:avLst/>
          </a:prstGeom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A9F7616E-E49E-79EA-062B-440F7761851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6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125" y="1856649"/>
            <a:ext cx="7552866" cy="48006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27088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">
        <p159:morph option="byObject"/>
      </p:transition>
    </mc:Choice>
    <mc:Fallback xmlns="">
      <p:transition spd="slow" advClick="0" advTm="300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B168B-34E9-437F-2833-0B583D380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939454C-F75A-03DF-9E1A-B46992D77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6388" y="4988146"/>
            <a:ext cx="1347833" cy="1347833"/>
          </a:xfrm>
          <a:prstGeom prst="rect">
            <a:avLst/>
          </a:prstGeom>
          <a:solidFill>
            <a:srgbClr val="DF6266"/>
          </a:solidFill>
        </p:spPr>
      </p:pic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AD901D2B-6598-DE36-A0EE-C7168C10E2B6}"/>
              </a:ext>
            </a:extLst>
          </p:cNvPr>
          <p:cNvGrpSpPr/>
          <p:nvPr/>
        </p:nvGrpSpPr>
        <p:grpSpPr>
          <a:xfrm>
            <a:off x="19735570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67425336-87D3-CF24-7C05-ABCB5E352668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E3F87705-2360-AC86-0923-DB5D9B0DA4A8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B623F446-2268-F434-D89C-9590EF638E0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49C34DB7-FA5F-6154-5411-59BEE0571BE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F12A2D07-2970-5251-879F-30382265739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DF1EE3F0-5A0C-AA1B-0030-5217BA7D37EF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E2DE2A87-CA5B-ADBF-F434-875BB9B62D2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E1005F68-090B-3DBC-714B-585B34582A80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BF249A52-72DE-0543-3D84-1549F7BDA32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95341D2F-7FBD-444F-B9CB-9D5A8AB79A56}"/>
              </a:ext>
            </a:extLst>
          </p:cNvPr>
          <p:cNvSpPr/>
          <p:nvPr/>
        </p:nvSpPr>
        <p:spPr>
          <a:xfrm>
            <a:off x="19856074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2CAC3C16-F0A0-8728-682D-6744013F6A59}"/>
              </a:ext>
            </a:extLst>
          </p:cNvPr>
          <p:cNvGrpSpPr/>
          <p:nvPr/>
        </p:nvGrpSpPr>
        <p:grpSpPr>
          <a:xfrm>
            <a:off x="-52605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E6024901-5978-9435-A155-23EB024D9216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482ACD13-5A36-F848-6527-0C2A755140E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55406E60-6001-2BF7-4A67-3C6A7FB8D45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5FF1FE89-78CC-4B71-BFC3-FB41BAC0F39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82DFAF54-4B47-0AC8-9D3D-6E00FE8AB92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87785CF2-FD35-FF10-D5E9-9605DE5E3E36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B989E350-2A18-7AC7-4D77-35A7E6421699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A5575EA1-E844-2303-4BF7-5C754509524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D5C45BF8-0D57-FB61-F412-050991FFC419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3CA62D74-3442-62A5-A06E-E7FE90AC777A}"/>
              </a:ext>
            </a:extLst>
          </p:cNvPr>
          <p:cNvSpPr/>
          <p:nvPr/>
        </p:nvSpPr>
        <p:spPr>
          <a:xfrm>
            <a:off x="95250" y="1848352"/>
            <a:ext cx="7626350" cy="5037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hu-HU" sz="6000" dirty="0">
                <a:solidFill>
                  <a:schemeClr val="tx1"/>
                </a:solidFill>
                <a:latin typeface="Bodoni MT" panose="02070603080606020203" pitchFamily="18" charset="0"/>
              </a:rPr>
              <a:t>Angol Bemutatás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B83B99C1-8603-F4AC-7005-9DBBA9C5C63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4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550" y="1837599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65ADCFE9-5D07-10BB-8FC1-38B5427038E5}"/>
              </a:ext>
            </a:extLst>
          </p:cNvPr>
          <p:cNvGrpSpPr/>
          <p:nvPr/>
        </p:nvGrpSpPr>
        <p:grpSpPr>
          <a:xfrm>
            <a:off x="-58101" y="1848352"/>
            <a:ext cx="7924802" cy="5182801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2C1F5F94-4B3C-11ED-0F7D-8996847AF4E6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B52F0A8F-F2C5-DDF9-0866-8D607785B762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55964791-2AF7-D532-15C1-B6D264B70FAA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40C2E348-4466-A89B-590F-D2BDC28A49B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0F7CB38A-59CA-8045-4185-846BC49398D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C7169D8F-CC21-5E99-EF0F-7F45F72B43F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298CBB5F-1E84-5479-84A7-5E9DFB6E2D11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BEDF6EF7-7A5F-4395-47C9-7B2FF29C560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57C3EA2A-110C-92F1-97DC-5A33E65A84B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9D9F15EB-FB64-F8CE-D92B-655C928F50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65526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B9A9BE41-C73B-155A-A38A-F9E3D387077F}"/>
              </a:ext>
            </a:extLst>
          </p:cNvPr>
          <p:cNvGrpSpPr/>
          <p:nvPr/>
        </p:nvGrpSpPr>
        <p:grpSpPr>
          <a:xfrm>
            <a:off x="19741288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4F239C18-9E09-AA9E-4543-F74A8562D98D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7EB73EC5-12CB-2165-EF43-C4962E92921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238F80C6-CC4A-9BDE-86DC-CFE9F074E45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2B3F8686-0CDE-C787-ACB3-3766C2B2E9F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1243EEEC-18D3-C354-CCC1-A1F31589D27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AC1551B9-B4A1-4DF6-16C8-447C32B3B102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072AF54D-44C8-A619-02CC-F59F14431C1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3A3690DC-6C24-0380-4C68-3FF13B4CED28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AC6A8164-60C0-B9F9-924B-5C93B8469051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32A3EECC-3025-9E4D-6D50-8EF4BAD000FF}"/>
              </a:ext>
            </a:extLst>
          </p:cNvPr>
          <p:cNvSpPr/>
          <p:nvPr/>
        </p:nvSpPr>
        <p:spPr>
          <a:xfrm>
            <a:off x="10069655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F72533E2-59EB-AC7E-FF05-11A9151CA1ED}"/>
              </a:ext>
            </a:extLst>
          </p:cNvPr>
          <p:cNvSpPr/>
          <p:nvPr/>
        </p:nvSpPr>
        <p:spPr>
          <a:xfrm rot="10800000">
            <a:off x="9899052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9" name="Kép 1048">
            <a:extLst>
              <a:ext uri="{FF2B5EF4-FFF2-40B4-BE49-F238E27FC236}">
                <a16:creationId xmlns:a16="http://schemas.microsoft.com/office/drawing/2014/main" id="{15D92DE8-08F3-8BCE-0028-91701DD6F1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693" y="2367539"/>
            <a:ext cx="3968441" cy="3968441"/>
          </a:xfrm>
          <a:prstGeom prst="rect">
            <a:avLst/>
          </a:prstGeom>
        </p:spPr>
      </p:pic>
      <p:pic>
        <p:nvPicPr>
          <p:cNvPr id="1047" name="Kép 1046">
            <a:extLst>
              <a:ext uri="{FF2B5EF4-FFF2-40B4-BE49-F238E27FC236}">
                <a16:creationId xmlns:a16="http://schemas.microsoft.com/office/drawing/2014/main" id="{AB0FD2FD-CA47-7526-F9F1-8D64F397E8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499" y="2367538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786932CC-343A-66CF-534F-5892EC257A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5158151"/>
            <a:ext cx="8985673" cy="5990449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287B0FB2-6B2E-9EA7-4F45-2C37BC3B5D8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846" y="10556468"/>
            <a:ext cx="3539905" cy="35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321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">
        <p159:morph option="byObject"/>
      </p:transition>
    </mc:Choice>
    <mc:Fallback xmlns="">
      <p:transition spd="slow" advClick="0" advTm="300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C83CE-14CD-D8E8-C991-57BD0499B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FA9BD1EC-30F1-9FA0-3C00-87C62465EA29}"/>
              </a:ext>
            </a:extLst>
          </p:cNvPr>
          <p:cNvGrpSpPr/>
          <p:nvPr/>
        </p:nvGrpSpPr>
        <p:grpSpPr>
          <a:xfrm>
            <a:off x="10385085" y="1679293"/>
            <a:ext cx="7924802" cy="5153180"/>
            <a:chOff x="1543048" y="1158240"/>
            <a:chExt cx="5495927" cy="357378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C7F0BD30-3A94-82CD-0924-38B74C1F100F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4650859A-EB2D-D29F-3F7D-C90D811AA2AC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9B005BDB-92E1-01FE-6D9E-758A33384EE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60564BD1-E834-B338-E160-C7D404CC83A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441A1018-AFB1-5F1C-FE46-2A0F31C5FA34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B9329DA5-07CB-09CF-2F17-FCE616A58DA0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D8D8C077-4E09-DE2D-A53B-02385107577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C5172036-6DE3-3AA0-50D8-7CD9178B35E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EB07FDF0-F6CA-A64B-7654-157E97E78D9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199B36C1-9698-9C5D-A705-A94763C70695}"/>
              </a:ext>
            </a:extLst>
          </p:cNvPr>
          <p:cNvSpPr/>
          <p:nvPr/>
        </p:nvSpPr>
        <p:spPr>
          <a:xfrm>
            <a:off x="10505589" y="1764447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hu-HU" dirty="0"/>
          </a:p>
        </p:txBody>
      </p: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4564BDE7-820B-86E3-F27F-0246C64CF45F}"/>
              </a:ext>
            </a:extLst>
          </p:cNvPr>
          <p:cNvGrpSpPr/>
          <p:nvPr/>
        </p:nvGrpSpPr>
        <p:grpSpPr>
          <a:xfrm>
            <a:off x="-6010957" y="1679293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B8794280-8666-6F98-5735-8CFAD1B84707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60DE5100-8A52-3DA7-4A2E-61D25DAB14BD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6206AA55-9ED6-56A7-98E9-6B488FF8EA64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03822039-862C-5CB5-9094-1F3EFB8B22F1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5CBE8490-9F0F-2E75-6678-147C97D0AD1A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C9FD6036-1E63-821E-13D5-C3B3E17927C6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8F034592-22B8-F90D-FB10-32AE6A45255F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C253259A-6C6B-3868-918A-4E047C31E9F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A2CB6558-FD90-A95B-6AEF-AFD5CE2EF7F3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DEA4D34D-DA9D-CEAC-5C94-5089B8143266}"/>
              </a:ext>
            </a:extLst>
          </p:cNvPr>
          <p:cNvSpPr/>
          <p:nvPr/>
        </p:nvSpPr>
        <p:spPr>
          <a:xfrm>
            <a:off x="-5863102" y="1848352"/>
            <a:ext cx="7626350" cy="5037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hu-HU" sz="6000" dirty="0">
                <a:solidFill>
                  <a:schemeClr val="tx1"/>
                </a:solidFill>
                <a:latin typeface="Bodoni MT" panose="02070603080606020203" pitchFamily="18" charset="0"/>
              </a:rPr>
              <a:t>Angol Bemutatás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6500D1AE-7085-ED2B-2EC4-62825BC38D0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4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875802" y="1837599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5EA1C6EC-B775-5645-B721-A6361B6755AA}"/>
              </a:ext>
            </a:extLst>
          </p:cNvPr>
          <p:cNvGrpSpPr/>
          <p:nvPr/>
        </p:nvGrpSpPr>
        <p:grpSpPr>
          <a:xfrm>
            <a:off x="-6016453" y="1848352"/>
            <a:ext cx="7924802" cy="5182801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C1448D5A-EFEA-BEDC-1954-BDB36809F6A3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CBA8D07C-05F5-6CB2-42C9-3B074C4C9616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B30C4FB7-9C02-119E-CFBB-0BBE6EBDD77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CA524AA1-5957-ADF3-F782-B486FED0ABC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2F48F54E-3A5C-C759-07E2-A1FAF1B4AA7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78436C6E-1B84-B76B-6AE6-AF37118207DA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54D39E71-88A2-D5F2-66F9-B0B7A35231E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D2821D88-ED23-9508-565A-8FB86D66A0C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A760DCD8-6295-FEF5-86EB-9AF12E51A7DC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pic>
        <p:nvPicPr>
          <p:cNvPr id="1045" name="Kép 1044">
            <a:extLst>
              <a:ext uri="{FF2B5EF4-FFF2-40B4-BE49-F238E27FC236}">
                <a16:creationId xmlns:a16="http://schemas.microsoft.com/office/drawing/2014/main" id="{6ACC9FA4-5C68-BC9A-7988-0F7C1F8ED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15041" y="1789974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43A5B99E-4E4C-5750-6955-FAA98D8E6337}"/>
              </a:ext>
            </a:extLst>
          </p:cNvPr>
          <p:cNvGrpSpPr/>
          <p:nvPr/>
        </p:nvGrpSpPr>
        <p:grpSpPr>
          <a:xfrm>
            <a:off x="10390803" y="1817423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F5CE7893-EA5E-41B6-0E1B-810206EE1E2C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18FE7B1A-E411-53F1-9832-DB2D54C95B10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9542762D-16BD-80BB-300E-57EBF6C64118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7EB73D4B-933B-61C4-5B01-71F796C33B2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FA20B65F-9465-345E-8718-E9934876589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D0DF9004-5A84-70B0-32A5-4BF458C6A23A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C7331806-9235-4387-B694-1D74E77CCDC2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07E0CEE7-7E53-E8FF-8CD4-E0E90D95814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DB8B5F54-91BA-0CC2-D972-3A5094E28DE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C2E50856-3F23-2759-F815-9F056C765344}"/>
              </a:ext>
            </a:extLst>
          </p:cNvPr>
          <p:cNvSpPr/>
          <p:nvPr/>
        </p:nvSpPr>
        <p:spPr>
          <a:xfrm>
            <a:off x="4022816" y="6072649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8D4F74F5-F349-F88A-B4C3-B61EAD01B965}"/>
              </a:ext>
            </a:extLst>
          </p:cNvPr>
          <p:cNvSpPr/>
          <p:nvPr/>
        </p:nvSpPr>
        <p:spPr>
          <a:xfrm rot="10800000">
            <a:off x="3852213" y="5758071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9" name="Kép 1048">
            <a:extLst>
              <a:ext uri="{FF2B5EF4-FFF2-40B4-BE49-F238E27FC236}">
                <a16:creationId xmlns:a16="http://schemas.microsoft.com/office/drawing/2014/main" id="{A6032552-7D65-E680-304E-2D0D810203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854" y="2367539"/>
            <a:ext cx="3968441" cy="3968441"/>
          </a:xfrm>
          <a:prstGeom prst="rect">
            <a:avLst/>
          </a:prstGeom>
        </p:spPr>
      </p:pic>
      <p:pic>
        <p:nvPicPr>
          <p:cNvPr id="1047" name="Kép 1046">
            <a:extLst>
              <a:ext uri="{FF2B5EF4-FFF2-40B4-BE49-F238E27FC236}">
                <a16:creationId xmlns:a16="http://schemas.microsoft.com/office/drawing/2014/main" id="{62441F9A-4627-E5A7-FEDC-2488B3D373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109" y="2367538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74771D5D-9249-1FCF-78FA-50610DCCB2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5158151"/>
            <a:ext cx="8985673" cy="5990449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E3A1ED91-E9BC-01A9-645E-A9E2D6A18A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846" y="10556468"/>
            <a:ext cx="3539905" cy="35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949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">
        <p159:morph option="byObject"/>
      </p:transition>
    </mc:Choice>
    <mc:Fallback xmlns="">
      <p:transition spd="slow" advClick="0" advTm="300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FBC88-7D19-DABB-C90E-661C35717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BF91E07C-7F76-DCEB-83CA-489D45728E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481" y="-152400"/>
            <a:ext cx="6191152" cy="7162800"/>
          </a:xfrm>
          <a:prstGeom prst="rect">
            <a:avLst/>
          </a:prstGeom>
        </p:spPr>
      </p:pic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C8F83A9E-4D26-0742-D2FE-8FBC7AD4DCC3}"/>
              </a:ext>
            </a:extLst>
          </p:cNvPr>
          <p:cNvGrpSpPr/>
          <p:nvPr/>
        </p:nvGrpSpPr>
        <p:grpSpPr>
          <a:xfrm>
            <a:off x="-6460880" y="1329601"/>
            <a:ext cx="7924802" cy="5153180"/>
            <a:chOff x="1543048" y="1158240"/>
            <a:chExt cx="5495927" cy="357378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6" name="Téglalap 55">
              <a:extLst>
                <a:ext uri="{FF2B5EF4-FFF2-40B4-BE49-F238E27FC236}">
                  <a16:creationId xmlns:a16="http://schemas.microsoft.com/office/drawing/2014/main" id="{E57C62EF-0919-D064-5C22-515029C94957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57" name="Csoportba foglalás 56">
              <a:extLst>
                <a:ext uri="{FF2B5EF4-FFF2-40B4-BE49-F238E27FC236}">
                  <a16:creationId xmlns:a16="http://schemas.microsoft.com/office/drawing/2014/main" id="{5C8A4846-499D-15B2-D5B8-3117EE4BB9D3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62" name="Téglalap: lekerekített 61">
                <a:extLst>
                  <a:ext uri="{FF2B5EF4-FFF2-40B4-BE49-F238E27FC236}">
                    <a16:creationId xmlns:a16="http://schemas.microsoft.com/office/drawing/2014/main" id="{AFA08261-0489-8D62-5DA3-7974F7EB028E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3" name="Háromszög 62">
                <a:extLst>
                  <a:ext uri="{FF2B5EF4-FFF2-40B4-BE49-F238E27FC236}">
                    <a16:creationId xmlns:a16="http://schemas.microsoft.com/office/drawing/2014/main" id="{D0612F9C-234C-EF3D-6395-C0F3C1DAF79E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24" name="Téglalap 1023">
                <a:extLst>
                  <a:ext uri="{FF2B5EF4-FFF2-40B4-BE49-F238E27FC236}">
                    <a16:creationId xmlns:a16="http://schemas.microsoft.com/office/drawing/2014/main" id="{A4CFFF51-17E8-76FF-623C-7BEE6DB376FB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58" name="Csoportba foglalás 57">
              <a:extLst>
                <a:ext uri="{FF2B5EF4-FFF2-40B4-BE49-F238E27FC236}">
                  <a16:creationId xmlns:a16="http://schemas.microsoft.com/office/drawing/2014/main" id="{85220D8B-1EC1-1E22-7F1D-187E7F2F2628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9" name="Téglalap: lekerekített 58">
                <a:extLst>
                  <a:ext uri="{FF2B5EF4-FFF2-40B4-BE49-F238E27FC236}">
                    <a16:creationId xmlns:a16="http://schemas.microsoft.com/office/drawing/2014/main" id="{9A33733B-C727-E473-11D2-D81A33F38A8C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0" name="Háromszög 59">
                <a:extLst>
                  <a:ext uri="{FF2B5EF4-FFF2-40B4-BE49-F238E27FC236}">
                    <a16:creationId xmlns:a16="http://schemas.microsoft.com/office/drawing/2014/main" id="{3FA94660-F763-AB71-C2AD-5D7382954822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64F20730-0FE7-665B-E968-F7D3B4B4FF1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5" name="Téglalap 1074">
            <a:extLst>
              <a:ext uri="{FF2B5EF4-FFF2-40B4-BE49-F238E27FC236}">
                <a16:creationId xmlns:a16="http://schemas.microsoft.com/office/drawing/2014/main" id="{0FA3FF87-E66E-E5C4-D780-EF5AEA7A63CA}"/>
              </a:ext>
            </a:extLst>
          </p:cNvPr>
          <p:cNvSpPr/>
          <p:nvPr/>
        </p:nvSpPr>
        <p:spPr>
          <a:xfrm>
            <a:off x="-6340376" y="1414755"/>
            <a:ext cx="7571770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5" name="Kép 1044">
            <a:extLst>
              <a:ext uri="{FF2B5EF4-FFF2-40B4-BE49-F238E27FC236}">
                <a16:creationId xmlns:a16="http://schemas.microsoft.com/office/drawing/2014/main" id="{15B8DDE5-36A9-DC8C-359B-45419A44C5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321472" y="1425246"/>
            <a:ext cx="7552866" cy="480060"/>
          </a:xfrm>
          <a:prstGeom prst="rect">
            <a:avLst/>
          </a:prstGeom>
          <a:effectLst/>
        </p:spPr>
      </p:pic>
      <p:grpSp>
        <p:nvGrpSpPr>
          <p:cNvPr id="1025" name="Csoportba foglalás 1024">
            <a:extLst>
              <a:ext uri="{FF2B5EF4-FFF2-40B4-BE49-F238E27FC236}">
                <a16:creationId xmlns:a16="http://schemas.microsoft.com/office/drawing/2014/main" id="{1DDD3514-3943-145B-32FE-07E18FE05522}"/>
              </a:ext>
            </a:extLst>
          </p:cNvPr>
          <p:cNvGrpSpPr/>
          <p:nvPr/>
        </p:nvGrpSpPr>
        <p:grpSpPr>
          <a:xfrm>
            <a:off x="-6454659" y="1497108"/>
            <a:ext cx="7924802" cy="5068026"/>
            <a:chOff x="1543048" y="1158240"/>
            <a:chExt cx="5495927" cy="357378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027" name="Téglalap 1026">
              <a:extLst>
                <a:ext uri="{FF2B5EF4-FFF2-40B4-BE49-F238E27FC236}">
                  <a16:creationId xmlns:a16="http://schemas.microsoft.com/office/drawing/2014/main" id="{323C852A-FE5C-49E4-D831-BB14A5F99B14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028" name="Csoportba foglalás 1027">
              <a:extLst>
                <a:ext uri="{FF2B5EF4-FFF2-40B4-BE49-F238E27FC236}">
                  <a16:creationId xmlns:a16="http://schemas.microsoft.com/office/drawing/2014/main" id="{C581109F-1250-3613-D699-2D3BB6CD911F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3" name="Téglalap: lekerekített 1032">
                <a:extLst>
                  <a:ext uri="{FF2B5EF4-FFF2-40B4-BE49-F238E27FC236}">
                    <a16:creationId xmlns:a16="http://schemas.microsoft.com/office/drawing/2014/main" id="{3AAFB035-95A4-8784-953C-09B49779E2D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4" name="Háromszög 1033">
                <a:extLst>
                  <a:ext uri="{FF2B5EF4-FFF2-40B4-BE49-F238E27FC236}">
                    <a16:creationId xmlns:a16="http://schemas.microsoft.com/office/drawing/2014/main" id="{B95D4616-E11E-5E10-75D8-784147D5FF5A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5" name="Téglalap 1034">
                <a:extLst>
                  <a:ext uri="{FF2B5EF4-FFF2-40B4-BE49-F238E27FC236}">
                    <a16:creationId xmlns:a16="http://schemas.microsoft.com/office/drawing/2014/main" id="{C6FAD9C2-B9A9-B668-0C45-156BC611E53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029" name="Csoportba foglalás 1028">
              <a:extLst>
                <a:ext uri="{FF2B5EF4-FFF2-40B4-BE49-F238E27FC236}">
                  <a16:creationId xmlns:a16="http://schemas.microsoft.com/office/drawing/2014/main" id="{EDCA8B20-D830-4276-0BAC-E5A02238C336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030" name="Téglalap: lekerekített 1029">
                <a:extLst>
                  <a:ext uri="{FF2B5EF4-FFF2-40B4-BE49-F238E27FC236}">
                    <a16:creationId xmlns:a16="http://schemas.microsoft.com/office/drawing/2014/main" id="{BED34918-BA7F-F315-4BBD-ECD42A4FB42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1" name="Háromszög 1030">
                <a:extLst>
                  <a:ext uri="{FF2B5EF4-FFF2-40B4-BE49-F238E27FC236}">
                    <a16:creationId xmlns:a16="http://schemas.microsoft.com/office/drawing/2014/main" id="{48D75053-F729-950C-A6C1-7F56D17F7675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32" name="Téglalap 1031">
                <a:extLst>
                  <a:ext uri="{FF2B5EF4-FFF2-40B4-BE49-F238E27FC236}">
                    <a16:creationId xmlns:a16="http://schemas.microsoft.com/office/drawing/2014/main" id="{0F05046E-1942-4109-FBA7-FAA8895F0508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5DAD8C3D-5091-E8DB-C95E-7A28CE1FAD3C}"/>
              </a:ext>
            </a:extLst>
          </p:cNvPr>
          <p:cNvGrpSpPr/>
          <p:nvPr/>
        </p:nvGrpSpPr>
        <p:grpSpPr>
          <a:xfrm>
            <a:off x="-6455384" y="1622467"/>
            <a:ext cx="7924802" cy="5153180"/>
            <a:chOff x="1543048" y="1158240"/>
            <a:chExt cx="5495927" cy="3573780"/>
          </a:xfrm>
          <a:solidFill>
            <a:schemeClr val="bg1">
              <a:lumMod val="65000"/>
            </a:schemeClr>
          </a:solidFill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0632D00F-F203-B051-2487-E2EEA1A83972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F9E9799E-995E-2C02-43C2-FA066484272E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98E706B5-7132-9EFC-F8DB-0BB6FC022FE3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9" name="Háromszög 18">
                <a:extLst>
                  <a:ext uri="{FF2B5EF4-FFF2-40B4-BE49-F238E27FC236}">
                    <a16:creationId xmlns:a16="http://schemas.microsoft.com/office/drawing/2014/main" id="{FD22E998-24EC-F180-95AF-824DDDAB17D7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0" name="Téglalap 19">
                <a:extLst>
                  <a:ext uri="{FF2B5EF4-FFF2-40B4-BE49-F238E27FC236}">
                    <a16:creationId xmlns:a16="http://schemas.microsoft.com/office/drawing/2014/main" id="{0BA8C094-A18C-F7CA-6D94-14BC9263CCB2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" name="Csoportba foglalás 29">
              <a:extLst>
                <a:ext uri="{FF2B5EF4-FFF2-40B4-BE49-F238E27FC236}">
                  <a16:creationId xmlns:a16="http://schemas.microsoft.com/office/drawing/2014/main" id="{A0996B2A-FC17-CE28-8865-CD25045C9FEC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31" name="Téglalap: lekerekített 30">
                <a:extLst>
                  <a:ext uri="{FF2B5EF4-FFF2-40B4-BE49-F238E27FC236}">
                    <a16:creationId xmlns:a16="http://schemas.microsoft.com/office/drawing/2014/main" id="{8FABD5F2-FA08-44E9-DDF9-14753D67E82B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2" name="Háromszög 31">
                <a:extLst>
                  <a:ext uri="{FF2B5EF4-FFF2-40B4-BE49-F238E27FC236}">
                    <a16:creationId xmlns:a16="http://schemas.microsoft.com/office/drawing/2014/main" id="{AB293D5E-2CDB-7AAC-C1AF-3036289C7A96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3" name="Téglalap 32">
                <a:extLst>
                  <a:ext uri="{FF2B5EF4-FFF2-40B4-BE49-F238E27FC236}">
                    <a16:creationId xmlns:a16="http://schemas.microsoft.com/office/drawing/2014/main" id="{8045782B-F3C8-8503-B12C-5471D1C8B0D7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76" name="Téglalap 1075">
            <a:extLst>
              <a:ext uri="{FF2B5EF4-FFF2-40B4-BE49-F238E27FC236}">
                <a16:creationId xmlns:a16="http://schemas.microsoft.com/office/drawing/2014/main" id="{F732CAA6-75E9-F709-9526-E8FD10055543}"/>
              </a:ext>
            </a:extLst>
          </p:cNvPr>
          <p:cNvSpPr/>
          <p:nvPr/>
        </p:nvSpPr>
        <p:spPr>
          <a:xfrm>
            <a:off x="-6306783" y="1707621"/>
            <a:ext cx="7594313" cy="5068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4" name="Kép 1043">
            <a:extLst>
              <a:ext uri="{FF2B5EF4-FFF2-40B4-BE49-F238E27FC236}">
                <a16:creationId xmlns:a16="http://schemas.microsoft.com/office/drawing/2014/main" id="{0148F7A0-930E-87FF-CEE3-A884AA5080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265335" y="1733148"/>
            <a:ext cx="7552866" cy="480060"/>
          </a:xfrm>
          <a:prstGeom prst="rect">
            <a:avLst/>
          </a:prstGeom>
          <a:effectLst/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3E75C26A-1868-165D-5355-A9922FD107D2}"/>
              </a:ext>
            </a:extLst>
          </p:cNvPr>
          <p:cNvGrpSpPr/>
          <p:nvPr/>
        </p:nvGrpSpPr>
        <p:grpSpPr>
          <a:xfrm>
            <a:off x="-6444385" y="1789974"/>
            <a:ext cx="7924802" cy="5068026"/>
            <a:chOff x="1543048" y="1158240"/>
            <a:chExt cx="5495927" cy="3573780"/>
          </a:xfrm>
          <a:solidFill>
            <a:schemeClr val="bg2">
              <a:lumMod val="90000"/>
            </a:schemeClr>
          </a:solidFill>
        </p:grpSpPr>
        <p:sp>
          <p:nvSpPr>
            <p:cNvPr id="46" name="Téglalap 45">
              <a:extLst>
                <a:ext uri="{FF2B5EF4-FFF2-40B4-BE49-F238E27FC236}">
                  <a16:creationId xmlns:a16="http://schemas.microsoft.com/office/drawing/2014/main" id="{EC048CA3-4380-AAD6-7764-946D988E4B8C}"/>
                </a:ext>
              </a:extLst>
            </p:cNvPr>
            <p:cNvSpPr/>
            <p:nvPr/>
          </p:nvSpPr>
          <p:spPr>
            <a:xfrm>
              <a:off x="1543048" y="1275484"/>
              <a:ext cx="5495927" cy="3456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47" name="Csoportba foglalás 46">
              <a:extLst>
                <a:ext uri="{FF2B5EF4-FFF2-40B4-BE49-F238E27FC236}">
                  <a16:creationId xmlns:a16="http://schemas.microsoft.com/office/drawing/2014/main" id="{BE9DD237-D7D7-88CF-0510-E62F07C9A5A5}"/>
                </a:ext>
              </a:extLst>
            </p:cNvPr>
            <p:cNvGrpSpPr/>
            <p:nvPr/>
          </p:nvGrpSpPr>
          <p:grpSpPr>
            <a:xfrm>
              <a:off x="1543048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52" name="Téglalap: lekerekített 51">
                <a:extLst>
                  <a:ext uri="{FF2B5EF4-FFF2-40B4-BE49-F238E27FC236}">
                    <a16:creationId xmlns:a16="http://schemas.microsoft.com/office/drawing/2014/main" id="{CAEAF02F-3F90-B164-7677-F740603B0B3D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Háromszög 52">
                <a:extLst>
                  <a:ext uri="{FF2B5EF4-FFF2-40B4-BE49-F238E27FC236}">
                    <a16:creationId xmlns:a16="http://schemas.microsoft.com/office/drawing/2014/main" id="{AA9FABFB-1B7F-81F9-7CBA-A5D5CB890B1D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3A5788CB-A92E-C6C4-BAA8-B5D3149C9890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DF4A4425-2173-D405-992A-9FAD9E456C9E}"/>
                </a:ext>
              </a:extLst>
            </p:cNvPr>
            <p:cNvGrpSpPr/>
            <p:nvPr/>
          </p:nvGrpSpPr>
          <p:grpSpPr>
            <a:xfrm flipH="1">
              <a:off x="5818343" y="1158240"/>
              <a:ext cx="1216820" cy="739140"/>
              <a:chOff x="1543048" y="1158240"/>
              <a:chExt cx="1216820" cy="739140"/>
            </a:xfrm>
            <a:grpFill/>
          </p:grpSpPr>
          <p:sp>
            <p:nvSpPr>
              <p:cNvPr id="49" name="Téglalap: lekerekített 48">
                <a:extLst>
                  <a:ext uri="{FF2B5EF4-FFF2-40B4-BE49-F238E27FC236}">
                    <a16:creationId xmlns:a16="http://schemas.microsoft.com/office/drawing/2014/main" id="{541AB282-6940-3CD2-5B95-899AC6BC05A7}"/>
                  </a:ext>
                </a:extLst>
              </p:cNvPr>
              <p:cNvSpPr/>
              <p:nvPr/>
            </p:nvSpPr>
            <p:spPr>
              <a:xfrm>
                <a:off x="1543048" y="1158240"/>
                <a:ext cx="821551" cy="739140"/>
              </a:xfrm>
              <a:prstGeom prst="roundRect">
                <a:avLst>
                  <a:gd name="adj" fmla="val 23883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Háromszög 49">
                <a:extLst>
                  <a:ext uri="{FF2B5EF4-FFF2-40B4-BE49-F238E27FC236}">
                    <a16:creationId xmlns:a16="http://schemas.microsoft.com/office/drawing/2014/main" id="{B27CE3B4-B770-0D66-7B0B-22D1F066959B}"/>
                  </a:ext>
                </a:extLst>
              </p:cNvPr>
              <p:cNvSpPr/>
              <p:nvPr/>
            </p:nvSpPr>
            <p:spPr>
              <a:xfrm>
                <a:off x="2364599" y="1158240"/>
                <a:ext cx="395269" cy="118110"/>
              </a:xfrm>
              <a:prstGeom prst="triangle">
                <a:avLst>
                  <a:gd name="adj" fmla="val 76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4FF91B8B-488C-2A80-F2FB-59527F45A88D}"/>
                  </a:ext>
                </a:extLst>
              </p:cNvPr>
              <p:cNvSpPr/>
              <p:nvPr/>
            </p:nvSpPr>
            <p:spPr>
              <a:xfrm>
                <a:off x="2185988" y="1158240"/>
                <a:ext cx="481011" cy="2344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1050" name="Téglalap 1049">
            <a:extLst>
              <a:ext uri="{FF2B5EF4-FFF2-40B4-BE49-F238E27FC236}">
                <a16:creationId xmlns:a16="http://schemas.microsoft.com/office/drawing/2014/main" id="{09DA82AA-DF21-0169-FAA6-2224558189F9}"/>
              </a:ext>
            </a:extLst>
          </p:cNvPr>
          <p:cNvSpPr/>
          <p:nvPr/>
        </p:nvSpPr>
        <p:spPr>
          <a:xfrm>
            <a:off x="8325794" y="6250403"/>
            <a:ext cx="4324574" cy="108022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51" name="Téglalap: felső két sarkán levágva 1050">
            <a:extLst>
              <a:ext uri="{FF2B5EF4-FFF2-40B4-BE49-F238E27FC236}">
                <a16:creationId xmlns:a16="http://schemas.microsoft.com/office/drawing/2014/main" id="{4A5251DA-3D99-2805-67E0-859F5CD6953F}"/>
              </a:ext>
            </a:extLst>
          </p:cNvPr>
          <p:cNvSpPr/>
          <p:nvPr/>
        </p:nvSpPr>
        <p:spPr>
          <a:xfrm rot="10800000">
            <a:off x="8155191" y="5935825"/>
            <a:ext cx="4608000" cy="314577"/>
          </a:xfrm>
          <a:prstGeom prst="snip2SameRect">
            <a:avLst>
              <a:gd name="adj1" fmla="val 27265"/>
              <a:gd name="adj2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47" name="Kép 1046">
            <a:extLst>
              <a:ext uri="{FF2B5EF4-FFF2-40B4-BE49-F238E27FC236}">
                <a16:creationId xmlns:a16="http://schemas.microsoft.com/office/drawing/2014/main" id="{1EC60DAC-A7A0-3057-19E3-5E3885FD3F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3212" y="2545292"/>
            <a:ext cx="3968441" cy="3968441"/>
          </a:xfrm>
          <a:prstGeom prst="rect">
            <a:avLst/>
          </a:prstGeom>
        </p:spPr>
      </p:pic>
      <p:pic>
        <p:nvPicPr>
          <p:cNvPr id="1049" name="Kép 1048">
            <a:extLst>
              <a:ext uri="{FF2B5EF4-FFF2-40B4-BE49-F238E27FC236}">
                <a16:creationId xmlns:a16="http://schemas.microsoft.com/office/drawing/2014/main" id="{AFF9A307-6BDE-F1E9-6EED-93556E8AAA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448832" y="2545293"/>
            <a:ext cx="3968441" cy="3968441"/>
          </a:xfrm>
          <a:prstGeom prst="rect">
            <a:avLst/>
          </a:prstGeom>
        </p:spPr>
      </p:pic>
      <p:pic>
        <p:nvPicPr>
          <p:cNvPr id="1074" name="Kép 1073">
            <a:extLst>
              <a:ext uri="{FF2B5EF4-FFF2-40B4-BE49-F238E27FC236}">
                <a16:creationId xmlns:a16="http://schemas.microsoft.com/office/drawing/2014/main" id="{FD05F52D-9BBB-3E30-4154-B48907AF5E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17" y="-4967651"/>
            <a:ext cx="8985673" cy="5990449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7CC2471C-392C-7852-18D1-6079C79E8634}"/>
              </a:ext>
            </a:extLst>
          </p:cNvPr>
          <p:cNvSpPr txBox="1"/>
          <p:nvPr/>
        </p:nvSpPr>
        <p:spPr>
          <a:xfrm>
            <a:off x="8325794" y="814590"/>
            <a:ext cx="38646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>
                <a:latin typeface="Cinzel Black" panose="00000A00000000000000" pitchFamily="2" charset="-18"/>
              </a:rPr>
              <a:t>Köszönjük a figyelmet</a:t>
            </a:r>
          </a:p>
        </p:txBody>
      </p:sp>
    </p:spTree>
    <p:extLst>
      <p:ext uri="{BB962C8B-B14F-4D97-AF65-F5344CB8AC3E}">
        <p14:creationId xmlns:p14="http://schemas.microsoft.com/office/powerpoint/2010/main" val="2576719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434</Words>
  <Application>Microsoft Office PowerPoint</Application>
  <PresentationFormat>Szélesvásznú</PresentationFormat>
  <Paragraphs>214</Paragraphs>
  <Slides>74</Slides>
  <Notes>21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74</vt:i4>
      </vt:variant>
    </vt:vector>
  </HeadingPairs>
  <TitlesOfParts>
    <vt:vector size="81" baseType="lpstr">
      <vt:lpstr>ADLaM Display</vt:lpstr>
      <vt:lpstr>Aptos</vt:lpstr>
      <vt:lpstr>Aptos Display</vt:lpstr>
      <vt:lpstr>Arial</vt:lpstr>
      <vt:lpstr>Bodoni MT</vt:lpstr>
      <vt:lpstr>Cinzel Black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Hartwig-Matos Dávid Gábor</dc:creator>
  <cp:lastModifiedBy>Hartwig-Matos Dávid Gábor</cp:lastModifiedBy>
  <cp:revision>17</cp:revision>
  <dcterms:created xsi:type="dcterms:W3CDTF">2026-04-23T15:00:42Z</dcterms:created>
  <dcterms:modified xsi:type="dcterms:W3CDTF">2026-04-26T16:30:16Z</dcterms:modified>
</cp:coreProperties>
</file>