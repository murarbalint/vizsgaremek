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7"/>
  </p:notesMasterIdLst>
  <p:sldIdLst>
    <p:sldId id="256" r:id="rId2"/>
    <p:sldId id="261" r:id="rId3"/>
    <p:sldId id="262" r:id="rId4"/>
    <p:sldId id="263" r:id="rId5"/>
    <p:sldId id="264" r:id="rId6"/>
    <p:sldId id="265" r:id="rId7"/>
    <p:sldId id="266" r:id="rId8"/>
    <p:sldId id="267" r:id="rId9"/>
    <p:sldId id="268" r:id="rId10"/>
    <p:sldId id="269" r:id="rId11"/>
    <p:sldId id="270" r:id="rId12"/>
    <p:sldId id="271" r:id="rId13"/>
    <p:sldId id="272" r:id="rId14"/>
    <p:sldId id="279" r:id="rId15"/>
    <p:sldId id="280" r:id="rId16"/>
    <p:sldId id="277" r:id="rId17"/>
    <p:sldId id="278" r:id="rId18"/>
    <p:sldId id="281" r:id="rId19"/>
    <p:sldId id="282" r:id="rId20"/>
    <p:sldId id="283" r:id="rId21"/>
    <p:sldId id="273" r:id="rId22"/>
    <p:sldId id="274" r:id="rId23"/>
    <p:sldId id="275" r:id="rId24"/>
    <p:sldId id="276" r:id="rId25"/>
    <p:sldId id="260" r:id="rId26"/>
  </p:sldIdLst>
  <p:sldSz cx="12192000" cy="6858000"/>
  <p:notesSz cx="6858000" cy="9144000"/>
  <p:defaultTextStyle>
    <a:defPPr>
      <a:defRPr lang="hu-H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869098"/>
    <a:srgbClr val="101010"/>
    <a:srgbClr val="DF6266"/>
    <a:srgbClr val="A6CAEC"/>
    <a:srgbClr val="D9D9D9"/>
    <a:srgbClr val="826300"/>
    <a:srgbClr val="C09200"/>
    <a:srgbClr val="BC8F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519" autoAdjust="0"/>
    <p:restoredTop sz="94125" autoAdjust="0"/>
  </p:normalViewPr>
  <p:slideViewPr>
    <p:cSldViewPr snapToGrid="0">
      <p:cViewPr>
        <p:scale>
          <a:sx n="50" d="100"/>
          <a:sy n="50" d="100"/>
        </p:scale>
        <p:origin x="2160" y="1602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Élőfej hely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3" name="Dátum hely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E6D97DA-3C2D-473B-9879-C9E8DFDC0ADE}" type="datetimeFigureOut">
              <a:rPr lang="hu-HU" smtClean="0"/>
              <a:t>2026. 04. 25.</a:t>
            </a:fld>
            <a:endParaRPr lang="hu-HU"/>
          </a:p>
        </p:txBody>
      </p:sp>
      <p:sp>
        <p:nvSpPr>
          <p:cNvPr id="4" name="Diakép hely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hu-HU"/>
          </a:p>
        </p:txBody>
      </p:sp>
      <p:sp>
        <p:nvSpPr>
          <p:cNvPr id="5" name="Jegyzetek hely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6" name="Élőláb hely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7" name="Dia számának hely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E9C5E6D-3E4C-49FB-9A41-2B2D0686B0F4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13230315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9C5E6D-3E4C-49FB-9A41-2B2D0686B0F4}" type="slidenum">
              <a:rPr lang="hu-HU" smtClean="0"/>
              <a:t>6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10769565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A0ED08-5050-5FBE-19F8-E03608D74A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>
            <a:extLst>
              <a:ext uri="{FF2B5EF4-FFF2-40B4-BE49-F238E27FC236}">
                <a16:creationId xmlns:a16="http://schemas.microsoft.com/office/drawing/2014/main" id="{40AF1D9E-4A75-D161-E7B4-0EA85F29E52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>
            <a:extLst>
              <a:ext uri="{FF2B5EF4-FFF2-40B4-BE49-F238E27FC236}">
                <a16:creationId xmlns:a16="http://schemas.microsoft.com/office/drawing/2014/main" id="{6CFC83DF-447F-621B-BA21-3017A81259D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4" name="Dia számának helye 3">
            <a:extLst>
              <a:ext uri="{FF2B5EF4-FFF2-40B4-BE49-F238E27FC236}">
                <a16:creationId xmlns:a16="http://schemas.microsoft.com/office/drawing/2014/main" id="{4F1AC53E-EF12-0F98-5707-3677898C560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9C5E6D-3E4C-49FB-9A41-2B2D0686B0F4}" type="slidenum">
              <a:rPr lang="hu-HU" smtClean="0"/>
              <a:t>7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5384685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463ED8-0095-8FDA-FDCD-A87A16187A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>
            <a:extLst>
              <a:ext uri="{FF2B5EF4-FFF2-40B4-BE49-F238E27FC236}">
                <a16:creationId xmlns:a16="http://schemas.microsoft.com/office/drawing/2014/main" id="{F3770D81-B8BF-048A-2903-01904FF043A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>
            <a:extLst>
              <a:ext uri="{FF2B5EF4-FFF2-40B4-BE49-F238E27FC236}">
                <a16:creationId xmlns:a16="http://schemas.microsoft.com/office/drawing/2014/main" id="{B01841D4-8EB2-9316-55B2-13BC5F277CB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4" name="Dia számának helye 3">
            <a:extLst>
              <a:ext uri="{FF2B5EF4-FFF2-40B4-BE49-F238E27FC236}">
                <a16:creationId xmlns:a16="http://schemas.microsoft.com/office/drawing/2014/main" id="{E1628211-1ABC-C33E-96BE-D0D51285962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9C5E6D-3E4C-49FB-9A41-2B2D0686B0F4}" type="slidenum">
              <a:rPr lang="hu-HU" smtClean="0"/>
              <a:t>8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28783297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B890C6-4E3D-2C71-E63C-40F42C848B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>
            <a:extLst>
              <a:ext uri="{FF2B5EF4-FFF2-40B4-BE49-F238E27FC236}">
                <a16:creationId xmlns:a16="http://schemas.microsoft.com/office/drawing/2014/main" id="{87798DB7-EBD0-4E57-740C-834E2FE0782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>
            <a:extLst>
              <a:ext uri="{FF2B5EF4-FFF2-40B4-BE49-F238E27FC236}">
                <a16:creationId xmlns:a16="http://schemas.microsoft.com/office/drawing/2014/main" id="{69F064DB-79E1-CFA8-459E-F10A889F60B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4" name="Dia számának helye 3">
            <a:extLst>
              <a:ext uri="{FF2B5EF4-FFF2-40B4-BE49-F238E27FC236}">
                <a16:creationId xmlns:a16="http://schemas.microsoft.com/office/drawing/2014/main" id="{AF7F1753-828A-D6B4-0598-E2F65F03F98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9C5E6D-3E4C-49FB-9A41-2B2D0686B0F4}" type="slidenum">
              <a:rPr lang="hu-HU" smtClean="0"/>
              <a:t>9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83681382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9D806C-BCAF-5D29-6F1A-F7731969B4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>
            <a:extLst>
              <a:ext uri="{FF2B5EF4-FFF2-40B4-BE49-F238E27FC236}">
                <a16:creationId xmlns:a16="http://schemas.microsoft.com/office/drawing/2014/main" id="{37421D8F-F5CD-2AE6-EDA3-328FD598AFD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>
            <a:extLst>
              <a:ext uri="{FF2B5EF4-FFF2-40B4-BE49-F238E27FC236}">
                <a16:creationId xmlns:a16="http://schemas.microsoft.com/office/drawing/2014/main" id="{75586D1C-9E2F-79B9-86CA-230C5C68DC6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4" name="Dia számának helye 3">
            <a:extLst>
              <a:ext uri="{FF2B5EF4-FFF2-40B4-BE49-F238E27FC236}">
                <a16:creationId xmlns:a16="http://schemas.microsoft.com/office/drawing/2014/main" id="{4AAA0A16-0ED3-EF63-FF3F-63F99EB1EE9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9C5E6D-3E4C-49FB-9A41-2B2D0686B0F4}" type="slidenum">
              <a:rPr lang="hu-HU" smtClean="0"/>
              <a:t>10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90244518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710276-0AF2-297C-D48E-1E53C7622A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>
            <a:extLst>
              <a:ext uri="{FF2B5EF4-FFF2-40B4-BE49-F238E27FC236}">
                <a16:creationId xmlns:a16="http://schemas.microsoft.com/office/drawing/2014/main" id="{2205F170-D117-8A3B-0CC6-5C86AD88FF9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>
            <a:extLst>
              <a:ext uri="{FF2B5EF4-FFF2-40B4-BE49-F238E27FC236}">
                <a16:creationId xmlns:a16="http://schemas.microsoft.com/office/drawing/2014/main" id="{9D7855FF-150C-26E7-9839-70FB2F15A53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4" name="Dia számának helye 3">
            <a:extLst>
              <a:ext uri="{FF2B5EF4-FFF2-40B4-BE49-F238E27FC236}">
                <a16:creationId xmlns:a16="http://schemas.microsoft.com/office/drawing/2014/main" id="{6EBFC326-D512-CEA3-D009-2A0D3AD02C8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9C5E6D-3E4C-49FB-9A41-2B2D0686B0F4}" type="slidenum">
              <a:rPr lang="hu-HU" smtClean="0"/>
              <a:t>11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53884175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F53BFF-BE1B-13D5-7577-8C07DEF3C8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>
            <a:extLst>
              <a:ext uri="{FF2B5EF4-FFF2-40B4-BE49-F238E27FC236}">
                <a16:creationId xmlns:a16="http://schemas.microsoft.com/office/drawing/2014/main" id="{F8067E52-1EC8-397F-39F5-48F7F86DF31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>
            <a:extLst>
              <a:ext uri="{FF2B5EF4-FFF2-40B4-BE49-F238E27FC236}">
                <a16:creationId xmlns:a16="http://schemas.microsoft.com/office/drawing/2014/main" id="{B0F76A31-6522-207A-63A6-26C985496D1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4" name="Dia számának helye 3">
            <a:extLst>
              <a:ext uri="{FF2B5EF4-FFF2-40B4-BE49-F238E27FC236}">
                <a16:creationId xmlns:a16="http://schemas.microsoft.com/office/drawing/2014/main" id="{AA3151E6-14CE-C982-D621-0E0F6118C36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9C5E6D-3E4C-49FB-9A41-2B2D0686B0F4}" type="slidenum">
              <a:rPr lang="hu-HU" smtClean="0"/>
              <a:t>12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22318113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7662F7-5590-34EE-9B75-8729064D04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>
            <a:extLst>
              <a:ext uri="{FF2B5EF4-FFF2-40B4-BE49-F238E27FC236}">
                <a16:creationId xmlns:a16="http://schemas.microsoft.com/office/drawing/2014/main" id="{6E09E4F9-0DF5-3DF3-9D83-773403EC4C6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>
            <a:extLst>
              <a:ext uri="{FF2B5EF4-FFF2-40B4-BE49-F238E27FC236}">
                <a16:creationId xmlns:a16="http://schemas.microsoft.com/office/drawing/2014/main" id="{9F9C6C6D-3D04-3FCE-9D00-0547D5FF45B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4" name="Dia számának helye 3">
            <a:extLst>
              <a:ext uri="{FF2B5EF4-FFF2-40B4-BE49-F238E27FC236}">
                <a16:creationId xmlns:a16="http://schemas.microsoft.com/office/drawing/2014/main" id="{A6B47C07-C5EE-D3F1-0ABE-69506E5347D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9C5E6D-3E4C-49FB-9A41-2B2D0686B0F4}" type="slidenum">
              <a:rPr lang="hu-HU" smtClean="0"/>
              <a:t>13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37877122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117E1F-C0F7-6F1D-337A-562695647A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>
            <a:extLst>
              <a:ext uri="{FF2B5EF4-FFF2-40B4-BE49-F238E27FC236}">
                <a16:creationId xmlns:a16="http://schemas.microsoft.com/office/drawing/2014/main" id="{A5B6D19E-0F0E-68A2-A07C-70D25AD2CF3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>
            <a:extLst>
              <a:ext uri="{FF2B5EF4-FFF2-40B4-BE49-F238E27FC236}">
                <a16:creationId xmlns:a16="http://schemas.microsoft.com/office/drawing/2014/main" id="{6D0E7AB7-B741-D9B5-E5D6-99D024C9941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4" name="Dia számának helye 3">
            <a:extLst>
              <a:ext uri="{FF2B5EF4-FFF2-40B4-BE49-F238E27FC236}">
                <a16:creationId xmlns:a16="http://schemas.microsoft.com/office/drawing/2014/main" id="{B99FE662-A042-1D4A-DA14-2656D38F996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9C5E6D-3E4C-49FB-9A41-2B2D0686B0F4}" type="slidenum">
              <a:rPr lang="hu-HU" smtClean="0"/>
              <a:t>14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96872864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DB5F70-1131-E94A-02DF-9F42A84B9F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>
            <a:extLst>
              <a:ext uri="{FF2B5EF4-FFF2-40B4-BE49-F238E27FC236}">
                <a16:creationId xmlns:a16="http://schemas.microsoft.com/office/drawing/2014/main" id="{A9B952A0-844A-B5D2-51EF-9DB437B87CE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>
            <a:extLst>
              <a:ext uri="{FF2B5EF4-FFF2-40B4-BE49-F238E27FC236}">
                <a16:creationId xmlns:a16="http://schemas.microsoft.com/office/drawing/2014/main" id="{9BC65D0F-5F2D-17CA-1DC2-20E8B3EFA04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4" name="Dia számának helye 3">
            <a:extLst>
              <a:ext uri="{FF2B5EF4-FFF2-40B4-BE49-F238E27FC236}">
                <a16:creationId xmlns:a16="http://schemas.microsoft.com/office/drawing/2014/main" id="{18DB04E4-87E2-3113-2745-5C4FEF347DD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9C5E6D-3E4C-49FB-9A41-2B2D0686B0F4}" type="slidenum">
              <a:rPr lang="hu-HU" smtClean="0"/>
              <a:t>15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38293356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8A623E-0CF2-6D43-6EB2-C1C7A65419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>
            <a:extLst>
              <a:ext uri="{FF2B5EF4-FFF2-40B4-BE49-F238E27FC236}">
                <a16:creationId xmlns:a16="http://schemas.microsoft.com/office/drawing/2014/main" id="{EBA11150-34CE-49D4-3C20-73FAC535239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>
            <a:extLst>
              <a:ext uri="{FF2B5EF4-FFF2-40B4-BE49-F238E27FC236}">
                <a16:creationId xmlns:a16="http://schemas.microsoft.com/office/drawing/2014/main" id="{F2C91742-E9E4-EFCA-F204-B3AC81414FC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4" name="Dia számának helye 3">
            <a:extLst>
              <a:ext uri="{FF2B5EF4-FFF2-40B4-BE49-F238E27FC236}">
                <a16:creationId xmlns:a16="http://schemas.microsoft.com/office/drawing/2014/main" id="{F5296369-87F8-BE0C-C34D-751D8EC8EFC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9C5E6D-3E4C-49FB-9A41-2B2D0686B0F4}" type="slidenum">
              <a:rPr lang="hu-HU" smtClean="0"/>
              <a:t>16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07939913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179F75-9B77-35EA-784A-E81FCBEE44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>
            <a:extLst>
              <a:ext uri="{FF2B5EF4-FFF2-40B4-BE49-F238E27FC236}">
                <a16:creationId xmlns:a16="http://schemas.microsoft.com/office/drawing/2014/main" id="{C283A9A2-3D48-648A-2BBD-6950C4D7BFE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>
            <a:extLst>
              <a:ext uri="{FF2B5EF4-FFF2-40B4-BE49-F238E27FC236}">
                <a16:creationId xmlns:a16="http://schemas.microsoft.com/office/drawing/2014/main" id="{2CA7D220-DC21-98B1-0228-73E722645C1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4" name="Dia számának helye 3">
            <a:extLst>
              <a:ext uri="{FF2B5EF4-FFF2-40B4-BE49-F238E27FC236}">
                <a16:creationId xmlns:a16="http://schemas.microsoft.com/office/drawing/2014/main" id="{F41B2F1C-6792-C20E-2E58-D8F30DD92C2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9C5E6D-3E4C-49FB-9A41-2B2D0686B0F4}" type="slidenum">
              <a:rPr lang="hu-HU" smtClean="0"/>
              <a:t>17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4126995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F8FE7B-E866-2BE3-8741-EDF435E19A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>
            <a:extLst>
              <a:ext uri="{FF2B5EF4-FFF2-40B4-BE49-F238E27FC236}">
                <a16:creationId xmlns:a16="http://schemas.microsoft.com/office/drawing/2014/main" id="{87538A2E-43A2-AED6-CB6E-8A09CBABFF0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>
            <a:extLst>
              <a:ext uri="{FF2B5EF4-FFF2-40B4-BE49-F238E27FC236}">
                <a16:creationId xmlns:a16="http://schemas.microsoft.com/office/drawing/2014/main" id="{8EC6078E-9DC5-2BC2-BA9B-7952B3927D4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4" name="Dia számának helye 3">
            <a:extLst>
              <a:ext uri="{FF2B5EF4-FFF2-40B4-BE49-F238E27FC236}">
                <a16:creationId xmlns:a16="http://schemas.microsoft.com/office/drawing/2014/main" id="{A3AC2FC7-8BE6-F4ED-3859-0A4AA1A4526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9C5E6D-3E4C-49FB-9A41-2B2D0686B0F4}" type="slidenum">
              <a:rPr lang="hu-HU" smtClean="0"/>
              <a:t>18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9100330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0DD932-28BB-EB01-E4CD-001B8441A1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>
            <a:extLst>
              <a:ext uri="{FF2B5EF4-FFF2-40B4-BE49-F238E27FC236}">
                <a16:creationId xmlns:a16="http://schemas.microsoft.com/office/drawing/2014/main" id="{4D604226-3B55-7665-A227-0101B6E7008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>
            <a:extLst>
              <a:ext uri="{FF2B5EF4-FFF2-40B4-BE49-F238E27FC236}">
                <a16:creationId xmlns:a16="http://schemas.microsoft.com/office/drawing/2014/main" id="{EBBD8193-9964-4834-80F7-7D885FBF3A7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4" name="Dia számának helye 3">
            <a:extLst>
              <a:ext uri="{FF2B5EF4-FFF2-40B4-BE49-F238E27FC236}">
                <a16:creationId xmlns:a16="http://schemas.microsoft.com/office/drawing/2014/main" id="{0336F89B-E8BB-7F8B-EE30-3AB96BFAAD7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9C5E6D-3E4C-49FB-9A41-2B2D0686B0F4}" type="slidenum">
              <a:rPr lang="hu-HU" smtClean="0"/>
              <a:t>19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958754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C777E7-AA20-39A2-2B15-A33AB2B0E9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>
            <a:extLst>
              <a:ext uri="{FF2B5EF4-FFF2-40B4-BE49-F238E27FC236}">
                <a16:creationId xmlns:a16="http://schemas.microsoft.com/office/drawing/2014/main" id="{75EA745D-28F4-5806-EA96-4D3674D8B62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>
            <a:extLst>
              <a:ext uri="{FF2B5EF4-FFF2-40B4-BE49-F238E27FC236}">
                <a16:creationId xmlns:a16="http://schemas.microsoft.com/office/drawing/2014/main" id="{E8F0C9A9-D09E-2F5F-B004-89227955C6C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4" name="Dia számának helye 3">
            <a:extLst>
              <a:ext uri="{FF2B5EF4-FFF2-40B4-BE49-F238E27FC236}">
                <a16:creationId xmlns:a16="http://schemas.microsoft.com/office/drawing/2014/main" id="{E3DD1222-48C3-47D7-58D9-5ED5363A2CB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9C5E6D-3E4C-49FB-9A41-2B2D0686B0F4}" type="slidenum">
              <a:rPr lang="hu-HU" smtClean="0"/>
              <a:t>20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1185338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51BD89-008D-ABF7-444E-9ED9299495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>
            <a:extLst>
              <a:ext uri="{FF2B5EF4-FFF2-40B4-BE49-F238E27FC236}">
                <a16:creationId xmlns:a16="http://schemas.microsoft.com/office/drawing/2014/main" id="{7B064BF2-1146-BA96-C3E0-1C1F80BF5A5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>
            <a:extLst>
              <a:ext uri="{FF2B5EF4-FFF2-40B4-BE49-F238E27FC236}">
                <a16:creationId xmlns:a16="http://schemas.microsoft.com/office/drawing/2014/main" id="{9DF73E04-1531-5DA2-7526-5C2916DC43B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4" name="Dia számának helye 3">
            <a:extLst>
              <a:ext uri="{FF2B5EF4-FFF2-40B4-BE49-F238E27FC236}">
                <a16:creationId xmlns:a16="http://schemas.microsoft.com/office/drawing/2014/main" id="{88599716-3E5C-355B-68F1-249040B8D5D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9C5E6D-3E4C-49FB-9A41-2B2D0686B0F4}" type="slidenum">
              <a:rPr lang="hu-HU" smtClean="0"/>
              <a:t>21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51502378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7EF7B9-6F0A-5F0D-A8EA-D33BA06A92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>
            <a:extLst>
              <a:ext uri="{FF2B5EF4-FFF2-40B4-BE49-F238E27FC236}">
                <a16:creationId xmlns:a16="http://schemas.microsoft.com/office/drawing/2014/main" id="{2140FBDA-DB25-A7C0-67D5-F8CD989F2E7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>
            <a:extLst>
              <a:ext uri="{FF2B5EF4-FFF2-40B4-BE49-F238E27FC236}">
                <a16:creationId xmlns:a16="http://schemas.microsoft.com/office/drawing/2014/main" id="{8FFCDD39-2D1D-9657-3E2B-8144F02F302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4" name="Dia számának helye 3">
            <a:extLst>
              <a:ext uri="{FF2B5EF4-FFF2-40B4-BE49-F238E27FC236}">
                <a16:creationId xmlns:a16="http://schemas.microsoft.com/office/drawing/2014/main" id="{DF8B2C4F-F05D-48E7-CCA9-D8172C20ADF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9C5E6D-3E4C-49FB-9A41-2B2D0686B0F4}" type="slidenum">
              <a:rPr lang="hu-HU" smtClean="0"/>
              <a:t>22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60242204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91E45E-5B7F-DF3F-9288-FAFE0D9676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>
            <a:extLst>
              <a:ext uri="{FF2B5EF4-FFF2-40B4-BE49-F238E27FC236}">
                <a16:creationId xmlns:a16="http://schemas.microsoft.com/office/drawing/2014/main" id="{48F01BC4-51F3-5E64-7641-52B09476C19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>
            <a:extLst>
              <a:ext uri="{FF2B5EF4-FFF2-40B4-BE49-F238E27FC236}">
                <a16:creationId xmlns:a16="http://schemas.microsoft.com/office/drawing/2014/main" id="{070EC5D6-9492-4BF7-6F97-179B061ED0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4" name="Dia számának helye 3">
            <a:extLst>
              <a:ext uri="{FF2B5EF4-FFF2-40B4-BE49-F238E27FC236}">
                <a16:creationId xmlns:a16="http://schemas.microsoft.com/office/drawing/2014/main" id="{F4FDAA50-26EE-5549-1CEB-B973C988774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9C5E6D-3E4C-49FB-9A41-2B2D0686B0F4}" type="slidenum">
              <a:rPr lang="hu-HU" smtClean="0"/>
              <a:t>23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920981594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77C885-182F-1B99-4879-B65902ABB1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>
            <a:extLst>
              <a:ext uri="{FF2B5EF4-FFF2-40B4-BE49-F238E27FC236}">
                <a16:creationId xmlns:a16="http://schemas.microsoft.com/office/drawing/2014/main" id="{CDDD5A16-0625-A7BE-12CD-A730B933F2C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>
            <a:extLst>
              <a:ext uri="{FF2B5EF4-FFF2-40B4-BE49-F238E27FC236}">
                <a16:creationId xmlns:a16="http://schemas.microsoft.com/office/drawing/2014/main" id="{4CB089C2-3F1C-3DB5-CBF1-C25E7A3BF4A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4" name="Dia számának helye 3">
            <a:extLst>
              <a:ext uri="{FF2B5EF4-FFF2-40B4-BE49-F238E27FC236}">
                <a16:creationId xmlns:a16="http://schemas.microsoft.com/office/drawing/2014/main" id="{0FF1B12A-D77B-FB5E-4FE8-15B2408FE1A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9C5E6D-3E4C-49FB-9A41-2B2D0686B0F4}" type="slidenum">
              <a:rPr lang="hu-HU" smtClean="0"/>
              <a:t>24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77780735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4E4EFD19-41DE-8C0A-43AB-FC3EB2D300C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325F9719-6F38-A56A-6778-40B10147FB2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u-HU"/>
              <a:t>Kattintson ide az alcím mintájának szerkesztéséhez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5F10249A-6F40-0A1C-5F28-0E94D60570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6E9F10-87AB-4C75-A2C8-91EDBE9BAED9}" type="datetimeFigureOut">
              <a:rPr lang="hu-HU" smtClean="0"/>
              <a:t>2026. 04. 25.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5FBF3066-540C-CEC5-BD00-DABA7F7BBE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F58B5C19-362E-62B2-6C6F-C7912B076D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87809-B8CF-48B9-AEFE-889332BCF5F1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81128849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F2E397B4-0BB1-6491-73E9-F330AF7000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BF95C4D7-CBBA-86D5-7626-F488AC35560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92943D13-A78A-BA30-A5AC-527D94B2CC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6E9F10-87AB-4C75-A2C8-91EDBE9BAED9}" type="datetimeFigureOut">
              <a:rPr lang="hu-HU" smtClean="0"/>
              <a:t>2026. 04. 25.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3AA72F04-C42D-D4F0-F4FB-F629E9D43F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2E8E9500-F4D2-4EF4-B9D3-47CF11CFF3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87809-B8CF-48B9-AEFE-889332BCF5F1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0769379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zakaszfejlé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8A884F0C-BC8A-A33F-70A7-3EAC3A616F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E0562960-B4F8-BC18-A8C6-F15036BC3CD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2EB07135-1876-C49F-A7C7-7E7A398645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6E9F10-87AB-4C75-A2C8-91EDBE9BAED9}" type="datetimeFigureOut">
              <a:rPr lang="hu-HU" smtClean="0"/>
              <a:t>2026. 04. 25.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29F837C8-043B-63DF-7392-D3592AC430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227CC165-3D81-CE9D-9B6F-6F7B6BEE72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87809-B8CF-48B9-AEFE-889332BCF5F1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01633673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CD7E0F32-BC7D-8388-B360-4809CF2481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A3566295-8FF9-79D8-6378-255523CF9F7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7A73CF9C-CBF6-D712-BA1B-1F90738F2B0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3D4042FA-2B7F-1DD1-1270-2E115E06B8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6E9F10-87AB-4C75-A2C8-91EDBE9BAED9}" type="datetimeFigureOut">
              <a:rPr lang="hu-HU" smtClean="0"/>
              <a:t>2026. 04. 25.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986B13B7-4FFF-A52A-E44E-BDD28C9111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E0271798-85D9-FDF1-AB4C-BF0256B6CB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87809-B8CF-48B9-AEFE-889332BCF5F1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70826998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10FA7C7A-B991-267F-6503-4EB371CF9E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190D4D0E-C27F-5BD8-5DA7-0D26F85F5BD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A0BC89B2-3120-5537-4A19-126F4B7B922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5" name="Szöveg helye 4">
            <a:extLst>
              <a:ext uri="{FF2B5EF4-FFF2-40B4-BE49-F238E27FC236}">
                <a16:creationId xmlns:a16="http://schemas.microsoft.com/office/drawing/2014/main" id="{5161616F-4586-1957-FC6E-B4BBF111D90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Tartalom helye 5">
            <a:extLst>
              <a:ext uri="{FF2B5EF4-FFF2-40B4-BE49-F238E27FC236}">
                <a16:creationId xmlns:a16="http://schemas.microsoft.com/office/drawing/2014/main" id="{DB687D38-BEC7-78CB-1B1E-D16EDA273EF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7" name="Dátum helye 6">
            <a:extLst>
              <a:ext uri="{FF2B5EF4-FFF2-40B4-BE49-F238E27FC236}">
                <a16:creationId xmlns:a16="http://schemas.microsoft.com/office/drawing/2014/main" id="{93625F10-2F07-3771-5646-E5F6ECBA25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6E9F10-87AB-4C75-A2C8-91EDBE9BAED9}" type="datetimeFigureOut">
              <a:rPr lang="hu-HU" smtClean="0"/>
              <a:t>2026. 04. 25.</a:t>
            </a:fld>
            <a:endParaRPr lang="hu-HU"/>
          </a:p>
        </p:txBody>
      </p:sp>
      <p:sp>
        <p:nvSpPr>
          <p:cNvPr id="8" name="Élőláb helye 7">
            <a:extLst>
              <a:ext uri="{FF2B5EF4-FFF2-40B4-BE49-F238E27FC236}">
                <a16:creationId xmlns:a16="http://schemas.microsoft.com/office/drawing/2014/main" id="{F96F5178-7744-3CD9-15F5-A227703D18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9" name="Dia számának helye 8">
            <a:extLst>
              <a:ext uri="{FF2B5EF4-FFF2-40B4-BE49-F238E27FC236}">
                <a16:creationId xmlns:a16="http://schemas.microsoft.com/office/drawing/2014/main" id="{79C16CE3-E6BA-1EDB-BF46-DE1CF57618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87809-B8CF-48B9-AEFE-889332BCF5F1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89550749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3D9E3532-7480-E1E2-E914-AD86D5A7D2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Dátum helye 2">
            <a:extLst>
              <a:ext uri="{FF2B5EF4-FFF2-40B4-BE49-F238E27FC236}">
                <a16:creationId xmlns:a16="http://schemas.microsoft.com/office/drawing/2014/main" id="{9B820703-76FB-9D57-ECF9-F943CFC3EE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6E9F10-87AB-4C75-A2C8-91EDBE9BAED9}" type="datetimeFigureOut">
              <a:rPr lang="hu-HU" smtClean="0"/>
              <a:t>2026. 04. 25.</a:t>
            </a:fld>
            <a:endParaRPr lang="hu-HU"/>
          </a:p>
        </p:txBody>
      </p:sp>
      <p:sp>
        <p:nvSpPr>
          <p:cNvPr id="4" name="Élőláb helye 3">
            <a:extLst>
              <a:ext uri="{FF2B5EF4-FFF2-40B4-BE49-F238E27FC236}">
                <a16:creationId xmlns:a16="http://schemas.microsoft.com/office/drawing/2014/main" id="{34A8EC73-3F0D-9621-157F-E0B94A1CD7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722CEFA9-0F0D-7841-2FB7-C1858FC43A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87809-B8CF-48B9-AEFE-889332BCF5F1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3857152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átum helye 1">
            <a:extLst>
              <a:ext uri="{FF2B5EF4-FFF2-40B4-BE49-F238E27FC236}">
                <a16:creationId xmlns:a16="http://schemas.microsoft.com/office/drawing/2014/main" id="{58A69B2C-1874-5450-3922-5EA8178305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6E9F10-87AB-4C75-A2C8-91EDBE9BAED9}" type="datetimeFigureOut">
              <a:rPr lang="hu-HU" smtClean="0"/>
              <a:t>2026. 04. 25.</a:t>
            </a:fld>
            <a:endParaRPr lang="hu-HU"/>
          </a:p>
        </p:txBody>
      </p:sp>
      <p:sp>
        <p:nvSpPr>
          <p:cNvPr id="3" name="Élőláb helye 2">
            <a:extLst>
              <a:ext uri="{FF2B5EF4-FFF2-40B4-BE49-F238E27FC236}">
                <a16:creationId xmlns:a16="http://schemas.microsoft.com/office/drawing/2014/main" id="{504B2850-9703-A3E2-4AD4-D0F2E92DD5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Dia számának helye 3">
            <a:extLst>
              <a:ext uri="{FF2B5EF4-FFF2-40B4-BE49-F238E27FC236}">
                <a16:creationId xmlns:a16="http://schemas.microsoft.com/office/drawing/2014/main" id="{DC9C50AD-28E8-E928-3785-72391D303C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87809-B8CF-48B9-AEFE-889332BCF5F1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59242686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A5B868AC-9ADA-DBE8-C2A7-9AE9004C86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4090A848-24D6-76D3-83DB-EE46E7BE90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4BDD7101-2E19-E9E7-28FD-29113EBDAF0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1086C124-F4D3-F77D-D22A-67E79BC6D6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6E9F10-87AB-4C75-A2C8-91EDBE9BAED9}" type="datetimeFigureOut">
              <a:rPr lang="hu-HU" smtClean="0"/>
              <a:t>2026. 04. 25.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4B068C9E-34BE-F91E-585F-067FEFC1A8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96528841-595E-E278-D819-AC81A40FF3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87809-B8CF-48B9-AEFE-889332BCF5F1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72310641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1457F69B-E76C-2486-208C-3892F3DF93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Kép helye 2">
            <a:extLst>
              <a:ext uri="{FF2B5EF4-FFF2-40B4-BE49-F238E27FC236}">
                <a16:creationId xmlns:a16="http://schemas.microsoft.com/office/drawing/2014/main" id="{912FCC22-92E3-A06F-E9DC-C2BD851962B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hu-HU"/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815ED01C-89F2-2364-080C-359CE5E13BD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2A5EF6FA-CF35-489C-0CD7-6CF6C66ECB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6E9F10-87AB-4C75-A2C8-91EDBE9BAED9}" type="datetimeFigureOut">
              <a:rPr lang="hu-HU" smtClean="0"/>
              <a:t>2026. 04. 25.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40F7A3FE-7F41-78B6-D54D-5E242DEF17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D6336E21-6863-34AE-C6DA-474358B3D9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87809-B8CF-48B9-AEFE-889332BCF5F1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52847807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8DE7395E-46C0-5158-2926-6E89F734F3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>
            <a:extLst>
              <a:ext uri="{FF2B5EF4-FFF2-40B4-BE49-F238E27FC236}">
                <a16:creationId xmlns:a16="http://schemas.microsoft.com/office/drawing/2014/main" id="{5EADA6E2-0219-FBF1-83E2-E2B4588BEEE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AE06FDDB-041D-A06E-DE9F-AE296F2ABF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6E9F10-87AB-4C75-A2C8-91EDBE9BAED9}" type="datetimeFigureOut">
              <a:rPr lang="hu-HU" smtClean="0"/>
              <a:t>2026. 04. 25.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FBA17840-E1F7-F194-A256-DCACF62F4E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D612E0D3-62BC-5430-FBB2-340AA61776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87809-B8CF-48B9-AEFE-889332BCF5F1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73011755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üggőleges cím 1">
            <a:extLst>
              <a:ext uri="{FF2B5EF4-FFF2-40B4-BE49-F238E27FC236}">
                <a16:creationId xmlns:a16="http://schemas.microsoft.com/office/drawing/2014/main" id="{260D65CE-B44D-6480-7593-FAE7D3CF833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>
            <a:extLst>
              <a:ext uri="{FF2B5EF4-FFF2-40B4-BE49-F238E27FC236}">
                <a16:creationId xmlns:a16="http://schemas.microsoft.com/office/drawing/2014/main" id="{76F02876-2E78-C5F3-7853-A327F0B3CE0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75310C23-1C59-CCFD-8FA3-0FD75C8205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6E9F10-87AB-4C75-A2C8-91EDBE9BAED9}" type="datetimeFigureOut">
              <a:rPr lang="hu-HU" smtClean="0"/>
              <a:t>2026. 04. 25.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4E252F9B-DD25-CEF7-BCDD-AD6B912BAD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05A4A640-D164-9FB7-2224-10B8D475D2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87809-B8CF-48B9-AEFE-889332BCF5F1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05552316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25000"/>
            <a:lumOff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helye 1">
            <a:extLst>
              <a:ext uri="{FF2B5EF4-FFF2-40B4-BE49-F238E27FC236}">
                <a16:creationId xmlns:a16="http://schemas.microsoft.com/office/drawing/2014/main" id="{609203EC-1E2E-A1F3-83B5-3E96F72505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33E02270-7C35-C81F-223E-B92DCCCCEAD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29759215-C5BE-BD15-A773-A01D6348E0A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F6E9F10-87AB-4C75-A2C8-91EDBE9BAED9}" type="datetimeFigureOut">
              <a:rPr lang="hu-HU" smtClean="0"/>
              <a:t>2026. 04. 25.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EA036A63-2CB7-DBEF-776E-41CEA5176B0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B66F31C7-E2E5-4A50-47EE-9C3555CAB31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6987809-B8CF-48B9-AEFE-889332BCF5F1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70934757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u-H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microsoft.com/office/2007/relationships/hdphoto" Target="../media/hdphoto1.wdp"/><Relationship Id="rId7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microsoft.com/office/2007/relationships/hdphoto" Target="../media/hdphoto1.wdp"/><Relationship Id="rId7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6.png"/><Relationship Id="rId5" Type="http://schemas.openxmlformats.org/officeDocument/2006/relationships/image" Target="../media/image3.png"/><Relationship Id="rId10" Type="http://schemas.openxmlformats.org/officeDocument/2006/relationships/image" Target="../media/image9.png"/><Relationship Id="rId4" Type="http://schemas.openxmlformats.org/officeDocument/2006/relationships/image" Target="../media/image2.png"/><Relationship Id="rId9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microsoft.com/office/2007/relationships/hdphoto" Target="../media/hdphoto1.wdp"/><Relationship Id="rId7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6.png"/><Relationship Id="rId5" Type="http://schemas.openxmlformats.org/officeDocument/2006/relationships/image" Target="../media/image3.png"/><Relationship Id="rId10" Type="http://schemas.openxmlformats.org/officeDocument/2006/relationships/image" Target="../media/image9.png"/><Relationship Id="rId4" Type="http://schemas.openxmlformats.org/officeDocument/2006/relationships/image" Target="../media/image2.png"/><Relationship Id="rId9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image" Target="../media/image1.png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11" Type="http://schemas.openxmlformats.org/officeDocument/2006/relationships/image" Target="../media/image11.png"/><Relationship Id="rId5" Type="http://schemas.openxmlformats.org/officeDocument/2006/relationships/image" Target="../media/image2.png"/><Relationship Id="rId10" Type="http://schemas.openxmlformats.org/officeDocument/2006/relationships/image" Target="../media/image10.png"/><Relationship Id="rId4" Type="http://schemas.microsoft.com/office/2007/relationships/hdphoto" Target="../media/hdphoto1.wdp"/><Relationship Id="rId9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13" Type="http://schemas.openxmlformats.org/officeDocument/2006/relationships/image" Target="../media/image15.png"/><Relationship Id="rId3" Type="http://schemas.openxmlformats.org/officeDocument/2006/relationships/image" Target="../media/image1.png"/><Relationship Id="rId7" Type="http://schemas.openxmlformats.org/officeDocument/2006/relationships/image" Target="../media/image4.png"/><Relationship Id="rId12" Type="http://schemas.openxmlformats.org/officeDocument/2006/relationships/image" Target="../media/image1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11" Type="http://schemas.openxmlformats.org/officeDocument/2006/relationships/image" Target="../media/image13.png"/><Relationship Id="rId5" Type="http://schemas.openxmlformats.org/officeDocument/2006/relationships/image" Target="../media/image2.png"/><Relationship Id="rId10" Type="http://schemas.openxmlformats.org/officeDocument/2006/relationships/image" Target="../media/image12.png"/><Relationship Id="rId4" Type="http://schemas.microsoft.com/office/2007/relationships/hdphoto" Target="../media/hdphoto1.wdp"/><Relationship Id="rId9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13" Type="http://schemas.openxmlformats.org/officeDocument/2006/relationships/image" Target="../media/image14.png"/><Relationship Id="rId3" Type="http://schemas.openxmlformats.org/officeDocument/2006/relationships/image" Target="../media/image1.png"/><Relationship Id="rId7" Type="http://schemas.openxmlformats.org/officeDocument/2006/relationships/image" Target="../media/image3.png"/><Relationship Id="rId12" Type="http://schemas.openxmlformats.org/officeDocument/2006/relationships/image" Target="../media/image1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png"/><Relationship Id="rId11" Type="http://schemas.openxmlformats.org/officeDocument/2006/relationships/image" Target="../media/image12.png"/><Relationship Id="rId5" Type="http://schemas.openxmlformats.org/officeDocument/2006/relationships/image" Target="../media/image15.png"/><Relationship Id="rId10" Type="http://schemas.openxmlformats.org/officeDocument/2006/relationships/image" Target="../media/image6.png"/><Relationship Id="rId4" Type="http://schemas.microsoft.com/office/2007/relationships/hdphoto" Target="../media/hdphoto1.wdp"/><Relationship Id="rId9" Type="http://schemas.openxmlformats.org/officeDocument/2006/relationships/image" Target="../media/image5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13" Type="http://schemas.openxmlformats.org/officeDocument/2006/relationships/image" Target="../media/image14.png"/><Relationship Id="rId3" Type="http://schemas.openxmlformats.org/officeDocument/2006/relationships/image" Target="../media/image1.png"/><Relationship Id="rId7" Type="http://schemas.openxmlformats.org/officeDocument/2006/relationships/image" Target="../media/image3.png"/><Relationship Id="rId12" Type="http://schemas.openxmlformats.org/officeDocument/2006/relationships/image" Target="../media/image1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png"/><Relationship Id="rId11" Type="http://schemas.openxmlformats.org/officeDocument/2006/relationships/image" Target="../media/image12.png"/><Relationship Id="rId5" Type="http://schemas.openxmlformats.org/officeDocument/2006/relationships/image" Target="../media/image15.png"/><Relationship Id="rId10" Type="http://schemas.openxmlformats.org/officeDocument/2006/relationships/image" Target="../media/image6.png"/><Relationship Id="rId4" Type="http://schemas.microsoft.com/office/2007/relationships/hdphoto" Target="../media/hdphoto1.wdp"/><Relationship Id="rId9" Type="http://schemas.openxmlformats.org/officeDocument/2006/relationships/image" Target="../media/image5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image" Target="../media/image1.png"/><Relationship Id="rId7" Type="http://schemas.openxmlformats.org/officeDocument/2006/relationships/image" Target="../media/image4.png"/><Relationship Id="rId12" Type="http://schemas.openxmlformats.org/officeDocument/2006/relationships/image" Target="../media/image1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11" Type="http://schemas.openxmlformats.org/officeDocument/2006/relationships/image" Target="../media/image17.png"/><Relationship Id="rId5" Type="http://schemas.openxmlformats.org/officeDocument/2006/relationships/image" Target="../media/image2.png"/><Relationship Id="rId10" Type="http://schemas.openxmlformats.org/officeDocument/2006/relationships/image" Target="../media/image16.png"/><Relationship Id="rId4" Type="http://schemas.microsoft.com/office/2007/relationships/hdphoto" Target="../media/hdphoto1.wdp"/><Relationship Id="rId9" Type="http://schemas.openxmlformats.org/officeDocument/2006/relationships/image" Target="../media/image6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image" Target="../media/image1.png"/><Relationship Id="rId7" Type="http://schemas.openxmlformats.org/officeDocument/2006/relationships/image" Target="../media/image4.png"/><Relationship Id="rId12" Type="http://schemas.openxmlformats.org/officeDocument/2006/relationships/image" Target="../media/image1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11" Type="http://schemas.openxmlformats.org/officeDocument/2006/relationships/image" Target="../media/image17.png"/><Relationship Id="rId5" Type="http://schemas.openxmlformats.org/officeDocument/2006/relationships/image" Target="../media/image2.png"/><Relationship Id="rId10" Type="http://schemas.openxmlformats.org/officeDocument/2006/relationships/image" Target="../media/image16.png"/><Relationship Id="rId4" Type="http://schemas.microsoft.com/office/2007/relationships/hdphoto" Target="../media/hdphoto1.wdp"/><Relationship Id="rId9" Type="http://schemas.openxmlformats.org/officeDocument/2006/relationships/image" Target="../media/image6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image" Target="../media/image1.png"/><Relationship Id="rId7" Type="http://schemas.openxmlformats.org/officeDocument/2006/relationships/image" Target="../media/image4.png"/><Relationship Id="rId12" Type="http://schemas.openxmlformats.org/officeDocument/2006/relationships/image" Target="../media/image1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11" Type="http://schemas.openxmlformats.org/officeDocument/2006/relationships/image" Target="../media/image17.png"/><Relationship Id="rId5" Type="http://schemas.openxmlformats.org/officeDocument/2006/relationships/image" Target="../media/image2.png"/><Relationship Id="rId10" Type="http://schemas.openxmlformats.org/officeDocument/2006/relationships/image" Target="../media/image16.png"/><Relationship Id="rId4" Type="http://schemas.microsoft.com/office/2007/relationships/hdphoto" Target="../media/hdphoto1.wdp"/><Relationship Id="rId9" Type="http://schemas.openxmlformats.org/officeDocument/2006/relationships/image" Target="../media/image6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image" Target="../media/image1.png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openxmlformats.org/officeDocument/2006/relationships/image" Target="../media/image2.png"/><Relationship Id="rId4" Type="http://schemas.microsoft.com/office/2007/relationships/hdphoto" Target="../media/hdphoto1.wdp"/><Relationship Id="rId9" Type="http://schemas.openxmlformats.org/officeDocument/2006/relationships/image" Target="../media/image6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image" Target="../media/image1.png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openxmlformats.org/officeDocument/2006/relationships/image" Target="../media/image2.png"/><Relationship Id="rId4" Type="http://schemas.microsoft.com/office/2007/relationships/hdphoto" Target="../media/hdphoto1.wdp"/><Relationship Id="rId9" Type="http://schemas.openxmlformats.org/officeDocument/2006/relationships/image" Target="../media/image6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image" Target="../media/image1.png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openxmlformats.org/officeDocument/2006/relationships/image" Target="../media/image2.png"/><Relationship Id="rId4" Type="http://schemas.microsoft.com/office/2007/relationships/hdphoto" Target="../media/hdphoto1.wdp"/><Relationship Id="rId9" Type="http://schemas.openxmlformats.org/officeDocument/2006/relationships/image" Target="../media/image6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image" Target="../media/image1.png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11" Type="http://schemas.openxmlformats.org/officeDocument/2006/relationships/image" Target="../media/image20.png"/><Relationship Id="rId5" Type="http://schemas.openxmlformats.org/officeDocument/2006/relationships/image" Target="../media/image2.png"/><Relationship Id="rId10" Type="http://schemas.openxmlformats.org/officeDocument/2006/relationships/image" Target="../media/image19.png"/><Relationship Id="rId4" Type="http://schemas.microsoft.com/office/2007/relationships/hdphoto" Target="../media/hdphoto1.wdp"/><Relationship Id="rId9" Type="http://schemas.openxmlformats.org/officeDocument/2006/relationships/image" Target="../media/image6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image" Target="../media/image1.png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11" Type="http://schemas.openxmlformats.org/officeDocument/2006/relationships/image" Target="../media/image20.png"/><Relationship Id="rId5" Type="http://schemas.openxmlformats.org/officeDocument/2006/relationships/image" Target="../media/image2.png"/><Relationship Id="rId10" Type="http://schemas.openxmlformats.org/officeDocument/2006/relationships/image" Target="../media/image19.png"/><Relationship Id="rId4" Type="http://schemas.microsoft.com/office/2007/relationships/hdphoto" Target="../media/hdphoto1.wdp"/><Relationship Id="rId9" Type="http://schemas.openxmlformats.org/officeDocument/2006/relationships/image" Target="../media/image6.pn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image" Target="../media/image1.png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openxmlformats.org/officeDocument/2006/relationships/image" Target="../media/image2.png"/><Relationship Id="rId10" Type="http://schemas.openxmlformats.org/officeDocument/2006/relationships/image" Target="../media/image21.png"/><Relationship Id="rId4" Type="http://schemas.microsoft.com/office/2007/relationships/hdphoto" Target="../media/hdphoto1.wdp"/><Relationship Id="rId9" Type="http://schemas.openxmlformats.org/officeDocument/2006/relationships/image" Target="../media/image6.pn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image" Target="../media/image1.png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openxmlformats.org/officeDocument/2006/relationships/image" Target="../media/image2.png"/><Relationship Id="rId10" Type="http://schemas.openxmlformats.org/officeDocument/2006/relationships/image" Target="../media/image22.png"/><Relationship Id="rId4" Type="http://schemas.microsoft.com/office/2007/relationships/hdphoto" Target="../media/hdphoto1.wdp"/><Relationship Id="rId9" Type="http://schemas.openxmlformats.org/officeDocument/2006/relationships/image" Target="../media/image6.png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image" Target="../media/image1.png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openxmlformats.org/officeDocument/2006/relationships/image" Target="../media/image2.png"/><Relationship Id="rId4" Type="http://schemas.microsoft.com/office/2007/relationships/hdphoto" Target="../media/hdphoto1.wdp"/><Relationship Id="rId9" Type="http://schemas.openxmlformats.org/officeDocument/2006/relationships/image" Target="../media/image6.png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image" Target="../media/image1.png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openxmlformats.org/officeDocument/2006/relationships/image" Target="../media/image2.png"/><Relationship Id="rId4" Type="http://schemas.microsoft.com/office/2007/relationships/hdphoto" Target="../media/hdphoto1.wdp"/><Relationship Id="rId9" Type="http://schemas.openxmlformats.org/officeDocument/2006/relationships/image" Target="../media/image6.png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image" Target="../media/image5.png"/><Relationship Id="rId7" Type="http://schemas.openxmlformats.org/officeDocument/2006/relationships/image" Target="../media/image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microsoft.com/office/2007/relationships/hdphoto" Target="../media/hdphoto1.wdp"/><Relationship Id="rId4" Type="http://schemas.openxmlformats.org/officeDocument/2006/relationships/image" Target="../media/image1.png"/><Relationship Id="rId9" Type="http://schemas.openxmlformats.org/officeDocument/2006/relationships/image" Target="../media/image6.png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image" Target="../media/image5.png"/><Relationship Id="rId7" Type="http://schemas.openxmlformats.org/officeDocument/2006/relationships/image" Target="../media/image2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microsoft.com/office/2007/relationships/hdphoto" Target="../media/hdphoto1.wdp"/><Relationship Id="rId4" Type="http://schemas.openxmlformats.org/officeDocument/2006/relationships/image" Target="../media/image1.png"/><Relationship Id="rId9" Type="http://schemas.openxmlformats.org/officeDocument/2006/relationships/image" Target="../media/image6.png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png"/><Relationship Id="rId5" Type="http://schemas.openxmlformats.org/officeDocument/2006/relationships/image" Target="../media/image3.png"/><Relationship Id="rId4" Type="http://schemas.microsoft.com/office/2007/relationships/hdphoto" Target="../media/hdphoto1.wdp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openxmlformats.org/officeDocument/2006/relationships/image" Target="../media/image2.png"/><Relationship Id="rId4" Type="http://schemas.microsoft.com/office/2007/relationships/hdphoto" Target="../media/hdphoto1.wdp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5" name="Csoportba foglalás 54">
            <a:extLst>
              <a:ext uri="{FF2B5EF4-FFF2-40B4-BE49-F238E27FC236}">
                <a16:creationId xmlns:a16="http://schemas.microsoft.com/office/drawing/2014/main" id="{728393C9-67A3-3BA5-B18D-0595F1DF9677}"/>
              </a:ext>
            </a:extLst>
          </p:cNvPr>
          <p:cNvGrpSpPr/>
          <p:nvPr/>
        </p:nvGrpSpPr>
        <p:grpSpPr>
          <a:xfrm>
            <a:off x="10160179" y="1679293"/>
            <a:ext cx="7924802" cy="5153180"/>
            <a:chOff x="1543048" y="1158240"/>
            <a:chExt cx="5495927" cy="3573780"/>
          </a:xfrm>
          <a:solidFill>
            <a:schemeClr val="accent2">
              <a:lumMod val="60000"/>
              <a:lumOff val="40000"/>
            </a:schemeClr>
          </a:solidFill>
        </p:grpSpPr>
        <p:sp>
          <p:nvSpPr>
            <p:cNvPr id="56" name="Téglalap 55">
              <a:extLst>
                <a:ext uri="{FF2B5EF4-FFF2-40B4-BE49-F238E27FC236}">
                  <a16:creationId xmlns:a16="http://schemas.microsoft.com/office/drawing/2014/main" id="{70A21311-753D-C8DA-01E8-AD05D0EEBFC3}"/>
                </a:ext>
              </a:extLst>
            </p:cNvPr>
            <p:cNvSpPr/>
            <p:nvPr/>
          </p:nvSpPr>
          <p:spPr>
            <a:xfrm>
              <a:off x="1543048" y="1275484"/>
              <a:ext cx="5495927" cy="3456536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grpSp>
          <p:nvGrpSpPr>
            <p:cNvPr id="57" name="Csoportba foglalás 56">
              <a:extLst>
                <a:ext uri="{FF2B5EF4-FFF2-40B4-BE49-F238E27FC236}">
                  <a16:creationId xmlns:a16="http://schemas.microsoft.com/office/drawing/2014/main" id="{7ABA25FD-65BA-8C6D-89B6-F7091F6FC58D}"/>
                </a:ext>
              </a:extLst>
            </p:cNvPr>
            <p:cNvGrpSpPr/>
            <p:nvPr/>
          </p:nvGrpSpPr>
          <p:grpSpPr>
            <a:xfrm>
              <a:off x="1543048" y="1158240"/>
              <a:ext cx="1216820" cy="739140"/>
              <a:chOff x="1543048" y="1158240"/>
              <a:chExt cx="1216820" cy="739140"/>
            </a:xfrm>
            <a:grpFill/>
          </p:grpSpPr>
          <p:sp>
            <p:nvSpPr>
              <p:cNvPr id="62" name="Téglalap: lekerekített 61">
                <a:extLst>
                  <a:ext uri="{FF2B5EF4-FFF2-40B4-BE49-F238E27FC236}">
                    <a16:creationId xmlns:a16="http://schemas.microsoft.com/office/drawing/2014/main" id="{24CDA004-46AF-97DC-E8DC-B80CC82A50E2}"/>
                  </a:ext>
                </a:extLst>
              </p:cNvPr>
              <p:cNvSpPr/>
              <p:nvPr/>
            </p:nvSpPr>
            <p:spPr>
              <a:xfrm>
                <a:off x="1543048" y="1158240"/>
                <a:ext cx="821551" cy="739140"/>
              </a:xfrm>
              <a:prstGeom prst="roundRect">
                <a:avLst>
                  <a:gd name="adj" fmla="val 23883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63" name="Háromszög 62">
                <a:extLst>
                  <a:ext uri="{FF2B5EF4-FFF2-40B4-BE49-F238E27FC236}">
                    <a16:creationId xmlns:a16="http://schemas.microsoft.com/office/drawing/2014/main" id="{028ED00E-006D-C4AE-4021-863DE923AAB7}"/>
                  </a:ext>
                </a:extLst>
              </p:cNvPr>
              <p:cNvSpPr/>
              <p:nvPr/>
            </p:nvSpPr>
            <p:spPr>
              <a:xfrm>
                <a:off x="2364599" y="1158240"/>
                <a:ext cx="395269" cy="118110"/>
              </a:xfrm>
              <a:prstGeom prst="triangle">
                <a:avLst>
                  <a:gd name="adj" fmla="val 76364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24" name="Téglalap 1023">
                <a:extLst>
                  <a:ext uri="{FF2B5EF4-FFF2-40B4-BE49-F238E27FC236}">
                    <a16:creationId xmlns:a16="http://schemas.microsoft.com/office/drawing/2014/main" id="{A23B7CBA-B046-ACBA-2897-30CD773F8650}"/>
                  </a:ext>
                </a:extLst>
              </p:cNvPr>
              <p:cNvSpPr/>
              <p:nvPr/>
            </p:nvSpPr>
            <p:spPr>
              <a:xfrm>
                <a:off x="2185988" y="1158240"/>
                <a:ext cx="481011" cy="23448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grpSp>
          <p:nvGrpSpPr>
            <p:cNvPr id="58" name="Csoportba foglalás 57">
              <a:extLst>
                <a:ext uri="{FF2B5EF4-FFF2-40B4-BE49-F238E27FC236}">
                  <a16:creationId xmlns:a16="http://schemas.microsoft.com/office/drawing/2014/main" id="{86C9144E-C7A5-AA42-E6CF-AF62A63FF317}"/>
                </a:ext>
              </a:extLst>
            </p:cNvPr>
            <p:cNvGrpSpPr/>
            <p:nvPr/>
          </p:nvGrpSpPr>
          <p:grpSpPr>
            <a:xfrm flipH="1">
              <a:off x="5818343" y="1158240"/>
              <a:ext cx="1216820" cy="739140"/>
              <a:chOff x="1543048" y="1158240"/>
              <a:chExt cx="1216820" cy="739140"/>
            </a:xfrm>
            <a:grpFill/>
          </p:grpSpPr>
          <p:sp>
            <p:nvSpPr>
              <p:cNvPr id="59" name="Téglalap: lekerekített 58">
                <a:extLst>
                  <a:ext uri="{FF2B5EF4-FFF2-40B4-BE49-F238E27FC236}">
                    <a16:creationId xmlns:a16="http://schemas.microsoft.com/office/drawing/2014/main" id="{9A94B503-ECA2-4754-A57E-AF019A5F53F3}"/>
                  </a:ext>
                </a:extLst>
              </p:cNvPr>
              <p:cNvSpPr/>
              <p:nvPr/>
            </p:nvSpPr>
            <p:spPr>
              <a:xfrm>
                <a:off x="1543048" y="1158240"/>
                <a:ext cx="821551" cy="739140"/>
              </a:xfrm>
              <a:prstGeom prst="roundRect">
                <a:avLst>
                  <a:gd name="adj" fmla="val 23883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60" name="Háromszög 59">
                <a:extLst>
                  <a:ext uri="{FF2B5EF4-FFF2-40B4-BE49-F238E27FC236}">
                    <a16:creationId xmlns:a16="http://schemas.microsoft.com/office/drawing/2014/main" id="{FECF3523-AE8C-4A29-3D99-DAD6141A2AF4}"/>
                  </a:ext>
                </a:extLst>
              </p:cNvPr>
              <p:cNvSpPr/>
              <p:nvPr/>
            </p:nvSpPr>
            <p:spPr>
              <a:xfrm>
                <a:off x="2364599" y="1158240"/>
                <a:ext cx="395269" cy="118110"/>
              </a:xfrm>
              <a:prstGeom prst="triangle">
                <a:avLst>
                  <a:gd name="adj" fmla="val 76364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61" name="Téglalap 60">
                <a:extLst>
                  <a:ext uri="{FF2B5EF4-FFF2-40B4-BE49-F238E27FC236}">
                    <a16:creationId xmlns:a16="http://schemas.microsoft.com/office/drawing/2014/main" id="{B2BDBEEA-0B5B-6B55-27D8-AD397E7B1CDE}"/>
                  </a:ext>
                </a:extLst>
              </p:cNvPr>
              <p:cNvSpPr/>
              <p:nvPr/>
            </p:nvSpPr>
            <p:spPr>
              <a:xfrm>
                <a:off x="2185988" y="1158240"/>
                <a:ext cx="481011" cy="23448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</p:grpSp>
      <p:sp>
        <p:nvSpPr>
          <p:cNvPr id="1075" name="Téglalap 1074">
            <a:extLst>
              <a:ext uri="{FF2B5EF4-FFF2-40B4-BE49-F238E27FC236}">
                <a16:creationId xmlns:a16="http://schemas.microsoft.com/office/drawing/2014/main" id="{1B49A0EA-4FAE-02FB-0246-F59C72068B4B}"/>
              </a:ext>
            </a:extLst>
          </p:cNvPr>
          <p:cNvSpPr/>
          <p:nvPr/>
        </p:nvSpPr>
        <p:spPr>
          <a:xfrm>
            <a:off x="10280683" y="1764447"/>
            <a:ext cx="7571770" cy="50680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endParaRPr lang="hu-HU" dirty="0"/>
          </a:p>
        </p:txBody>
      </p:sp>
      <p:grpSp>
        <p:nvGrpSpPr>
          <p:cNvPr id="34" name="Csoportba foglalás 33">
            <a:extLst>
              <a:ext uri="{FF2B5EF4-FFF2-40B4-BE49-F238E27FC236}">
                <a16:creationId xmlns:a16="http://schemas.microsoft.com/office/drawing/2014/main" id="{2920E8A6-2BE2-4F9C-C41C-07AFD1F69AAC}"/>
              </a:ext>
            </a:extLst>
          </p:cNvPr>
          <p:cNvGrpSpPr/>
          <p:nvPr/>
        </p:nvGrpSpPr>
        <p:grpSpPr>
          <a:xfrm>
            <a:off x="-5911399" y="1679293"/>
            <a:ext cx="7924802" cy="5153180"/>
            <a:chOff x="1543048" y="1158240"/>
            <a:chExt cx="5495927" cy="3573780"/>
          </a:xfrm>
          <a:solidFill>
            <a:schemeClr val="bg1">
              <a:lumMod val="65000"/>
            </a:schemeClr>
          </a:solidFill>
        </p:grpSpPr>
        <p:sp>
          <p:nvSpPr>
            <p:cNvPr id="16" name="Téglalap 15">
              <a:extLst>
                <a:ext uri="{FF2B5EF4-FFF2-40B4-BE49-F238E27FC236}">
                  <a16:creationId xmlns:a16="http://schemas.microsoft.com/office/drawing/2014/main" id="{A69D7902-806F-BC17-3ACF-3269D6B6E838}"/>
                </a:ext>
              </a:extLst>
            </p:cNvPr>
            <p:cNvSpPr/>
            <p:nvPr/>
          </p:nvSpPr>
          <p:spPr>
            <a:xfrm>
              <a:off x="1543048" y="1275484"/>
              <a:ext cx="5495927" cy="3456536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grpSp>
          <p:nvGrpSpPr>
            <p:cNvPr id="25" name="Csoportba foglalás 24">
              <a:extLst>
                <a:ext uri="{FF2B5EF4-FFF2-40B4-BE49-F238E27FC236}">
                  <a16:creationId xmlns:a16="http://schemas.microsoft.com/office/drawing/2014/main" id="{6D3FFB02-5DEA-90F9-5A2E-F10DCE87443D}"/>
                </a:ext>
              </a:extLst>
            </p:cNvPr>
            <p:cNvGrpSpPr/>
            <p:nvPr/>
          </p:nvGrpSpPr>
          <p:grpSpPr>
            <a:xfrm>
              <a:off x="1543048" y="1158240"/>
              <a:ext cx="1216820" cy="739140"/>
              <a:chOff x="1543048" y="1158240"/>
              <a:chExt cx="1216820" cy="739140"/>
            </a:xfrm>
            <a:grpFill/>
          </p:grpSpPr>
          <p:sp>
            <p:nvSpPr>
              <p:cNvPr id="17" name="Téglalap: lekerekített 16">
                <a:extLst>
                  <a:ext uri="{FF2B5EF4-FFF2-40B4-BE49-F238E27FC236}">
                    <a16:creationId xmlns:a16="http://schemas.microsoft.com/office/drawing/2014/main" id="{EA77EAB4-CED4-FAED-358B-DB9B99C74D5B}"/>
                  </a:ext>
                </a:extLst>
              </p:cNvPr>
              <p:cNvSpPr/>
              <p:nvPr/>
            </p:nvSpPr>
            <p:spPr>
              <a:xfrm>
                <a:off x="1543048" y="1158240"/>
                <a:ext cx="821551" cy="739140"/>
              </a:xfrm>
              <a:prstGeom prst="roundRect">
                <a:avLst>
                  <a:gd name="adj" fmla="val 23883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9" name="Háromszög 18">
                <a:extLst>
                  <a:ext uri="{FF2B5EF4-FFF2-40B4-BE49-F238E27FC236}">
                    <a16:creationId xmlns:a16="http://schemas.microsoft.com/office/drawing/2014/main" id="{9C31E248-BC71-9D60-D37B-89DF26E61005}"/>
                  </a:ext>
                </a:extLst>
              </p:cNvPr>
              <p:cNvSpPr/>
              <p:nvPr/>
            </p:nvSpPr>
            <p:spPr>
              <a:xfrm>
                <a:off x="2364599" y="1158240"/>
                <a:ext cx="395269" cy="118110"/>
              </a:xfrm>
              <a:prstGeom prst="triangle">
                <a:avLst>
                  <a:gd name="adj" fmla="val 76364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20" name="Téglalap 19">
                <a:extLst>
                  <a:ext uri="{FF2B5EF4-FFF2-40B4-BE49-F238E27FC236}">
                    <a16:creationId xmlns:a16="http://schemas.microsoft.com/office/drawing/2014/main" id="{A7F73223-15B7-BC53-5FDE-5FDD7D8FCBBB}"/>
                  </a:ext>
                </a:extLst>
              </p:cNvPr>
              <p:cNvSpPr/>
              <p:nvPr/>
            </p:nvSpPr>
            <p:spPr>
              <a:xfrm>
                <a:off x="2185988" y="1158240"/>
                <a:ext cx="481011" cy="23448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grpSp>
          <p:nvGrpSpPr>
            <p:cNvPr id="30" name="Csoportba foglalás 29">
              <a:extLst>
                <a:ext uri="{FF2B5EF4-FFF2-40B4-BE49-F238E27FC236}">
                  <a16:creationId xmlns:a16="http://schemas.microsoft.com/office/drawing/2014/main" id="{738F205C-1F85-261C-C1C2-04F15D7AAF74}"/>
                </a:ext>
              </a:extLst>
            </p:cNvPr>
            <p:cNvGrpSpPr/>
            <p:nvPr/>
          </p:nvGrpSpPr>
          <p:grpSpPr>
            <a:xfrm flipH="1">
              <a:off x="5818343" y="1158240"/>
              <a:ext cx="1216820" cy="739140"/>
              <a:chOff x="1543048" y="1158240"/>
              <a:chExt cx="1216820" cy="739140"/>
            </a:xfrm>
            <a:grpFill/>
          </p:grpSpPr>
          <p:sp>
            <p:nvSpPr>
              <p:cNvPr id="31" name="Téglalap: lekerekített 30">
                <a:extLst>
                  <a:ext uri="{FF2B5EF4-FFF2-40B4-BE49-F238E27FC236}">
                    <a16:creationId xmlns:a16="http://schemas.microsoft.com/office/drawing/2014/main" id="{8AD4E142-2687-53C1-C120-DACFC8D712EB}"/>
                  </a:ext>
                </a:extLst>
              </p:cNvPr>
              <p:cNvSpPr/>
              <p:nvPr/>
            </p:nvSpPr>
            <p:spPr>
              <a:xfrm>
                <a:off x="1543048" y="1158240"/>
                <a:ext cx="821551" cy="739140"/>
              </a:xfrm>
              <a:prstGeom prst="roundRect">
                <a:avLst>
                  <a:gd name="adj" fmla="val 23883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2" name="Háromszög 31">
                <a:extLst>
                  <a:ext uri="{FF2B5EF4-FFF2-40B4-BE49-F238E27FC236}">
                    <a16:creationId xmlns:a16="http://schemas.microsoft.com/office/drawing/2014/main" id="{9AF4AAEF-A134-212D-5CB0-E8C4009C02C6}"/>
                  </a:ext>
                </a:extLst>
              </p:cNvPr>
              <p:cNvSpPr/>
              <p:nvPr/>
            </p:nvSpPr>
            <p:spPr>
              <a:xfrm>
                <a:off x="2364599" y="1158240"/>
                <a:ext cx="395269" cy="118110"/>
              </a:xfrm>
              <a:prstGeom prst="triangle">
                <a:avLst>
                  <a:gd name="adj" fmla="val 76364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" name="Téglalap 32">
                <a:extLst>
                  <a:ext uri="{FF2B5EF4-FFF2-40B4-BE49-F238E27FC236}">
                    <a16:creationId xmlns:a16="http://schemas.microsoft.com/office/drawing/2014/main" id="{CB0DB887-51A4-048A-1141-88BF6753C852}"/>
                  </a:ext>
                </a:extLst>
              </p:cNvPr>
              <p:cNvSpPr/>
              <p:nvPr/>
            </p:nvSpPr>
            <p:spPr>
              <a:xfrm>
                <a:off x="2185988" y="1158240"/>
                <a:ext cx="481011" cy="23448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</p:grpSp>
      <p:sp>
        <p:nvSpPr>
          <p:cNvPr id="1076" name="Téglalap 1075">
            <a:extLst>
              <a:ext uri="{FF2B5EF4-FFF2-40B4-BE49-F238E27FC236}">
                <a16:creationId xmlns:a16="http://schemas.microsoft.com/office/drawing/2014/main" id="{A5D1DA7A-678A-CEAA-C477-771E56E71992}"/>
              </a:ext>
            </a:extLst>
          </p:cNvPr>
          <p:cNvSpPr/>
          <p:nvPr/>
        </p:nvSpPr>
        <p:spPr>
          <a:xfrm>
            <a:off x="-5762797" y="1764447"/>
            <a:ext cx="7571770" cy="50680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endParaRPr lang="hu-HU" sz="2400" dirty="0">
              <a:solidFill>
                <a:schemeClr val="tx1"/>
              </a:solidFill>
              <a:latin typeface="Bodoni MT" panose="02070603080606020203" pitchFamily="18" charset="0"/>
            </a:endParaRPr>
          </a:p>
        </p:txBody>
      </p:sp>
      <p:pic>
        <p:nvPicPr>
          <p:cNvPr id="1044" name="Kép 1043">
            <a:extLst>
              <a:ext uri="{FF2B5EF4-FFF2-40B4-BE49-F238E27FC236}">
                <a16:creationId xmlns:a16="http://schemas.microsoft.com/office/drawing/2014/main" id="{5482E32E-C5B5-8608-4596-7F433DBE645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artisticBlur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-5746750" y="1789974"/>
            <a:ext cx="7552866" cy="480060"/>
          </a:xfrm>
          <a:prstGeom prst="rect">
            <a:avLst/>
          </a:prstGeom>
          <a:effectLst/>
        </p:spPr>
      </p:pic>
      <p:grpSp>
        <p:nvGrpSpPr>
          <p:cNvPr id="45" name="Csoportba foglalás 44">
            <a:extLst>
              <a:ext uri="{FF2B5EF4-FFF2-40B4-BE49-F238E27FC236}">
                <a16:creationId xmlns:a16="http://schemas.microsoft.com/office/drawing/2014/main" id="{D512E7F1-8D38-5362-3C6A-C410C35E1B64}"/>
              </a:ext>
            </a:extLst>
          </p:cNvPr>
          <p:cNvGrpSpPr/>
          <p:nvPr/>
        </p:nvGrpSpPr>
        <p:grpSpPr>
          <a:xfrm>
            <a:off x="-5916895" y="1822825"/>
            <a:ext cx="7924802" cy="5068026"/>
            <a:chOff x="1543048" y="1158240"/>
            <a:chExt cx="5495927" cy="3573780"/>
          </a:xfrm>
          <a:solidFill>
            <a:schemeClr val="bg2">
              <a:lumMod val="90000"/>
            </a:schemeClr>
          </a:solidFill>
        </p:grpSpPr>
        <p:sp>
          <p:nvSpPr>
            <p:cNvPr id="46" name="Téglalap 45">
              <a:extLst>
                <a:ext uri="{FF2B5EF4-FFF2-40B4-BE49-F238E27FC236}">
                  <a16:creationId xmlns:a16="http://schemas.microsoft.com/office/drawing/2014/main" id="{1795DC0D-7857-9D83-79C5-BFD1748C41A2}"/>
                </a:ext>
              </a:extLst>
            </p:cNvPr>
            <p:cNvSpPr/>
            <p:nvPr/>
          </p:nvSpPr>
          <p:spPr>
            <a:xfrm>
              <a:off x="1543048" y="1275484"/>
              <a:ext cx="5495927" cy="3456536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grpSp>
          <p:nvGrpSpPr>
            <p:cNvPr id="47" name="Csoportba foglalás 46">
              <a:extLst>
                <a:ext uri="{FF2B5EF4-FFF2-40B4-BE49-F238E27FC236}">
                  <a16:creationId xmlns:a16="http://schemas.microsoft.com/office/drawing/2014/main" id="{99158455-5694-B007-7913-3620FC95F798}"/>
                </a:ext>
              </a:extLst>
            </p:cNvPr>
            <p:cNvGrpSpPr/>
            <p:nvPr/>
          </p:nvGrpSpPr>
          <p:grpSpPr>
            <a:xfrm>
              <a:off x="1543048" y="1158240"/>
              <a:ext cx="1216820" cy="739140"/>
              <a:chOff x="1543048" y="1158240"/>
              <a:chExt cx="1216820" cy="739140"/>
            </a:xfrm>
            <a:grpFill/>
          </p:grpSpPr>
          <p:sp>
            <p:nvSpPr>
              <p:cNvPr id="52" name="Téglalap: lekerekített 51">
                <a:extLst>
                  <a:ext uri="{FF2B5EF4-FFF2-40B4-BE49-F238E27FC236}">
                    <a16:creationId xmlns:a16="http://schemas.microsoft.com/office/drawing/2014/main" id="{A6E2C6A6-48B7-1056-E84F-94E5289B2E7D}"/>
                  </a:ext>
                </a:extLst>
              </p:cNvPr>
              <p:cNvSpPr/>
              <p:nvPr/>
            </p:nvSpPr>
            <p:spPr>
              <a:xfrm>
                <a:off x="1543048" y="1158240"/>
                <a:ext cx="821551" cy="739140"/>
              </a:xfrm>
              <a:prstGeom prst="roundRect">
                <a:avLst>
                  <a:gd name="adj" fmla="val 23883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53" name="Háromszög 52">
                <a:extLst>
                  <a:ext uri="{FF2B5EF4-FFF2-40B4-BE49-F238E27FC236}">
                    <a16:creationId xmlns:a16="http://schemas.microsoft.com/office/drawing/2014/main" id="{E0AEFF79-1746-B2D6-8FB7-BCFB2B535C59}"/>
                  </a:ext>
                </a:extLst>
              </p:cNvPr>
              <p:cNvSpPr/>
              <p:nvPr/>
            </p:nvSpPr>
            <p:spPr>
              <a:xfrm>
                <a:off x="2364599" y="1158240"/>
                <a:ext cx="395269" cy="118110"/>
              </a:xfrm>
              <a:prstGeom prst="triangle">
                <a:avLst>
                  <a:gd name="adj" fmla="val 76364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54" name="Téglalap 53">
                <a:extLst>
                  <a:ext uri="{FF2B5EF4-FFF2-40B4-BE49-F238E27FC236}">
                    <a16:creationId xmlns:a16="http://schemas.microsoft.com/office/drawing/2014/main" id="{AA9A7774-7B67-AFB5-775F-5693964E0049}"/>
                  </a:ext>
                </a:extLst>
              </p:cNvPr>
              <p:cNvSpPr/>
              <p:nvPr/>
            </p:nvSpPr>
            <p:spPr>
              <a:xfrm>
                <a:off x="2185988" y="1158240"/>
                <a:ext cx="481011" cy="23448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grpSp>
          <p:nvGrpSpPr>
            <p:cNvPr id="48" name="Csoportba foglalás 47">
              <a:extLst>
                <a:ext uri="{FF2B5EF4-FFF2-40B4-BE49-F238E27FC236}">
                  <a16:creationId xmlns:a16="http://schemas.microsoft.com/office/drawing/2014/main" id="{124513DA-A755-FD19-8F6D-8758130EC13E}"/>
                </a:ext>
              </a:extLst>
            </p:cNvPr>
            <p:cNvGrpSpPr/>
            <p:nvPr/>
          </p:nvGrpSpPr>
          <p:grpSpPr>
            <a:xfrm flipH="1">
              <a:off x="5818343" y="1158240"/>
              <a:ext cx="1216820" cy="739140"/>
              <a:chOff x="1543048" y="1158240"/>
              <a:chExt cx="1216820" cy="739140"/>
            </a:xfrm>
            <a:grpFill/>
          </p:grpSpPr>
          <p:sp>
            <p:nvSpPr>
              <p:cNvPr id="49" name="Téglalap: lekerekített 48">
                <a:extLst>
                  <a:ext uri="{FF2B5EF4-FFF2-40B4-BE49-F238E27FC236}">
                    <a16:creationId xmlns:a16="http://schemas.microsoft.com/office/drawing/2014/main" id="{2C15BE4F-F8F5-07EC-771A-8B9A554A35BD}"/>
                  </a:ext>
                </a:extLst>
              </p:cNvPr>
              <p:cNvSpPr/>
              <p:nvPr/>
            </p:nvSpPr>
            <p:spPr>
              <a:xfrm>
                <a:off x="1543048" y="1158240"/>
                <a:ext cx="821551" cy="739140"/>
              </a:xfrm>
              <a:prstGeom prst="roundRect">
                <a:avLst>
                  <a:gd name="adj" fmla="val 23883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50" name="Háromszög 49">
                <a:extLst>
                  <a:ext uri="{FF2B5EF4-FFF2-40B4-BE49-F238E27FC236}">
                    <a16:creationId xmlns:a16="http://schemas.microsoft.com/office/drawing/2014/main" id="{AA3781B0-B8C2-3922-37AB-DE0D78DDE131}"/>
                  </a:ext>
                </a:extLst>
              </p:cNvPr>
              <p:cNvSpPr/>
              <p:nvPr/>
            </p:nvSpPr>
            <p:spPr>
              <a:xfrm>
                <a:off x="2364599" y="1158240"/>
                <a:ext cx="395269" cy="118110"/>
              </a:xfrm>
              <a:prstGeom prst="triangle">
                <a:avLst>
                  <a:gd name="adj" fmla="val 76364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51" name="Téglalap 50">
                <a:extLst>
                  <a:ext uri="{FF2B5EF4-FFF2-40B4-BE49-F238E27FC236}">
                    <a16:creationId xmlns:a16="http://schemas.microsoft.com/office/drawing/2014/main" id="{A31C573F-2287-3217-7C9F-C4510FFB38EB}"/>
                  </a:ext>
                </a:extLst>
              </p:cNvPr>
              <p:cNvSpPr/>
              <p:nvPr/>
            </p:nvSpPr>
            <p:spPr>
              <a:xfrm>
                <a:off x="2185988" y="1158240"/>
                <a:ext cx="481011" cy="23448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</p:grpSp>
      <p:pic>
        <p:nvPicPr>
          <p:cNvPr id="1045" name="Kép 1044">
            <a:extLst>
              <a:ext uri="{FF2B5EF4-FFF2-40B4-BE49-F238E27FC236}">
                <a16:creationId xmlns:a16="http://schemas.microsoft.com/office/drawing/2014/main" id="{E13AA5F5-5614-7039-36C8-612423E5564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artisticBlur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0290135" y="1789974"/>
            <a:ext cx="7552866" cy="480060"/>
          </a:xfrm>
          <a:prstGeom prst="rect">
            <a:avLst/>
          </a:prstGeom>
          <a:effectLst/>
        </p:spPr>
      </p:pic>
      <p:grpSp>
        <p:nvGrpSpPr>
          <p:cNvPr id="1025" name="Csoportba foglalás 1024">
            <a:extLst>
              <a:ext uri="{FF2B5EF4-FFF2-40B4-BE49-F238E27FC236}">
                <a16:creationId xmlns:a16="http://schemas.microsoft.com/office/drawing/2014/main" id="{8845C6FB-7AE4-C5A1-E68E-BFAE588AF633}"/>
              </a:ext>
            </a:extLst>
          </p:cNvPr>
          <p:cNvGrpSpPr/>
          <p:nvPr/>
        </p:nvGrpSpPr>
        <p:grpSpPr>
          <a:xfrm>
            <a:off x="10165897" y="1817423"/>
            <a:ext cx="7924802" cy="5068026"/>
            <a:chOff x="1543048" y="1158240"/>
            <a:chExt cx="5495927" cy="3573780"/>
          </a:xfrm>
          <a:solidFill>
            <a:schemeClr val="accent2">
              <a:lumMod val="40000"/>
              <a:lumOff val="60000"/>
            </a:schemeClr>
          </a:solidFill>
        </p:grpSpPr>
        <p:sp>
          <p:nvSpPr>
            <p:cNvPr id="1027" name="Téglalap 1026">
              <a:extLst>
                <a:ext uri="{FF2B5EF4-FFF2-40B4-BE49-F238E27FC236}">
                  <a16:creationId xmlns:a16="http://schemas.microsoft.com/office/drawing/2014/main" id="{5C71CD7F-40F1-0219-37FA-6253FC16555A}"/>
                </a:ext>
              </a:extLst>
            </p:cNvPr>
            <p:cNvSpPr/>
            <p:nvPr/>
          </p:nvSpPr>
          <p:spPr>
            <a:xfrm>
              <a:off x="1543048" y="1275484"/>
              <a:ext cx="5495927" cy="3456536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grpSp>
          <p:nvGrpSpPr>
            <p:cNvPr id="1028" name="Csoportba foglalás 1027">
              <a:extLst>
                <a:ext uri="{FF2B5EF4-FFF2-40B4-BE49-F238E27FC236}">
                  <a16:creationId xmlns:a16="http://schemas.microsoft.com/office/drawing/2014/main" id="{4D81E28F-29A6-78CA-65B4-7CDEBAB29CAB}"/>
                </a:ext>
              </a:extLst>
            </p:cNvPr>
            <p:cNvGrpSpPr/>
            <p:nvPr/>
          </p:nvGrpSpPr>
          <p:grpSpPr>
            <a:xfrm>
              <a:off x="1543048" y="1158240"/>
              <a:ext cx="1216820" cy="739140"/>
              <a:chOff x="1543048" y="1158240"/>
              <a:chExt cx="1216820" cy="739140"/>
            </a:xfrm>
            <a:grpFill/>
          </p:grpSpPr>
          <p:sp>
            <p:nvSpPr>
              <p:cNvPr id="1033" name="Téglalap: lekerekített 1032">
                <a:extLst>
                  <a:ext uri="{FF2B5EF4-FFF2-40B4-BE49-F238E27FC236}">
                    <a16:creationId xmlns:a16="http://schemas.microsoft.com/office/drawing/2014/main" id="{686A0D91-5B41-97E7-E376-9A6B007AB428}"/>
                  </a:ext>
                </a:extLst>
              </p:cNvPr>
              <p:cNvSpPr/>
              <p:nvPr/>
            </p:nvSpPr>
            <p:spPr>
              <a:xfrm>
                <a:off x="1543048" y="1158240"/>
                <a:ext cx="821551" cy="739140"/>
              </a:xfrm>
              <a:prstGeom prst="roundRect">
                <a:avLst>
                  <a:gd name="adj" fmla="val 23883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34" name="Háromszög 1033">
                <a:extLst>
                  <a:ext uri="{FF2B5EF4-FFF2-40B4-BE49-F238E27FC236}">
                    <a16:creationId xmlns:a16="http://schemas.microsoft.com/office/drawing/2014/main" id="{52C8ECC3-3B7B-FC65-7C55-1724AA08CABD}"/>
                  </a:ext>
                </a:extLst>
              </p:cNvPr>
              <p:cNvSpPr/>
              <p:nvPr/>
            </p:nvSpPr>
            <p:spPr>
              <a:xfrm>
                <a:off x="2364599" y="1158240"/>
                <a:ext cx="395269" cy="118110"/>
              </a:xfrm>
              <a:prstGeom prst="triangle">
                <a:avLst>
                  <a:gd name="adj" fmla="val 76364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35" name="Téglalap 1034">
                <a:extLst>
                  <a:ext uri="{FF2B5EF4-FFF2-40B4-BE49-F238E27FC236}">
                    <a16:creationId xmlns:a16="http://schemas.microsoft.com/office/drawing/2014/main" id="{FE9CF40E-18B5-77AD-0E2E-DD32C5AD77DD}"/>
                  </a:ext>
                </a:extLst>
              </p:cNvPr>
              <p:cNvSpPr/>
              <p:nvPr/>
            </p:nvSpPr>
            <p:spPr>
              <a:xfrm>
                <a:off x="2185988" y="1158240"/>
                <a:ext cx="481011" cy="23448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grpSp>
          <p:nvGrpSpPr>
            <p:cNvPr id="1029" name="Csoportba foglalás 1028">
              <a:extLst>
                <a:ext uri="{FF2B5EF4-FFF2-40B4-BE49-F238E27FC236}">
                  <a16:creationId xmlns:a16="http://schemas.microsoft.com/office/drawing/2014/main" id="{0672FB29-2AC2-012F-FD1F-B29D8F5F8538}"/>
                </a:ext>
              </a:extLst>
            </p:cNvPr>
            <p:cNvGrpSpPr/>
            <p:nvPr/>
          </p:nvGrpSpPr>
          <p:grpSpPr>
            <a:xfrm flipH="1">
              <a:off x="5818343" y="1158240"/>
              <a:ext cx="1216820" cy="739140"/>
              <a:chOff x="1543048" y="1158240"/>
              <a:chExt cx="1216820" cy="739140"/>
            </a:xfrm>
            <a:grpFill/>
          </p:grpSpPr>
          <p:sp>
            <p:nvSpPr>
              <p:cNvPr id="1030" name="Téglalap: lekerekített 1029">
                <a:extLst>
                  <a:ext uri="{FF2B5EF4-FFF2-40B4-BE49-F238E27FC236}">
                    <a16:creationId xmlns:a16="http://schemas.microsoft.com/office/drawing/2014/main" id="{B8461235-47A9-0BA0-8948-1406C55FB03B}"/>
                  </a:ext>
                </a:extLst>
              </p:cNvPr>
              <p:cNvSpPr/>
              <p:nvPr/>
            </p:nvSpPr>
            <p:spPr>
              <a:xfrm>
                <a:off x="1543048" y="1158240"/>
                <a:ext cx="821551" cy="739140"/>
              </a:xfrm>
              <a:prstGeom prst="roundRect">
                <a:avLst>
                  <a:gd name="adj" fmla="val 23883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31" name="Háromszög 1030">
                <a:extLst>
                  <a:ext uri="{FF2B5EF4-FFF2-40B4-BE49-F238E27FC236}">
                    <a16:creationId xmlns:a16="http://schemas.microsoft.com/office/drawing/2014/main" id="{6CD4FA04-74CE-61DF-C07E-393A925213D6}"/>
                  </a:ext>
                </a:extLst>
              </p:cNvPr>
              <p:cNvSpPr/>
              <p:nvPr/>
            </p:nvSpPr>
            <p:spPr>
              <a:xfrm>
                <a:off x="2364599" y="1158240"/>
                <a:ext cx="395269" cy="118110"/>
              </a:xfrm>
              <a:prstGeom prst="triangle">
                <a:avLst>
                  <a:gd name="adj" fmla="val 76364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32" name="Téglalap 1031">
                <a:extLst>
                  <a:ext uri="{FF2B5EF4-FFF2-40B4-BE49-F238E27FC236}">
                    <a16:creationId xmlns:a16="http://schemas.microsoft.com/office/drawing/2014/main" id="{49E590F0-1EA7-073A-F363-2FA1353E0D76}"/>
                  </a:ext>
                </a:extLst>
              </p:cNvPr>
              <p:cNvSpPr/>
              <p:nvPr/>
            </p:nvSpPr>
            <p:spPr>
              <a:xfrm>
                <a:off x="2185988" y="1158240"/>
                <a:ext cx="481011" cy="23448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</p:grpSp>
      <p:sp>
        <p:nvSpPr>
          <p:cNvPr id="1050" name="Téglalap 1049">
            <a:extLst>
              <a:ext uri="{FF2B5EF4-FFF2-40B4-BE49-F238E27FC236}">
                <a16:creationId xmlns:a16="http://schemas.microsoft.com/office/drawing/2014/main" id="{E55A1AFA-E316-349B-E83A-F6BAC447F2E4}"/>
              </a:ext>
            </a:extLst>
          </p:cNvPr>
          <p:cNvSpPr/>
          <p:nvPr/>
        </p:nvSpPr>
        <p:spPr>
          <a:xfrm>
            <a:off x="3933713" y="6072649"/>
            <a:ext cx="4324574" cy="1080226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1051" name="Téglalap: felső két sarkán levágva 1050">
            <a:extLst>
              <a:ext uri="{FF2B5EF4-FFF2-40B4-BE49-F238E27FC236}">
                <a16:creationId xmlns:a16="http://schemas.microsoft.com/office/drawing/2014/main" id="{481DA3D5-324F-2DB3-1608-7186D8AA49B4}"/>
              </a:ext>
            </a:extLst>
          </p:cNvPr>
          <p:cNvSpPr/>
          <p:nvPr/>
        </p:nvSpPr>
        <p:spPr>
          <a:xfrm rot="10800000">
            <a:off x="3763110" y="5758071"/>
            <a:ext cx="4608000" cy="314577"/>
          </a:xfrm>
          <a:prstGeom prst="snip2SameRect">
            <a:avLst>
              <a:gd name="adj1" fmla="val 27265"/>
              <a:gd name="adj2" fmla="val 0"/>
            </a:avLst>
          </a:prstGeom>
          <a:solidFill>
            <a:srgbClr val="D9D9D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pic>
        <p:nvPicPr>
          <p:cNvPr id="1047" name="Kép 1046">
            <a:extLst>
              <a:ext uri="{FF2B5EF4-FFF2-40B4-BE49-F238E27FC236}">
                <a16:creationId xmlns:a16="http://schemas.microsoft.com/office/drawing/2014/main" id="{AD6B4BAD-8DBE-09EA-8990-FE2227F99B1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01131" y="2367538"/>
            <a:ext cx="3968441" cy="3968441"/>
          </a:xfrm>
          <a:prstGeom prst="rect">
            <a:avLst/>
          </a:prstGeom>
        </p:spPr>
      </p:pic>
      <p:pic>
        <p:nvPicPr>
          <p:cNvPr id="1049" name="Kép 1048">
            <a:extLst>
              <a:ext uri="{FF2B5EF4-FFF2-40B4-BE49-F238E27FC236}">
                <a16:creationId xmlns:a16="http://schemas.microsoft.com/office/drawing/2014/main" id="{75617DEA-8B6E-2F6C-2BAB-BAE5E158703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56751" y="2367539"/>
            <a:ext cx="3968441" cy="3968441"/>
          </a:xfrm>
          <a:prstGeom prst="rect">
            <a:avLst/>
          </a:prstGeom>
        </p:spPr>
      </p:pic>
      <p:pic>
        <p:nvPicPr>
          <p:cNvPr id="1074" name="Kép 1073">
            <a:extLst>
              <a:ext uri="{FF2B5EF4-FFF2-40B4-BE49-F238E27FC236}">
                <a16:creationId xmlns:a16="http://schemas.microsoft.com/office/drawing/2014/main" id="{7D18092C-4ED6-46D2-39E5-88DE8ACE7CD6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80417" y="-1424351"/>
            <a:ext cx="8985673" cy="59904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67168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A9E1F4-578F-3FD2-1BF1-666C904D8E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5" name="Csoportba foglalás 54">
            <a:extLst>
              <a:ext uri="{FF2B5EF4-FFF2-40B4-BE49-F238E27FC236}">
                <a16:creationId xmlns:a16="http://schemas.microsoft.com/office/drawing/2014/main" id="{D876DF6E-70E2-80F9-4C80-58B4E3708FB8}"/>
              </a:ext>
            </a:extLst>
          </p:cNvPr>
          <p:cNvGrpSpPr/>
          <p:nvPr/>
        </p:nvGrpSpPr>
        <p:grpSpPr>
          <a:xfrm>
            <a:off x="15989479" y="1679293"/>
            <a:ext cx="7924802" cy="5153180"/>
            <a:chOff x="1543048" y="1158240"/>
            <a:chExt cx="5495927" cy="3573780"/>
          </a:xfrm>
          <a:solidFill>
            <a:schemeClr val="accent2">
              <a:lumMod val="60000"/>
              <a:lumOff val="40000"/>
            </a:schemeClr>
          </a:solidFill>
        </p:grpSpPr>
        <p:sp>
          <p:nvSpPr>
            <p:cNvPr id="56" name="Téglalap 55">
              <a:extLst>
                <a:ext uri="{FF2B5EF4-FFF2-40B4-BE49-F238E27FC236}">
                  <a16:creationId xmlns:a16="http://schemas.microsoft.com/office/drawing/2014/main" id="{3CDC321E-FED4-6E78-3C5B-C7C5FDE79569}"/>
                </a:ext>
              </a:extLst>
            </p:cNvPr>
            <p:cNvSpPr/>
            <p:nvPr/>
          </p:nvSpPr>
          <p:spPr>
            <a:xfrm>
              <a:off x="1543048" y="1275484"/>
              <a:ext cx="5495927" cy="3456536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grpSp>
          <p:nvGrpSpPr>
            <p:cNvPr id="57" name="Csoportba foglalás 56">
              <a:extLst>
                <a:ext uri="{FF2B5EF4-FFF2-40B4-BE49-F238E27FC236}">
                  <a16:creationId xmlns:a16="http://schemas.microsoft.com/office/drawing/2014/main" id="{B28EC79E-EC80-D73C-82C0-94A438C7FB71}"/>
                </a:ext>
              </a:extLst>
            </p:cNvPr>
            <p:cNvGrpSpPr/>
            <p:nvPr/>
          </p:nvGrpSpPr>
          <p:grpSpPr>
            <a:xfrm>
              <a:off x="1543048" y="1158240"/>
              <a:ext cx="1216820" cy="739140"/>
              <a:chOff x="1543048" y="1158240"/>
              <a:chExt cx="1216820" cy="739140"/>
            </a:xfrm>
            <a:grpFill/>
          </p:grpSpPr>
          <p:sp>
            <p:nvSpPr>
              <p:cNvPr id="62" name="Téglalap: lekerekített 61">
                <a:extLst>
                  <a:ext uri="{FF2B5EF4-FFF2-40B4-BE49-F238E27FC236}">
                    <a16:creationId xmlns:a16="http://schemas.microsoft.com/office/drawing/2014/main" id="{5C99BDFA-0A4C-2A1C-7C2A-C1A047575BAE}"/>
                  </a:ext>
                </a:extLst>
              </p:cNvPr>
              <p:cNvSpPr/>
              <p:nvPr/>
            </p:nvSpPr>
            <p:spPr>
              <a:xfrm>
                <a:off x="1543048" y="1158240"/>
                <a:ext cx="821551" cy="739140"/>
              </a:xfrm>
              <a:prstGeom prst="roundRect">
                <a:avLst>
                  <a:gd name="adj" fmla="val 23883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63" name="Háromszög 62">
                <a:extLst>
                  <a:ext uri="{FF2B5EF4-FFF2-40B4-BE49-F238E27FC236}">
                    <a16:creationId xmlns:a16="http://schemas.microsoft.com/office/drawing/2014/main" id="{61C9C2E8-3605-B651-21F1-04AAAA0D2EA6}"/>
                  </a:ext>
                </a:extLst>
              </p:cNvPr>
              <p:cNvSpPr/>
              <p:nvPr/>
            </p:nvSpPr>
            <p:spPr>
              <a:xfrm>
                <a:off x="2364599" y="1158240"/>
                <a:ext cx="395269" cy="118110"/>
              </a:xfrm>
              <a:prstGeom prst="triangle">
                <a:avLst>
                  <a:gd name="adj" fmla="val 76364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24" name="Téglalap 1023">
                <a:extLst>
                  <a:ext uri="{FF2B5EF4-FFF2-40B4-BE49-F238E27FC236}">
                    <a16:creationId xmlns:a16="http://schemas.microsoft.com/office/drawing/2014/main" id="{6E4A0E11-C69F-E876-3AD6-120E6274BDED}"/>
                  </a:ext>
                </a:extLst>
              </p:cNvPr>
              <p:cNvSpPr/>
              <p:nvPr/>
            </p:nvSpPr>
            <p:spPr>
              <a:xfrm>
                <a:off x="2185988" y="1158240"/>
                <a:ext cx="481011" cy="23448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grpSp>
          <p:nvGrpSpPr>
            <p:cNvPr id="58" name="Csoportba foglalás 57">
              <a:extLst>
                <a:ext uri="{FF2B5EF4-FFF2-40B4-BE49-F238E27FC236}">
                  <a16:creationId xmlns:a16="http://schemas.microsoft.com/office/drawing/2014/main" id="{21643C56-1D7F-9217-EBB4-DCF1B1A16B9E}"/>
                </a:ext>
              </a:extLst>
            </p:cNvPr>
            <p:cNvGrpSpPr/>
            <p:nvPr/>
          </p:nvGrpSpPr>
          <p:grpSpPr>
            <a:xfrm flipH="1">
              <a:off x="5818343" y="1158240"/>
              <a:ext cx="1216820" cy="739140"/>
              <a:chOff x="1543048" y="1158240"/>
              <a:chExt cx="1216820" cy="739140"/>
            </a:xfrm>
            <a:grpFill/>
          </p:grpSpPr>
          <p:sp>
            <p:nvSpPr>
              <p:cNvPr id="59" name="Téglalap: lekerekített 58">
                <a:extLst>
                  <a:ext uri="{FF2B5EF4-FFF2-40B4-BE49-F238E27FC236}">
                    <a16:creationId xmlns:a16="http://schemas.microsoft.com/office/drawing/2014/main" id="{4217E767-8BE7-3C45-18B6-028165FEEB86}"/>
                  </a:ext>
                </a:extLst>
              </p:cNvPr>
              <p:cNvSpPr/>
              <p:nvPr/>
            </p:nvSpPr>
            <p:spPr>
              <a:xfrm>
                <a:off x="1543048" y="1158240"/>
                <a:ext cx="821551" cy="739140"/>
              </a:xfrm>
              <a:prstGeom prst="roundRect">
                <a:avLst>
                  <a:gd name="adj" fmla="val 23883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60" name="Háromszög 59">
                <a:extLst>
                  <a:ext uri="{FF2B5EF4-FFF2-40B4-BE49-F238E27FC236}">
                    <a16:creationId xmlns:a16="http://schemas.microsoft.com/office/drawing/2014/main" id="{26C9CC28-0FB2-6E37-69CA-DACDFAFDF983}"/>
                  </a:ext>
                </a:extLst>
              </p:cNvPr>
              <p:cNvSpPr/>
              <p:nvPr/>
            </p:nvSpPr>
            <p:spPr>
              <a:xfrm>
                <a:off x="2364599" y="1158240"/>
                <a:ext cx="395269" cy="118110"/>
              </a:xfrm>
              <a:prstGeom prst="triangle">
                <a:avLst>
                  <a:gd name="adj" fmla="val 76364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61" name="Téglalap 60">
                <a:extLst>
                  <a:ext uri="{FF2B5EF4-FFF2-40B4-BE49-F238E27FC236}">
                    <a16:creationId xmlns:a16="http://schemas.microsoft.com/office/drawing/2014/main" id="{932F8613-1F5C-52AA-8A56-EC87D4FB032E}"/>
                  </a:ext>
                </a:extLst>
              </p:cNvPr>
              <p:cNvSpPr/>
              <p:nvPr/>
            </p:nvSpPr>
            <p:spPr>
              <a:xfrm>
                <a:off x="2185988" y="1158240"/>
                <a:ext cx="481011" cy="23448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</p:grpSp>
      <p:sp>
        <p:nvSpPr>
          <p:cNvPr id="1075" name="Téglalap 1074">
            <a:extLst>
              <a:ext uri="{FF2B5EF4-FFF2-40B4-BE49-F238E27FC236}">
                <a16:creationId xmlns:a16="http://schemas.microsoft.com/office/drawing/2014/main" id="{39497C47-90BC-532B-AAFB-2E06A94CCCFA}"/>
              </a:ext>
            </a:extLst>
          </p:cNvPr>
          <p:cNvSpPr/>
          <p:nvPr/>
        </p:nvSpPr>
        <p:spPr>
          <a:xfrm>
            <a:off x="16109983" y="1764447"/>
            <a:ext cx="7571770" cy="50680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endParaRPr lang="hu-HU" dirty="0"/>
          </a:p>
        </p:txBody>
      </p:sp>
      <p:grpSp>
        <p:nvGrpSpPr>
          <p:cNvPr id="34" name="Csoportba foglalás 33">
            <a:extLst>
              <a:ext uri="{FF2B5EF4-FFF2-40B4-BE49-F238E27FC236}">
                <a16:creationId xmlns:a16="http://schemas.microsoft.com/office/drawing/2014/main" id="{052EA4F7-BCCD-F9BD-33AA-866D965F0EE8}"/>
              </a:ext>
            </a:extLst>
          </p:cNvPr>
          <p:cNvGrpSpPr/>
          <p:nvPr/>
        </p:nvGrpSpPr>
        <p:grpSpPr>
          <a:xfrm>
            <a:off x="-82099" y="1679293"/>
            <a:ext cx="7924802" cy="5153180"/>
            <a:chOff x="1543048" y="1158240"/>
            <a:chExt cx="5495927" cy="3573780"/>
          </a:xfrm>
          <a:solidFill>
            <a:schemeClr val="bg1">
              <a:lumMod val="65000"/>
            </a:schemeClr>
          </a:solidFill>
        </p:grpSpPr>
        <p:sp>
          <p:nvSpPr>
            <p:cNvPr id="16" name="Téglalap 15">
              <a:extLst>
                <a:ext uri="{FF2B5EF4-FFF2-40B4-BE49-F238E27FC236}">
                  <a16:creationId xmlns:a16="http://schemas.microsoft.com/office/drawing/2014/main" id="{3CDB9D0F-1E33-6E17-E59D-D97891335116}"/>
                </a:ext>
              </a:extLst>
            </p:cNvPr>
            <p:cNvSpPr/>
            <p:nvPr/>
          </p:nvSpPr>
          <p:spPr>
            <a:xfrm>
              <a:off x="1543048" y="1275484"/>
              <a:ext cx="5495927" cy="3456536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grpSp>
          <p:nvGrpSpPr>
            <p:cNvPr id="25" name="Csoportba foglalás 24">
              <a:extLst>
                <a:ext uri="{FF2B5EF4-FFF2-40B4-BE49-F238E27FC236}">
                  <a16:creationId xmlns:a16="http://schemas.microsoft.com/office/drawing/2014/main" id="{34F5697F-D7B8-936D-ECFA-A1F664D4A5FE}"/>
                </a:ext>
              </a:extLst>
            </p:cNvPr>
            <p:cNvGrpSpPr/>
            <p:nvPr/>
          </p:nvGrpSpPr>
          <p:grpSpPr>
            <a:xfrm>
              <a:off x="1543048" y="1158240"/>
              <a:ext cx="1216820" cy="739140"/>
              <a:chOff x="1543048" y="1158240"/>
              <a:chExt cx="1216820" cy="739140"/>
            </a:xfrm>
            <a:grpFill/>
          </p:grpSpPr>
          <p:sp>
            <p:nvSpPr>
              <p:cNvPr id="17" name="Téglalap: lekerekített 16">
                <a:extLst>
                  <a:ext uri="{FF2B5EF4-FFF2-40B4-BE49-F238E27FC236}">
                    <a16:creationId xmlns:a16="http://schemas.microsoft.com/office/drawing/2014/main" id="{50A59BA2-9129-1285-E2CC-329E35A7025D}"/>
                  </a:ext>
                </a:extLst>
              </p:cNvPr>
              <p:cNvSpPr/>
              <p:nvPr/>
            </p:nvSpPr>
            <p:spPr>
              <a:xfrm>
                <a:off x="1543048" y="1158240"/>
                <a:ext cx="821551" cy="739140"/>
              </a:xfrm>
              <a:prstGeom prst="roundRect">
                <a:avLst>
                  <a:gd name="adj" fmla="val 23883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9" name="Háromszög 18">
                <a:extLst>
                  <a:ext uri="{FF2B5EF4-FFF2-40B4-BE49-F238E27FC236}">
                    <a16:creationId xmlns:a16="http://schemas.microsoft.com/office/drawing/2014/main" id="{AFE1AA5E-70FC-E041-0FF2-FF0D32CCD830}"/>
                  </a:ext>
                </a:extLst>
              </p:cNvPr>
              <p:cNvSpPr/>
              <p:nvPr/>
            </p:nvSpPr>
            <p:spPr>
              <a:xfrm>
                <a:off x="2364599" y="1158240"/>
                <a:ext cx="395269" cy="118110"/>
              </a:xfrm>
              <a:prstGeom prst="triangle">
                <a:avLst>
                  <a:gd name="adj" fmla="val 76364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20" name="Téglalap 19">
                <a:extLst>
                  <a:ext uri="{FF2B5EF4-FFF2-40B4-BE49-F238E27FC236}">
                    <a16:creationId xmlns:a16="http://schemas.microsoft.com/office/drawing/2014/main" id="{F92564CF-0D71-E9B5-F4F6-A646E1AA5087}"/>
                  </a:ext>
                </a:extLst>
              </p:cNvPr>
              <p:cNvSpPr/>
              <p:nvPr/>
            </p:nvSpPr>
            <p:spPr>
              <a:xfrm>
                <a:off x="2185988" y="1158240"/>
                <a:ext cx="481011" cy="23448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grpSp>
          <p:nvGrpSpPr>
            <p:cNvPr id="30" name="Csoportba foglalás 29">
              <a:extLst>
                <a:ext uri="{FF2B5EF4-FFF2-40B4-BE49-F238E27FC236}">
                  <a16:creationId xmlns:a16="http://schemas.microsoft.com/office/drawing/2014/main" id="{EDB3EFA7-AB51-A8AF-93AE-AB8F97042FBA}"/>
                </a:ext>
              </a:extLst>
            </p:cNvPr>
            <p:cNvGrpSpPr/>
            <p:nvPr/>
          </p:nvGrpSpPr>
          <p:grpSpPr>
            <a:xfrm flipH="1">
              <a:off x="5818343" y="1158240"/>
              <a:ext cx="1216820" cy="739140"/>
              <a:chOff x="1543048" y="1158240"/>
              <a:chExt cx="1216820" cy="739140"/>
            </a:xfrm>
            <a:grpFill/>
          </p:grpSpPr>
          <p:sp>
            <p:nvSpPr>
              <p:cNvPr id="31" name="Téglalap: lekerekített 30">
                <a:extLst>
                  <a:ext uri="{FF2B5EF4-FFF2-40B4-BE49-F238E27FC236}">
                    <a16:creationId xmlns:a16="http://schemas.microsoft.com/office/drawing/2014/main" id="{AF91AB43-36C4-49E3-43B0-8AD3C3669C35}"/>
                  </a:ext>
                </a:extLst>
              </p:cNvPr>
              <p:cNvSpPr/>
              <p:nvPr/>
            </p:nvSpPr>
            <p:spPr>
              <a:xfrm>
                <a:off x="1543048" y="1158240"/>
                <a:ext cx="821551" cy="739140"/>
              </a:xfrm>
              <a:prstGeom prst="roundRect">
                <a:avLst>
                  <a:gd name="adj" fmla="val 23883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2" name="Háromszög 31">
                <a:extLst>
                  <a:ext uri="{FF2B5EF4-FFF2-40B4-BE49-F238E27FC236}">
                    <a16:creationId xmlns:a16="http://schemas.microsoft.com/office/drawing/2014/main" id="{9ABA58CF-79CF-0C50-5EFE-45B4243C37BA}"/>
                  </a:ext>
                </a:extLst>
              </p:cNvPr>
              <p:cNvSpPr/>
              <p:nvPr/>
            </p:nvSpPr>
            <p:spPr>
              <a:xfrm>
                <a:off x="2364599" y="1158240"/>
                <a:ext cx="395269" cy="118110"/>
              </a:xfrm>
              <a:prstGeom prst="triangle">
                <a:avLst>
                  <a:gd name="adj" fmla="val 76364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" name="Téglalap 32">
                <a:extLst>
                  <a:ext uri="{FF2B5EF4-FFF2-40B4-BE49-F238E27FC236}">
                    <a16:creationId xmlns:a16="http://schemas.microsoft.com/office/drawing/2014/main" id="{83D9B9A1-88C6-65A8-3753-D7F4F6B1EEEF}"/>
                  </a:ext>
                </a:extLst>
              </p:cNvPr>
              <p:cNvSpPr/>
              <p:nvPr/>
            </p:nvSpPr>
            <p:spPr>
              <a:xfrm>
                <a:off x="2185988" y="1158240"/>
                <a:ext cx="481011" cy="23448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</p:grpSp>
      <p:sp>
        <p:nvSpPr>
          <p:cNvPr id="1076" name="Téglalap 1075">
            <a:extLst>
              <a:ext uri="{FF2B5EF4-FFF2-40B4-BE49-F238E27FC236}">
                <a16:creationId xmlns:a16="http://schemas.microsoft.com/office/drawing/2014/main" id="{DACA9609-EF3F-0A9D-ABDA-0B564918B398}"/>
              </a:ext>
            </a:extLst>
          </p:cNvPr>
          <p:cNvSpPr/>
          <p:nvPr/>
        </p:nvSpPr>
        <p:spPr>
          <a:xfrm>
            <a:off x="66503" y="1764447"/>
            <a:ext cx="7571770" cy="50680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endParaRPr lang="hu-HU" sz="2400" dirty="0">
              <a:solidFill>
                <a:schemeClr val="tx1"/>
              </a:solidFill>
              <a:latin typeface="Bodoni MT" panose="02070603080606020203" pitchFamily="18" charset="0"/>
            </a:endParaRPr>
          </a:p>
        </p:txBody>
      </p:sp>
      <p:pic>
        <p:nvPicPr>
          <p:cNvPr id="1044" name="Kép 1043">
            <a:extLst>
              <a:ext uri="{FF2B5EF4-FFF2-40B4-BE49-F238E27FC236}">
                <a16:creationId xmlns:a16="http://schemas.microsoft.com/office/drawing/2014/main" id="{5D8AE4FF-AFAC-B947-827B-E8811F0BF54B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50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artisticBlur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82550" y="1789974"/>
            <a:ext cx="7552866" cy="480060"/>
          </a:xfrm>
          <a:prstGeom prst="rect">
            <a:avLst/>
          </a:prstGeom>
          <a:effectLst/>
        </p:spPr>
      </p:pic>
      <p:grpSp>
        <p:nvGrpSpPr>
          <p:cNvPr id="45" name="Csoportba foglalás 44">
            <a:extLst>
              <a:ext uri="{FF2B5EF4-FFF2-40B4-BE49-F238E27FC236}">
                <a16:creationId xmlns:a16="http://schemas.microsoft.com/office/drawing/2014/main" id="{1FF7A525-F8BE-11F8-07CF-E784E5F6DE33}"/>
              </a:ext>
            </a:extLst>
          </p:cNvPr>
          <p:cNvGrpSpPr/>
          <p:nvPr/>
        </p:nvGrpSpPr>
        <p:grpSpPr>
          <a:xfrm>
            <a:off x="-87595" y="1822825"/>
            <a:ext cx="7924802" cy="5068026"/>
            <a:chOff x="1543048" y="1158240"/>
            <a:chExt cx="5495927" cy="3573780"/>
          </a:xfrm>
          <a:solidFill>
            <a:schemeClr val="bg2">
              <a:lumMod val="90000"/>
            </a:schemeClr>
          </a:solidFill>
        </p:grpSpPr>
        <p:sp>
          <p:nvSpPr>
            <p:cNvPr id="46" name="Téglalap 45">
              <a:extLst>
                <a:ext uri="{FF2B5EF4-FFF2-40B4-BE49-F238E27FC236}">
                  <a16:creationId xmlns:a16="http://schemas.microsoft.com/office/drawing/2014/main" id="{238524A1-EBCF-9DE9-C63A-90C3CAF9ACDF}"/>
                </a:ext>
              </a:extLst>
            </p:cNvPr>
            <p:cNvSpPr/>
            <p:nvPr/>
          </p:nvSpPr>
          <p:spPr>
            <a:xfrm>
              <a:off x="1543048" y="1275484"/>
              <a:ext cx="5495927" cy="3456536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grpSp>
          <p:nvGrpSpPr>
            <p:cNvPr id="47" name="Csoportba foglalás 46">
              <a:extLst>
                <a:ext uri="{FF2B5EF4-FFF2-40B4-BE49-F238E27FC236}">
                  <a16:creationId xmlns:a16="http://schemas.microsoft.com/office/drawing/2014/main" id="{1A92FA25-04A2-0008-6BCF-0BB8C30871EA}"/>
                </a:ext>
              </a:extLst>
            </p:cNvPr>
            <p:cNvGrpSpPr/>
            <p:nvPr/>
          </p:nvGrpSpPr>
          <p:grpSpPr>
            <a:xfrm>
              <a:off x="1543048" y="1158240"/>
              <a:ext cx="1216820" cy="739140"/>
              <a:chOff x="1543048" y="1158240"/>
              <a:chExt cx="1216820" cy="739140"/>
            </a:xfrm>
            <a:grpFill/>
          </p:grpSpPr>
          <p:sp>
            <p:nvSpPr>
              <p:cNvPr id="52" name="Téglalap: lekerekített 51">
                <a:extLst>
                  <a:ext uri="{FF2B5EF4-FFF2-40B4-BE49-F238E27FC236}">
                    <a16:creationId xmlns:a16="http://schemas.microsoft.com/office/drawing/2014/main" id="{6D972EBA-6FA8-4A76-2BFC-08A25522A1B0}"/>
                  </a:ext>
                </a:extLst>
              </p:cNvPr>
              <p:cNvSpPr/>
              <p:nvPr/>
            </p:nvSpPr>
            <p:spPr>
              <a:xfrm>
                <a:off x="1543048" y="1158240"/>
                <a:ext cx="821551" cy="739140"/>
              </a:xfrm>
              <a:prstGeom prst="roundRect">
                <a:avLst>
                  <a:gd name="adj" fmla="val 23883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53" name="Háromszög 52">
                <a:extLst>
                  <a:ext uri="{FF2B5EF4-FFF2-40B4-BE49-F238E27FC236}">
                    <a16:creationId xmlns:a16="http://schemas.microsoft.com/office/drawing/2014/main" id="{BCB57623-ED4A-1996-8027-B1529B547883}"/>
                  </a:ext>
                </a:extLst>
              </p:cNvPr>
              <p:cNvSpPr/>
              <p:nvPr/>
            </p:nvSpPr>
            <p:spPr>
              <a:xfrm>
                <a:off x="2364599" y="1158240"/>
                <a:ext cx="395269" cy="118110"/>
              </a:xfrm>
              <a:prstGeom prst="triangle">
                <a:avLst>
                  <a:gd name="adj" fmla="val 76364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54" name="Téglalap 53">
                <a:extLst>
                  <a:ext uri="{FF2B5EF4-FFF2-40B4-BE49-F238E27FC236}">
                    <a16:creationId xmlns:a16="http://schemas.microsoft.com/office/drawing/2014/main" id="{506CF2DA-BA5C-2560-C907-803E9278E09F}"/>
                  </a:ext>
                </a:extLst>
              </p:cNvPr>
              <p:cNvSpPr/>
              <p:nvPr/>
            </p:nvSpPr>
            <p:spPr>
              <a:xfrm>
                <a:off x="2185988" y="1158240"/>
                <a:ext cx="481011" cy="23448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grpSp>
          <p:nvGrpSpPr>
            <p:cNvPr id="48" name="Csoportba foglalás 47">
              <a:extLst>
                <a:ext uri="{FF2B5EF4-FFF2-40B4-BE49-F238E27FC236}">
                  <a16:creationId xmlns:a16="http://schemas.microsoft.com/office/drawing/2014/main" id="{47622F31-93AB-CE90-C430-C61C3D34E8C8}"/>
                </a:ext>
              </a:extLst>
            </p:cNvPr>
            <p:cNvGrpSpPr/>
            <p:nvPr/>
          </p:nvGrpSpPr>
          <p:grpSpPr>
            <a:xfrm flipH="1">
              <a:off x="5818343" y="1158240"/>
              <a:ext cx="1216820" cy="739140"/>
              <a:chOff x="1543048" y="1158240"/>
              <a:chExt cx="1216820" cy="739140"/>
            </a:xfrm>
            <a:grpFill/>
          </p:grpSpPr>
          <p:sp>
            <p:nvSpPr>
              <p:cNvPr id="49" name="Téglalap: lekerekített 48">
                <a:extLst>
                  <a:ext uri="{FF2B5EF4-FFF2-40B4-BE49-F238E27FC236}">
                    <a16:creationId xmlns:a16="http://schemas.microsoft.com/office/drawing/2014/main" id="{2590A0CB-C963-F80F-D91C-A840B408D53A}"/>
                  </a:ext>
                </a:extLst>
              </p:cNvPr>
              <p:cNvSpPr/>
              <p:nvPr/>
            </p:nvSpPr>
            <p:spPr>
              <a:xfrm>
                <a:off x="1543048" y="1158240"/>
                <a:ext cx="821551" cy="739140"/>
              </a:xfrm>
              <a:prstGeom prst="roundRect">
                <a:avLst>
                  <a:gd name="adj" fmla="val 23883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50" name="Háromszög 49">
                <a:extLst>
                  <a:ext uri="{FF2B5EF4-FFF2-40B4-BE49-F238E27FC236}">
                    <a16:creationId xmlns:a16="http://schemas.microsoft.com/office/drawing/2014/main" id="{EBF8DDCF-DE26-5240-5DCC-D4A9618753A3}"/>
                  </a:ext>
                </a:extLst>
              </p:cNvPr>
              <p:cNvSpPr/>
              <p:nvPr/>
            </p:nvSpPr>
            <p:spPr>
              <a:xfrm>
                <a:off x="2364599" y="1158240"/>
                <a:ext cx="395269" cy="118110"/>
              </a:xfrm>
              <a:prstGeom prst="triangle">
                <a:avLst>
                  <a:gd name="adj" fmla="val 76364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51" name="Téglalap 50">
                <a:extLst>
                  <a:ext uri="{FF2B5EF4-FFF2-40B4-BE49-F238E27FC236}">
                    <a16:creationId xmlns:a16="http://schemas.microsoft.com/office/drawing/2014/main" id="{5F030B07-D9DC-914F-11E2-F591774C31B3}"/>
                  </a:ext>
                </a:extLst>
              </p:cNvPr>
              <p:cNvSpPr/>
              <p:nvPr/>
            </p:nvSpPr>
            <p:spPr>
              <a:xfrm>
                <a:off x="2185988" y="1158240"/>
                <a:ext cx="481011" cy="23448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</p:grpSp>
      <p:pic>
        <p:nvPicPr>
          <p:cNvPr id="1045" name="Kép 1044">
            <a:extLst>
              <a:ext uri="{FF2B5EF4-FFF2-40B4-BE49-F238E27FC236}">
                <a16:creationId xmlns:a16="http://schemas.microsoft.com/office/drawing/2014/main" id="{56E214FC-35E3-3154-873E-7D1810E8242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artisticBlur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6119435" y="1789974"/>
            <a:ext cx="7552866" cy="480060"/>
          </a:xfrm>
          <a:prstGeom prst="rect">
            <a:avLst/>
          </a:prstGeom>
          <a:effectLst/>
        </p:spPr>
      </p:pic>
      <p:grpSp>
        <p:nvGrpSpPr>
          <p:cNvPr id="1025" name="Csoportba foglalás 1024">
            <a:extLst>
              <a:ext uri="{FF2B5EF4-FFF2-40B4-BE49-F238E27FC236}">
                <a16:creationId xmlns:a16="http://schemas.microsoft.com/office/drawing/2014/main" id="{8AE778C8-87D6-6560-9320-277A49EBEA45}"/>
              </a:ext>
            </a:extLst>
          </p:cNvPr>
          <p:cNvGrpSpPr/>
          <p:nvPr/>
        </p:nvGrpSpPr>
        <p:grpSpPr>
          <a:xfrm>
            <a:off x="15995197" y="1817423"/>
            <a:ext cx="7924802" cy="5068026"/>
            <a:chOff x="1543048" y="1158240"/>
            <a:chExt cx="5495927" cy="3573780"/>
          </a:xfrm>
          <a:solidFill>
            <a:schemeClr val="accent2">
              <a:lumMod val="40000"/>
              <a:lumOff val="60000"/>
            </a:schemeClr>
          </a:solidFill>
        </p:grpSpPr>
        <p:sp>
          <p:nvSpPr>
            <p:cNvPr id="1027" name="Téglalap 1026">
              <a:extLst>
                <a:ext uri="{FF2B5EF4-FFF2-40B4-BE49-F238E27FC236}">
                  <a16:creationId xmlns:a16="http://schemas.microsoft.com/office/drawing/2014/main" id="{09CB7877-85FB-504E-3F4E-D8B894ECBCC8}"/>
                </a:ext>
              </a:extLst>
            </p:cNvPr>
            <p:cNvSpPr/>
            <p:nvPr/>
          </p:nvSpPr>
          <p:spPr>
            <a:xfrm>
              <a:off x="1543048" y="1275484"/>
              <a:ext cx="5495927" cy="3456536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grpSp>
          <p:nvGrpSpPr>
            <p:cNvPr id="1028" name="Csoportba foglalás 1027">
              <a:extLst>
                <a:ext uri="{FF2B5EF4-FFF2-40B4-BE49-F238E27FC236}">
                  <a16:creationId xmlns:a16="http://schemas.microsoft.com/office/drawing/2014/main" id="{D7230D7A-6B26-E170-779E-ADB98D08EDB0}"/>
                </a:ext>
              </a:extLst>
            </p:cNvPr>
            <p:cNvGrpSpPr/>
            <p:nvPr/>
          </p:nvGrpSpPr>
          <p:grpSpPr>
            <a:xfrm>
              <a:off x="1543048" y="1158240"/>
              <a:ext cx="1216820" cy="739140"/>
              <a:chOff x="1543048" y="1158240"/>
              <a:chExt cx="1216820" cy="739140"/>
            </a:xfrm>
            <a:grpFill/>
          </p:grpSpPr>
          <p:sp>
            <p:nvSpPr>
              <p:cNvPr id="1033" name="Téglalap: lekerekített 1032">
                <a:extLst>
                  <a:ext uri="{FF2B5EF4-FFF2-40B4-BE49-F238E27FC236}">
                    <a16:creationId xmlns:a16="http://schemas.microsoft.com/office/drawing/2014/main" id="{B30AB936-2045-FE09-3BCC-4041F707BB10}"/>
                  </a:ext>
                </a:extLst>
              </p:cNvPr>
              <p:cNvSpPr/>
              <p:nvPr/>
            </p:nvSpPr>
            <p:spPr>
              <a:xfrm>
                <a:off x="1543048" y="1158240"/>
                <a:ext cx="821551" cy="739140"/>
              </a:xfrm>
              <a:prstGeom prst="roundRect">
                <a:avLst>
                  <a:gd name="adj" fmla="val 23883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34" name="Háromszög 1033">
                <a:extLst>
                  <a:ext uri="{FF2B5EF4-FFF2-40B4-BE49-F238E27FC236}">
                    <a16:creationId xmlns:a16="http://schemas.microsoft.com/office/drawing/2014/main" id="{805B4B3A-B3A3-B68C-2383-D03F9E67C5C2}"/>
                  </a:ext>
                </a:extLst>
              </p:cNvPr>
              <p:cNvSpPr/>
              <p:nvPr/>
            </p:nvSpPr>
            <p:spPr>
              <a:xfrm>
                <a:off x="2364599" y="1158240"/>
                <a:ext cx="395269" cy="118110"/>
              </a:xfrm>
              <a:prstGeom prst="triangle">
                <a:avLst>
                  <a:gd name="adj" fmla="val 76364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35" name="Téglalap 1034">
                <a:extLst>
                  <a:ext uri="{FF2B5EF4-FFF2-40B4-BE49-F238E27FC236}">
                    <a16:creationId xmlns:a16="http://schemas.microsoft.com/office/drawing/2014/main" id="{F47AA87B-BCA6-3D7E-FF33-4D0B20BBDA65}"/>
                  </a:ext>
                </a:extLst>
              </p:cNvPr>
              <p:cNvSpPr/>
              <p:nvPr/>
            </p:nvSpPr>
            <p:spPr>
              <a:xfrm>
                <a:off x="2185988" y="1158240"/>
                <a:ext cx="481011" cy="23448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grpSp>
          <p:nvGrpSpPr>
            <p:cNvPr id="1029" name="Csoportba foglalás 1028">
              <a:extLst>
                <a:ext uri="{FF2B5EF4-FFF2-40B4-BE49-F238E27FC236}">
                  <a16:creationId xmlns:a16="http://schemas.microsoft.com/office/drawing/2014/main" id="{D970C65F-8385-E3FB-9FF8-82F3867CEBFA}"/>
                </a:ext>
              </a:extLst>
            </p:cNvPr>
            <p:cNvGrpSpPr/>
            <p:nvPr/>
          </p:nvGrpSpPr>
          <p:grpSpPr>
            <a:xfrm flipH="1">
              <a:off x="5818343" y="1158240"/>
              <a:ext cx="1216820" cy="739140"/>
              <a:chOff x="1543048" y="1158240"/>
              <a:chExt cx="1216820" cy="739140"/>
            </a:xfrm>
            <a:grpFill/>
          </p:grpSpPr>
          <p:sp>
            <p:nvSpPr>
              <p:cNvPr id="1030" name="Téglalap: lekerekített 1029">
                <a:extLst>
                  <a:ext uri="{FF2B5EF4-FFF2-40B4-BE49-F238E27FC236}">
                    <a16:creationId xmlns:a16="http://schemas.microsoft.com/office/drawing/2014/main" id="{5D6FB8FC-263D-3154-1F0F-5389796D39BF}"/>
                  </a:ext>
                </a:extLst>
              </p:cNvPr>
              <p:cNvSpPr/>
              <p:nvPr/>
            </p:nvSpPr>
            <p:spPr>
              <a:xfrm>
                <a:off x="1543048" y="1158240"/>
                <a:ext cx="821551" cy="739140"/>
              </a:xfrm>
              <a:prstGeom prst="roundRect">
                <a:avLst>
                  <a:gd name="adj" fmla="val 23883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31" name="Háromszög 1030">
                <a:extLst>
                  <a:ext uri="{FF2B5EF4-FFF2-40B4-BE49-F238E27FC236}">
                    <a16:creationId xmlns:a16="http://schemas.microsoft.com/office/drawing/2014/main" id="{365C870E-2D87-2CF4-1ED4-6FDE0D968665}"/>
                  </a:ext>
                </a:extLst>
              </p:cNvPr>
              <p:cNvSpPr/>
              <p:nvPr/>
            </p:nvSpPr>
            <p:spPr>
              <a:xfrm>
                <a:off x="2364599" y="1158240"/>
                <a:ext cx="395269" cy="118110"/>
              </a:xfrm>
              <a:prstGeom prst="triangle">
                <a:avLst>
                  <a:gd name="adj" fmla="val 76364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32" name="Téglalap 1031">
                <a:extLst>
                  <a:ext uri="{FF2B5EF4-FFF2-40B4-BE49-F238E27FC236}">
                    <a16:creationId xmlns:a16="http://schemas.microsoft.com/office/drawing/2014/main" id="{3A16F1B3-FFE0-8C55-FF03-E975ED570599}"/>
                  </a:ext>
                </a:extLst>
              </p:cNvPr>
              <p:cNvSpPr/>
              <p:nvPr/>
            </p:nvSpPr>
            <p:spPr>
              <a:xfrm>
                <a:off x="2185988" y="1158240"/>
                <a:ext cx="481011" cy="23448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</p:grpSp>
      <p:sp>
        <p:nvSpPr>
          <p:cNvPr id="1050" name="Téglalap 1049">
            <a:extLst>
              <a:ext uri="{FF2B5EF4-FFF2-40B4-BE49-F238E27FC236}">
                <a16:creationId xmlns:a16="http://schemas.microsoft.com/office/drawing/2014/main" id="{2E679C29-CA5B-C314-D597-0934E8B3ECD5}"/>
              </a:ext>
            </a:extLst>
          </p:cNvPr>
          <p:cNvSpPr/>
          <p:nvPr/>
        </p:nvSpPr>
        <p:spPr>
          <a:xfrm>
            <a:off x="10010663" y="6072649"/>
            <a:ext cx="4324574" cy="1080226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1051" name="Téglalap: felső két sarkán levágva 1050">
            <a:extLst>
              <a:ext uri="{FF2B5EF4-FFF2-40B4-BE49-F238E27FC236}">
                <a16:creationId xmlns:a16="http://schemas.microsoft.com/office/drawing/2014/main" id="{F070315C-B40A-CA0F-DC69-CCFA50553BC1}"/>
              </a:ext>
            </a:extLst>
          </p:cNvPr>
          <p:cNvSpPr/>
          <p:nvPr/>
        </p:nvSpPr>
        <p:spPr>
          <a:xfrm rot="10800000">
            <a:off x="9840060" y="5758071"/>
            <a:ext cx="4608000" cy="314577"/>
          </a:xfrm>
          <a:prstGeom prst="snip2SameRect">
            <a:avLst>
              <a:gd name="adj1" fmla="val 27265"/>
              <a:gd name="adj2" fmla="val 0"/>
            </a:avLst>
          </a:prstGeom>
          <a:solidFill>
            <a:srgbClr val="D9D9D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pic>
        <p:nvPicPr>
          <p:cNvPr id="1047" name="Kép 1046">
            <a:extLst>
              <a:ext uri="{FF2B5EF4-FFF2-40B4-BE49-F238E27FC236}">
                <a16:creationId xmlns:a16="http://schemas.microsoft.com/office/drawing/2014/main" id="{1FE93B03-B229-9997-F6DB-5F519D59F1C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78081" y="2367538"/>
            <a:ext cx="3968441" cy="3968441"/>
          </a:xfrm>
          <a:prstGeom prst="rect">
            <a:avLst/>
          </a:prstGeom>
        </p:spPr>
      </p:pic>
      <p:pic>
        <p:nvPicPr>
          <p:cNvPr id="1049" name="Kép 1048">
            <a:extLst>
              <a:ext uri="{FF2B5EF4-FFF2-40B4-BE49-F238E27FC236}">
                <a16:creationId xmlns:a16="http://schemas.microsoft.com/office/drawing/2014/main" id="{CD24BDC0-02FB-0D94-58BF-853F36D1349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33701" y="2367539"/>
            <a:ext cx="3968441" cy="3968441"/>
          </a:xfrm>
          <a:prstGeom prst="rect">
            <a:avLst/>
          </a:prstGeom>
        </p:spPr>
      </p:pic>
      <p:pic>
        <p:nvPicPr>
          <p:cNvPr id="1074" name="Kép 1073">
            <a:extLst>
              <a:ext uri="{FF2B5EF4-FFF2-40B4-BE49-F238E27FC236}">
                <a16:creationId xmlns:a16="http://schemas.microsoft.com/office/drawing/2014/main" id="{9BFC1A5B-11D9-1F6C-E6AD-5A4275185874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80417" y="-5158151"/>
            <a:ext cx="8985673" cy="59904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52539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 advTm="200">
        <p159:morph option="byObject"/>
      </p:transition>
    </mc:Choice>
    <mc:Fallback xmlns="">
      <p:transition spd="slow" advClick="0" advTm="200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99BF0E-4EDF-D0E0-E23E-81339D5272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5" name="Csoportba foglalás 54">
            <a:extLst>
              <a:ext uri="{FF2B5EF4-FFF2-40B4-BE49-F238E27FC236}">
                <a16:creationId xmlns:a16="http://schemas.microsoft.com/office/drawing/2014/main" id="{9F9D650F-8DCC-D3F3-84EE-A4E5CE5C3EC9}"/>
              </a:ext>
            </a:extLst>
          </p:cNvPr>
          <p:cNvGrpSpPr/>
          <p:nvPr/>
        </p:nvGrpSpPr>
        <p:grpSpPr>
          <a:xfrm>
            <a:off x="15989479" y="1679293"/>
            <a:ext cx="7924802" cy="5153180"/>
            <a:chOff x="1543048" y="1158240"/>
            <a:chExt cx="5495927" cy="3573780"/>
          </a:xfrm>
          <a:solidFill>
            <a:schemeClr val="accent2">
              <a:lumMod val="60000"/>
              <a:lumOff val="40000"/>
            </a:schemeClr>
          </a:solidFill>
        </p:grpSpPr>
        <p:sp>
          <p:nvSpPr>
            <p:cNvPr id="56" name="Téglalap 55">
              <a:extLst>
                <a:ext uri="{FF2B5EF4-FFF2-40B4-BE49-F238E27FC236}">
                  <a16:creationId xmlns:a16="http://schemas.microsoft.com/office/drawing/2014/main" id="{E46D8726-1ED4-D440-12EF-9C725F89D49A}"/>
                </a:ext>
              </a:extLst>
            </p:cNvPr>
            <p:cNvSpPr/>
            <p:nvPr/>
          </p:nvSpPr>
          <p:spPr>
            <a:xfrm>
              <a:off x="1543048" y="1275484"/>
              <a:ext cx="5495927" cy="3456536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grpSp>
          <p:nvGrpSpPr>
            <p:cNvPr id="57" name="Csoportba foglalás 56">
              <a:extLst>
                <a:ext uri="{FF2B5EF4-FFF2-40B4-BE49-F238E27FC236}">
                  <a16:creationId xmlns:a16="http://schemas.microsoft.com/office/drawing/2014/main" id="{05712F9C-661C-8B15-2102-8CA9DBCC9D0D}"/>
                </a:ext>
              </a:extLst>
            </p:cNvPr>
            <p:cNvGrpSpPr/>
            <p:nvPr/>
          </p:nvGrpSpPr>
          <p:grpSpPr>
            <a:xfrm>
              <a:off x="1543048" y="1158240"/>
              <a:ext cx="1216820" cy="739140"/>
              <a:chOff x="1543048" y="1158240"/>
              <a:chExt cx="1216820" cy="739140"/>
            </a:xfrm>
            <a:grpFill/>
          </p:grpSpPr>
          <p:sp>
            <p:nvSpPr>
              <p:cNvPr id="62" name="Téglalap: lekerekített 61">
                <a:extLst>
                  <a:ext uri="{FF2B5EF4-FFF2-40B4-BE49-F238E27FC236}">
                    <a16:creationId xmlns:a16="http://schemas.microsoft.com/office/drawing/2014/main" id="{1B805BF2-5ED5-7DEF-0158-BA431D502B98}"/>
                  </a:ext>
                </a:extLst>
              </p:cNvPr>
              <p:cNvSpPr/>
              <p:nvPr/>
            </p:nvSpPr>
            <p:spPr>
              <a:xfrm>
                <a:off x="1543048" y="1158240"/>
                <a:ext cx="821551" cy="739140"/>
              </a:xfrm>
              <a:prstGeom prst="roundRect">
                <a:avLst>
                  <a:gd name="adj" fmla="val 23883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63" name="Háromszög 62">
                <a:extLst>
                  <a:ext uri="{FF2B5EF4-FFF2-40B4-BE49-F238E27FC236}">
                    <a16:creationId xmlns:a16="http://schemas.microsoft.com/office/drawing/2014/main" id="{D5A0B86F-9DDD-5283-C52C-0E5A63347F77}"/>
                  </a:ext>
                </a:extLst>
              </p:cNvPr>
              <p:cNvSpPr/>
              <p:nvPr/>
            </p:nvSpPr>
            <p:spPr>
              <a:xfrm>
                <a:off x="2364599" y="1158240"/>
                <a:ext cx="395269" cy="118110"/>
              </a:xfrm>
              <a:prstGeom prst="triangle">
                <a:avLst>
                  <a:gd name="adj" fmla="val 76364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24" name="Téglalap 1023">
                <a:extLst>
                  <a:ext uri="{FF2B5EF4-FFF2-40B4-BE49-F238E27FC236}">
                    <a16:creationId xmlns:a16="http://schemas.microsoft.com/office/drawing/2014/main" id="{08273580-168D-6D0D-DDB4-4CF60F221434}"/>
                  </a:ext>
                </a:extLst>
              </p:cNvPr>
              <p:cNvSpPr/>
              <p:nvPr/>
            </p:nvSpPr>
            <p:spPr>
              <a:xfrm>
                <a:off x="2185988" y="1158240"/>
                <a:ext cx="481011" cy="23448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grpSp>
          <p:nvGrpSpPr>
            <p:cNvPr id="58" name="Csoportba foglalás 57">
              <a:extLst>
                <a:ext uri="{FF2B5EF4-FFF2-40B4-BE49-F238E27FC236}">
                  <a16:creationId xmlns:a16="http://schemas.microsoft.com/office/drawing/2014/main" id="{C6C48036-BC81-DAC4-A35F-7C5E9138FC1D}"/>
                </a:ext>
              </a:extLst>
            </p:cNvPr>
            <p:cNvGrpSpPr/>
            <p:nvPr/>
          </p:nvGrpSpPr>
          <p:grpSpPr>
            <a:xfrm flipH="1">
              <a:off x="5818343" y="1158240"/>
              <a:ext cx="1216820" cy="739140"/>
              <a:chOff x="1543048" y="1158240"/>
              <a:chExt cx="1216820" cy="739140"/>
            </a:xfrm>
            <a:grpFill/>
          </p:grpSpPr>
          <p:sp>
            <p:nvSpPr>
              <p:cNvPr id="59" name="Téglalap: lekerekített 58">
                <a:extLst>
                  <a:ext uri="{FF2B5EF4-FFF2-40B4-BE49-F238E27FC236}">
                    <a16:creationId xmlns:a16="http://schemas.microsoft.com/office/drawing/2014/main" id="{787CA6EA-1B4F-1F48-BB1F-DB68A7AD39B9}"/>
                  </a:ext>
                </a:extLst>
              </p:cNvPr>
              <p:cNvSpPr/>
              <p:nvPr/>
            </p:nvSpPr>
            <p:spPr>
              <a:xfrm>
                <a:off x="1543048" y="1158240"/>
                <a:ext cx="821551" cy="739140"/>
              </a:xfrm>
              <a:prstGeom prst="roundRect">
                <a:avLst>
                  <a:gd name="adj" fmla="val 23883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60" name="Háromszög 59">
                <a:extLst>
                  <a:ext uri="{FF2B5EF4-FFF2-40B4-BE49-F238E27FC236}">
                    <a16:creationId xmlns:a16="http://schemas.microsoft.com/office/drawing/2014/main" id="{81CBE041-1A24-9A9A-B8DE-2221347083A6}"/>
                  </a:ext>
                </a:extLst>
              </p:cNvPr>
              <p:cNvSpPr/>
              <p:nvPr/>
            </p:nvSpPr>
            <p:spPr>
              <a:xfrm>
                <a:off x="2364599" y="1158240"/>
                <a:ext cx="395269" cy="118110"/>
              </a:xfrm>
              <a:prstGeom prst="triangle">
                <a:avLst>
                  <a:gd name="adj" fmla="val 76364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61" name="Téglalap 60">
                <a:extLst>
                  <a:ext uri="{FF2B5EF4-FFF2-40B4-BE49-F238E27FC236}">
                    <a16:creationId xmlns:a16="http://schemas.microsoft.com/office/drawing/2014/main" id="{1EA8CB8C-B047-F242-1016-BF45EBBA14A7}"/>
                  </a:ext>
                </a:extLst>
              </p:cNvPr>
              <p:cNvSpPr/>
              <p:nvPr/>
            </p:nvSpPr>
            <p:spPr>
              <a:xfrm>
                <a:off x="2185988" y="1158240"/>
                <a:ext cx="481011" cy="23448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</p:grpSp>
      <p:sp>
        <p:nvSpPr>
          <p:cNvPr id="1075" name="Téglalap 1074">
            <a:extLst>
              <a:ext uri="{FF2B5EF4-FFF2-40B4-BE49-F238E27FC236}">
                <a16:creationId xmlns:a16="http://schemas.microsoft.com/office/drawing/2014/main" id="{D3FBA86C-5CC9-4695-9EEF-D35B962BC801}"/>
              </a:ext>
            </a:extLst>
          </p:cNvPr>
          <p:cNvSpPr/>
          <p:nvPr/>
        </p:nvSpPr>
        <p:spPr>
          <a:xfrm>
            <a:off x="16109983" y="1764447"/>
            <a:ext cx="7571770" cy="50680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endParaRPr lang="hu-HU" dirty="0"/>
          </a:p>
        </p:txBody>
      </p:sp>
      <p:grpSp>
        <p:nvGrpSpPr>
          <p:cNvPr id="34" name="Csoportba foglalás 33">
            <a:extLst>
              <a:ext uri="{FF2B5EF4-FFF2-40B4-BE49-F238E27FC236}">
                <a16:creationId xmlns:a16="http://schemas.microsoft.com/office/drawing/2014/main" id="{58191483-32D0-711F-BB95-4EA6CDE899C2}"/>
              </a:ext>
            </a:extLst>
          </p:cNvPr>
          <p:cNvGrpSpPr/>
          <p:nvPr/>
        </p:nvGrpSpPr>
        <p:grpSpPr>
          <a:xfrm>
            <a:off x="-82099" y="1679293"/>
            <a:ext cx="7924802" cy="5153180"/>
            <a:chOff x="1543048" y="1158240"/>
            <a:chExt cx="5495927" cy="3573780"/>
          </a:xfrm>
          <a:solidFill>
            <a:schemeClr val="bg1">
              <a:lumMod val="65000"/>
            </a:schemeClr>
          </a:solidFill>
        </p:grpSpPr>
        <p:sp>
          <p:nvSpPr>
            <p:cNvPr id="16" name="Téglalap 15">
              <a:extLst>
                <a:ext uri="{FF2B5EF4-FFF2-40B4-BE49-F238E27FC236}">
                  <a16:creationId xmlns:a16="http://schemas.microsoft.com/office/drawing/2014/main" id="{F321B9CF-90DE-D0CD-7800-A5EA25017D2E}"/>
                </a:ext>
              </a:extLst>
            </p:cNvPr>
            <p:cNvSpPr/>
            <p:nvPr/>
          </p:nvSpPr>
          <p:spPr>
            <a:xfrm>
              <a:off x="1543048" y="1275484"/>
              <a:ext cx="5495927" cy="3456536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grpSp>
          <p:nvGrpSpPr>
            <p:cNvPr id="25" name="Csoportba foglalás 24">
              <a:extLst>
                <a:ext uri="{FF2B5EF4-FFF2-40B4-BE49-F238E27FC236}">
                  <a16:creationId xmlns:a16="http://schemas.microsoft.com/office/drawing/2014/main" id="{C3EB2CCD-31E3-BB95-3C18-147AF2915E7A}"/>
                </a:ext>
              </a:extLst>
            </p:cNvPr>
            <p:cNvGrpSpPr/>
            <p:nvPr/>
          </p:nvGrpSpPr>
          <p:grpSpPr>
            <a:xfrm>
              <a:off x="1543048" y="1158240"/>
              <a:ext cx="1216820" cy="739140"/>
              <a:chOff x="1543048" y="1158240"/>
              <a:chExt cx="1216820" cy="739140"/>
            </a:xfrm>
            <a:grpFill/>
          </p:grpSpPr>
          <p:sp>
            <p:nvSpPr>
              <p:cNvPr id="17" name="Téglalap: lekerekített 16">
                <a:extLst>
                  <a:ext uri="{FF2B5EF4-FFF2-40B4-BE49-F238E27FC236}">
                    <a16:creationId xmlns:a16="http://schemas.microsoft.com/office/drawing/2014/main" id="{A2687DDA-8467-D66E-BD75-D12A4BA01671}"/>
                  </a:ext>
                </a:extLst>
              </p:cNvPr>
              <p:cNvSpPr/>
              <p:nvPr/>
            </p:nvSpPr>
            <p:spPr>
              <a:xfrm>
                <a:off x="1543048" y="1158240"/>
                <a:ext cx="821551" cy="739140"/>
              </a:xfrm>
              <a:prstGeom prst="roundRect">
                <a:avLst>
                  <a:gd name="adj" fmla="val 23883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9" name="Háromszög 18">
                <a:extLst>
                  <a:ext uri="{FF2B5EF4-FFF2-40B4-BE49-F238E27FC236}">
                    <a16:creationId xmlns:a16="http://schemas.microsoft.com/office/drawing/2014/main" id="{A2DE079B-0410-AC9E-AFE1-978ACC730B23}"/>
                  </a:ext>
                </a:extLst>
              </p:cNvPr>
              <p:cNvSpPr/>
              <p:nvPr/>
            </p:nvSpPr>
            <p:spPr>
              <a:xfrm>
                <a:off x="2364599" y="1158240"/>
                <a:ext cx="395269" cy="118110"/>
              </a:xfrm>
              <a:prstGeom prst="triangle">
                <a:avLst>
                  <a:gd name="adj" fmla="val 76364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20" name="Téglalap 19">
                <a:extLst>
                  <a:ext uri="{FF2B5EF4-FFF2-40B4-BE49-F238E27FC236}">
                    <a16:creationId xmlns:a16="http://schemas.microsoft.com/office/drawing/2014/main" id="{B8575DCF-C2FB-BBD7-A574-7A36059A233B}"/>
                  </a:ext>
                </a:extLst>
              </p:cNvPr>
              <p:cNvSpPr/>
              <p:nvPr/>
            </p:nvSpPr>
            <p:spPr>
              <a:xfrm>
                <a:off x="2185988" y="1158240"/>
                <a:ext cx="481011" cy="23448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grpSp>
          <p:nvGrpSpPr>
            <p:cNvPr id="30" name="Csoportba foglalás 29">
              <a:extLst>
                <a:ext uri="{FF2B5EF4-FFF2-40B4-BE49-F238E27FC236}">
                  <a16:creationId xmlns:a16="http://schemas.microsoft.com/office/drawing/2014/main" id="{8B4D0A1F-31BC-7CC1-45E4-8B5374DD2FDB}"/>
                </a:ext>
              </a:extLst>
            </p:cNvPr>
            <p:cNvGrpSpPr/>
            <p:nvPr/>
          </p:nvGrpSpPr>
          <p:grpSpPr>
            <a:xfrm flipH="1">
              <a:off x="5818343" y="1158240"/>
              <a:ext cx="1216820" cy="739140"/>
              <a:chOff x="1543048" y="1158240"/>
              <a:chExt cx="1216820" cy="739140"/>
            </a:xfrm>
            <a:grpFill/>
          </p:grpSpPr>
          <p:sp>
            <p:nvSpPr>
              <p:cNvPr id="31" name="Téglalap: lekerekített 30">
                <a:extLst>
                  <a:ext uri="{FF2B5EF4-FFF2-40B4-BE49-F238E27FC236}">
                    <a16:creationId xmlns:a16="http://schemas.microsoft.com/office/drawing/2014/main" id="{FDD397A6-A60F-7A8F-893B-24F129FE38F8}"/>
                  </a:ext>
                </a:extLst>
              </p:cNvPr>
              <p:cNvSpPr/>
              <p:nvPr/>
            </p:nvSpPr>
            <p:spPr>
              <a:xfrm>
                <a:off x="1543048" y="1158240"/>
                <a:ext cx="821551" cy="739140"/>
              </a:xfrm>
              <a:prstGeom prst="roundRect">
                <a:avLst>
                  <a:gd name="adj" fmla="val 23883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2" name="Háromszög 31">
                <a:extLst>
                  <a:ext uri="{FF2B5EF4-FFF2-40B4-BE49-F238E27FC236}">
                    <a16:creationId xmlns:a16="http://schemas.microsoft.com/office/drawing/2014/main" id="{18D1573E-8527-4415-6744-CA3CB1ADF5D0}"/>
                  </a:ext>
                </a:extLst>
              </p:cNvPr>
              <p:cNvSpPr/>
              <p:nvPr/>
            </p:nvSpPr>
            <p:spPr>
              <a:xfrm>
                <a:off x="2364599" y="1158240"/>
                <a:ext cx="395269" cy="118110"/>
              </a:xfrm>
              <a:prstGeom prst="triangle">
                <a:avLst>
                  <a:gd name="adj" fmla="val 76364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" name="Téglalap 32">
                <a:extLst>
                  <a:ext uri="{FF2B5EF4-FFF2-40B4-BE49-F238E27FC236}">
                    <a16:creationId xmlns:a16="http://schemas.microsoft.com/office/drawing/2014/main" id="{FCBC3A6A-14B4-8B1F-69FE-BF523F3D3AF3}"/>
                  </a:ext>
                </a:extLst>
              </p:cNvPr>
              <p:cNvSpPr/>
              <p:nvPr/>
            </p:nvSpPr>
            <p:spPr>
              <a:xfrm>
                <a:off x="2185988" y="1158240"/>
                <a:ext cx="481011" cy="23448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</p:grpSp>
      <p:sp>
        <p:nvSpPr>
          <p:cNvPr id="1076" name="Téglalap 1075">
            <a:extLst>
              <a:ext uri="{FF2B5EF4-FFF2-40B4-BE49-F238E27FC236}">
                <a16:creationId xmlns:a16="http://schemas.microsoft.com/office/drawing/2014/main" id="{D329439F-E667-20AE-AA5D-A8B41B90A123}"/>
              </a:ext>
            </a:extLst>
          </p:cNvPr>
          <p:cNvSpPr/>
          <p:nvPr/>
        </p:nvSpPr>
        <p:spPr>
          <a:xfrm>
            <a:off x="66503" y="1764447"/>
            <a:ext cx="7571770" cy="50680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hu-HU" sz="2400" b="1" dirty="0">
                <a:solidFill>
                  <a:schemeClr val="tx1"/>
                </a:solidFill>
                <a:latin typeface="Bodoni MT" panose="02070603080606020203" pitchFamily="18" charset="0"/>
              </a:rPr>
              <a:t>Dávid teendői:</a:t>
            </a:r>
            <a:endParaRPr lang="hu-HU" sz="2400" dirty="0">
              <a:solidFill>
                <a:schemeClr val="tx1"/>
              </a:solidFill>
              <a:latin typeface="Bodoni MT" panose="02070603080606020203" pitchFamily="18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2400" dirty="0">
                <a:solidFill>
                  <a:schemeClr val="tx1"/>
                </a:solidFill>
                <a:latin typeface="Bodoni MT" panose="02070603080606020203" pitchFamily="18" charset="0"/>
              </a:rPr>
              <a:t>A frontend teljes mértékű megépítése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2400" dirty="0">
                <a:solidFill>
                  <a:schemeClr val="tx1"/>
                </a:solidFill>
                <a:latin typeface="Bodoni MT" panose="02070603080606020203" pitchFamily="18" charset="0"/>
              </a:rPr>
              <a:t>Asztali alkalmazás készítése az MVVM mintának megfelelően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2400" dirty="0">
                <a:solidFill>
                  <a:schemeClr val="tx1"/>
                </a:solidFill>
                <a:latin typeface="Bodoni MT" panose="02070603080606020203" pitchFamily="18" charset="0"/>
              </a:rPr>
              <a:t>Besegítés a backend fejlesztésébe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2400" dirty="0">
                <a:solidFill>
                  <a:schemeClr val="tx1"/>
                </a:solidFill>
                <a:latin typeface="Bodoni MT" panose="02070603080606020203" pitchFamily="18" charset="0"/>
              </a:rPr>
              <a:t>Az adatbázis megtervezése</a:t>
            </a:r>
          </a:p>
        </p:txBody>
      </p:sp>
      <p:pic>
        <p:nvPicPr>
          <p:cNvPr id="1044" name="Kép 1043">
            <a:extLst>
              <a:ext uri="{FF2B5EF4-FFF2-40B4-BE49-F238E27FC236}">
                <a16:creationId xmlns:a16="http://schemas.microsoft.com/office/drawing/2014/main" id="{16E0DF88-4568-4517-A6F6-230B2D032CC5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artisticBlur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82550" y="1789974"/>
            <a:ext cx="7552866" cy="480060"/>
          </a:xfrm>
          <a:prstGeom prst="rect">
            <a:avLst/>
          </a:prstGeom>
          <a:effectLst/>
        </p:spPr>
      </p:pic>
      <p:grpSp>
        <p:nvGrpSpPr>
          <p:cNvPr id="45" name="Csoportba foglalás 44">
            <a:extLst>
              <a:ext uri="{FF2B5EF4-FFF2-40B4-BE49-F238E27FC236}">
                <a16:creationId xmlns:a16="http://schemas.microsoft.com/office/drawing/2014/main" id="{C9DC95C2-2662-C8E1-EDC8-4637532C84C4}"/>
              </a:ext>
            </a:extLst>
          </p:cNvPr>
          <p:cNvGrpSpPr/>
          <p:nvPr/>
        </p:nvGrpSpPr>
        <p:grpSpPr>
          <a:xfrm>
            <a:off x="-87595" y="5416324"/>
            <a:ext cx="7924802" cy="1614829"/>
            <a:chOff x="1543048" y="1158240"/>
            <a:chExt cx="5495927" cy="3573780"/>
          </a:xfrm>
          <a:solidFill>
            <a:schemeClr val="bg2">
              <a:lumMod val="90000"/>
            </a:schemeClr>
          </a:solidFill>
        </p:grpSpPr>
        <p:sp>
          <p:nvSpPr>
            <p:cNvPr id="46" name="Téglalap 45">
              <a:extLst>
                <a:ext uri="{FF2B5EF4-FFF2-40B4-BE49-F238E27FC236}">
                  <a16:creationId xmlns:a16="http://schemas.microsoft.com/office/drawing/2014/main" id="{3C23088E-CBFE-514B-484A-95711A3BA768}"/>
                </a:ext>
              </a:extLst>
            </p:cNvPr>
            <p:cNvSpPr/>
            <p:nvPr/>
          </p:nvSpPr>
          <p:spPr>
            <a:xfrm>
              <a:off x="1543048" y="1275484"/>
              <a:ext cx="5495927" cy="3456536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grpSp>
          <p:nvGrpSpPr>
            <p:cNvPr id="47" name="Csoportba foglalás 46">
              <a:extLst>
                <a:ext uri="{FF2B5EF4-FFF2-40B4-BE49-F238E27FC236}">
                  <a16:creationId xmlns:a16="http://schemas.microsoft.com/office/drawing/2014/main" id="{12000735-14FE-42D1-0A0C-FF04981A8097}"/>
                </a:ext>
              </a:extLst>
            </p:cNvPr>
            <p:cNvGrpSpPr/>
            <p:nvPr/>
          </p:nvGrpSpPr>
          <p:grpSpPr>
            <a:xfrm>
              <a:off x="1543048" y="1158240"/>
              <a:ext cx="1216820" cy="739140"/>
              <a:chOff x="1543048" y="1158240"/>
              <a:chExt cx="1216820" cy="739140"/>
            </a:xfrm>
            <a:grpFill/>
          </p:grpSpPr>
          <p:sp>
            <p:nvSpPr>
              <p:cNvPr id="52" name="Téglalap: lekerekített 51">
                <a:extLst>
                  <a:ext uri="{FF2B5EF4-FFF2-40B4-BE49-F238E27FC236}">
                    <a16:creationId xmlns:a16="http://schemas.microsoft.com/office/drawing/2014/main" id="{DE1042FF-72A4-6F4C-FE11-E9B923175A68}"/>
                  </a:ext>
                </a:extLst>
              </p:cNvPr>
              <p:cNvSpPr/>
              <p:nvPr/>
            </p:nvSpPr>
            <p:spPr>
              <a:xfrm>
                <a:off x="1543048" y="1158240"/>
                <a:ext cx="821551" cy="739140"/>
              </a:xfrm>
              <a:prstGeom prst="roundRect">
                <a:avLst>
                  <a:gd name="adj" fmla="val 23883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53" name="Háromszög 52">
                <a:extLst>
                  <a:ext uri="{FF2B5EF4-FFF2-40B4-BE49-F238E27FC236}">
                    <a16:creationId xmlns:a16="http://schemas.microsoft.com/office/drawing/2014/main" id="{D70A8DC6-CA0C-F8DE-5DCE-12897964BF9E}"/>
                  </a:ext>
                </a:extLst>
              </p:cNvPr>
              <p:cNvSpPr/>
              <p:nvPr/>
            </p:nvSpPr>
            <p:spPr>
              <a:xfrm>
                <a:off x="2364599" y="1158240"/>
                <a:ext cx="395269" cy="118110"/>
              </a:xfrm>
              <a:prstGeom prst="triangle">
                <a:avLst>
                  <a:gd name="adj" fmla="val 76364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54" name="Téglalap 53">
                <a:extLst>
                  <a:ext uri="{FF2B5EF4-FFF2-40B4-BE49-F238E27FC236}">
                    <a16:creationId xmlns:a16="http://schemas.microsoft.com/office/drawing/2014/main" id="{901BE2CA-98CA-0CEE-754B-252682035968}"/>
                  </a:ext>
                </a:extLst>
              </p:cNvPr>
              <p:cNvSpPr/>
              <p:nvPr/>
            </p:nvSpPr>
            <p:spPr>
              <a:xfrm>
                <a:off x="2185988" y="1158240"/>
                <a:ext cx="481011" cy="23448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grpSp>
          <p:nvGrpSpPr>
            <p:cNvPr id="48" name="Csoportba foglalás 47">
              <a:extLst>
                <a:ext uri="{FF2B5EF4-FFF2-40B4-BE49-F238E27FC236}">
                  <a16:creationId xmlns:a16="http://schemas.microsoft.com/office/drawing/2014/main" id="{8E694B4E-DB3B-4BF9-6785-3539F408D3D0}"/>
                </a:ext>
              </a:extLst>
            </p:cNvPr>
            <p:cNvGrpSpPr/>
            <p:nvPr/>
          </p:nvGrpSpPr>
          <p:grpSpPr>
            <a:xfrm flipH="1">
              <a:off x="5818343" y="1158240"/>
              <a:ext cx="1216820" cy="739140"/>
              <a:chOff x="1543048" y="1158240"/>
              <a:chExt cx="1216820" cy="739140"/>
            </a:xfrm>
            <a:grpFill/>
          </p:grpSpPr>
          <p:sp>
            <p:nvSpPr>
              <p:cNvPr id="49" name="Téglalap: lekerekített 48">
                <a:extLst>
                  <a:ext uri="{FF2B5EF4-FFF2-40B4-BE49-F238E27FC236}">
                    <a16:creationId xmlns:a16="http://schemas.microsoft.com/office/drawing/2014/main" id="{101C5D84-60D4-09C3-B116-A2E1442453A5}"/>
                  </a:ext>
                </a:extLst>
              </p:cNvPr>
              <p:cNvSpPr/>
              <p:nvPr/>
            </p:nvSpPr>
            <p:spPr>
              <a:xfrm>
                <a:off x="1543048" y="1158240"/>
                <a:ext cx="821551" cy="739140"/>
              </a:xfrm>
              <a:prstGeom prst="roundRect">
                <a:avLst>
                  <a:gd name="adj" fmla="val 23883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50" name="Háromszög 49">
                <a:extLst>
                  <a:ext uri="{FF2B5EF4-FFF2-40B4-BE49-F238E27FC236}">
                    <a16:creationId xmlns:a16="http://schemas.microsoft.com/office/drawing/2014/main" id="{6021426A-B23B-CE90-378F-8990652E1EE1}"/>
                  </a:ext>
                </a:extLst>
              </p:cNvPr>
              <p:cNvSpPr/>
              <p:nvPr/>
            </p:nvSpPr>
            <p:spPr>
              <a:xfrm>
                <a:off x="2364599" y="1158240"/>
                <a:ext cx="395269" cy="118110"/>
              </a:xfrm>
              <a:prstGeom prst="triangle">
                <a:avLst>
                  <a:gd name="adj" fmla="val 76364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51" name="Téglalap 50">
                <a:extLst>
                  <a:ext uri="{FF2B5EF4-FFF2-40B4-BE49-F238E27FC236}">
                    <a16:creationId xmlns:a16="http://schemas.microsoft.com/office/drawing/2014/main" id="{29235661-F862-5691-F86E-043227AFFB85}"/>
                  </a:ext>
                </a:extLst>
              </p:cNvPr>
              <p:cNvSpPr/>
              <p:nvPr/>
            </p:nvSpPr>
            <p:spPr>
              <a:xfrm>
                <a:off x="2185988" y="1158240"/>
                <a:ext cx="481011" cy="23448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</p:grpSp>
      <p:pic>
        <p:nvPicPr>
          <p:cNvPr id="1045" name="Kép 1044">
            <a:extLst>
              <a:ext uri="{FF2B5EF4-FFF2-40B4-BE49-F238E27FC236}">
                <a16:creationId xmlns:a16="http://schemas.microsoft.com/office/drawing/2014/main" id="{1B374E1E-F0B4-301A-0BBC-E7187CC389D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artisticBlur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6119435" y="1789974"/>
            <a:ext cx="7552866" cy="480060"/>
          </a:xfrm>
          <a:prstGeom prst="rect">
            <a:avLst/>
          </a:prstGeom>
          <a:effectLst/>
        </p:spPr>
      </p:pic>
      <p:grpSp>
        <p:nvGrpSpPr>
          <p:cNvPr id="1025" name="Csoportba foglalás 1024">
            <a:extLst>
              <a:ext uri="{FF2B5EF4-FFF2-40B4-BE49-F238E27FC236}">
                <a16:creationId xmlns:a16="http://schemas.microsoft.com/office/drawing/2014/main" id="{C21F9583-DE98-D750-5149-D605F7833FBE}"/>
              </a:ext>
            </a:extLst>
          </p:cNvPr>
          <p:cNvGrpSpPr/>
          <p:nvPr/>
        </p:nvGrpSpPr>
        <p:grpSpPr>
          <a:xfrm>
            <a:off x="15995197" y="1817423"/>
            <a:ext cx="7924802" cy="5068026"/>
            <a:chOff x="1543048" y="1158240"/>
            <a:chExt cx="5495927" cy="3573780"/>
          </a:xfrm>
          <a:solidFill>
            <a:schemeClr val="accent2">
              <a:lumMod val="40000"/>
              <a:lumOff val="60000"/>
            </a:schemeClr>
          </a:solidFill>
        </p:grpSpPr>
        <p:sp>
          <p:nvSpPr>
            <p:cNvPr id="1027" name="Téglalap 1026">
              <a:extLst>
                <a:ext uri="{FF2B5EF4-FFF2-40B4-BE49-F238E27FC236}">
                  <a16:creationId xmlns:a16="http://schemas.microsoft.com/office/drawing/2014/main" id="{6F17ACD1-4701-8238-4B59-1B4A21701E59}"/>
                </a:ext>
              </a:extLst>
            </p:cNvPr>
            <p:cNvSpPr/>
            <p:nvPr/>
          </p:nvSpPr>
          <p:spPr>
            <a:xfrm>
              <a:off x="1543048" y="1275484"/>
              <a:ext cx="5495927" cy="3456536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grpSp>
          <p:nvGrpSpPr>
            <p:cNvPr id="1028" name="Csoportba foglalás 1027">
              <a:extLst>
                <a:ext uri="{FF2B5EF4-FFF2-40B4-BE49-F238E27FC236}">
                  <a16:creationId xmlns:a16="http://schemas.microsoft.com/office/drawing/2014/main" id="{401B53E0-226F-C546-A0F2-A2675B6FD932}"/>
                </a:ext>
              </a:extLst>
            </p:cNvPr>
            <p:cNvGrpSpPr/>
            <p:nvPr/>
          </p:nvGrpSpPr>
          <p:grpSpPr>
            <a:xfrm>
              <a:off x="1543048" y="1158240"/>
              <a:ext cx="1216820" cy="739140"/>
              <a:chOff x="1543048" y="1158240"/>
              <a:chExt cx="1216820" cy="739140"/>
            </a:xfrm>
            <a:grpFill/>
          </p:grpSpPr>
          <p:sp>
            <p:nvSpPr>
              <p:cNvPr id="1033" name="Téglalap: lekerekített 1032">
                <a:extLst>
                  <a:ext uri="{FF2B5EF4-FFF2-40B4-BE49-F238E27FC236}">
                    <a16:creationId xmlns:a16="http://schemas.microsoft.com/office/drawing/2014/main" id="{C85C2CD7-FD5C-E230-E681-A26C32318CAD}"/>
                  </a:ext>
                </a:extLst>
              </p:cNvPr>
              <p:cNvSpPr/>
              <p:nvPr/>
            </p:nvSpPr>
            <p:spPr>
              <a:xfrm>
                <a:off x="1543048" y="1158240"/>
                <a:ext cx="821551" cy="739140"/>
              </a:xfrm>
              <a:prstGeom prst="roundRect">
                <a:avLst>
                  <a:gd name="adj" fmla="val 23883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34" name="Háromszög 1033">
                <a:extLst>
                  <a:ext uri="{FF2B5EF4-FFF2-40B4-BE49-F238E27FC236}">
                    <a16:creationId xmlns:a16="http://schemas.microsoft.com/office/drawing/2014/main" id="{DD6BB3FD-540C-6C94-F2E9-77CC40513DC0}"/>
                  </a:ext>
                </a:extLst>
              </p:cNvPr>
              <p:cNvSpPr/>
              <p:nvPr/>
            </p:nvSpPr>
            <p:spPr>
              <a:xfrm>
                <a:off x="2364599" y="1158240"/>
                <a:ext cx="395269" cy="118110"/>
              </a:xfrm>
              <a:prstGeom prst="triangle">
                <a:avLst>
                  <a:gd name="adj" fmla="val 76364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35" name="Téglalap 1034">
                <a:extLst>
                  <a:ext uri="{FF2B5EF4-FFF2-40B4-BE49-F238E27FC236}">
                    <a16:creationId xmlns:a16="http://schemas.microsoft.com/office/drawing/2014/main" id="{ED083ACB-54BD-9ACA-2326-FEC77A97E726}"/>
                  </a:ext>
                </a:extLst>
              </p:cNvPr>
              <p:cNvSpPr/>
              <p:nvPr/>
            </p:nvSpPr>
            <p:spPr>
              <a:xfrm>
                <a:off x="2185988" y="1158240"/>
                <a:ext cx="481011" cy="23448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grpSp>
          <p:nvGrpSpPr>
            <p:cNvPr id="1029" name="Csoportba foglalás 1028">
              <a:extLst>
                <a:ext uri="{FF2B5EF4-FFF2-40B4-BE49-F238E27FC236}">
                  <a16:creationId xmlns:a16="http://schemas.microsoft.com/office/drawing/2014/main" id="{4AB8015B-9617-8247-5820-60CCD524E2E1}"/>
                </a:ext>
              </a:extLst>
            </p:cNvPr>
            <p:cNvGrpSpPr/>
            <p:nvPr/>
          </p:nvGrpSpPr>
          <p:grpSpPr>
            <a:xfrm flipH="1">
              <a:off x="5818343" y="1158240"/>
              <a:ext cx="1216820" cy="739140"/>
              <a:chOff x="1543048" y="1158240"/>
              <a:chExt cx="1216820" cy="739140"/>
            </a:xfrm>
            <a:grpFill/>
          </p:grpSpPr>
          <p:sp>
            <p:nvSpPr>
              <p:cNvPr id="1030" name="Téglalap: lekerekített 1029">
                <a:extLst>
                  <a:ext uri="{FF2B5EF4-FFF2-40B4-BE49-F238E27FC236}">
                    <a16:creationId xmlns:a16="http://schemas.microsoft.com/office/drawing/2014/main" id="{6DC52945-929C-6FBB-9C71-053A7E0C1D52}"/>
                  </a:ext>
                </a:extLst>
              </p:cNvPr>
              <p:cNvSpPr/>
              <p:nvPr/>
            </p:nvSpPr>
            <p:spPr>
              <a:xfrm>
                <a:off x="1543048" y="1158240"/>
                <a:ext cx="821551" cy="739140"/>
              </a:xfrm>
              <a:prstGeom prst="roundRect">
                <a:avLst>
                  <a:gd name="adj" fmla="val 23883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31" name="Háromszög 1030">
                <a:extLst>
                  <a:ext uri="{FF2B5EF4-FFF2-40B4-BE49-F238E27FC236}">
                    <a16:creationId xmlns:a16="http://schemas.microsoft.com/office/drawing/2014/main" id="{2D9CCB5C-E9D2-7B9A-3920-D961900239A8}"/>
                  </a:ext>
                </a:extLst>
              </p:cNvPr>
              <p:cNvSpPr/>
              <p:nvPr/>
            </p:nvSpPr>
            <p:spPr>
              <a:xfrm>
                <a:off x="2364599" y="1158240"/>
                <a:ext cx="395269" cy="118110"/>
              </a:xfrm>
              <a:prstGeom prst="triangle">
                <a:avLst>
                  <a:gd name="adj" fmla="val 76364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32" name="Téglalap 1031">
                <a:extLst>
                  <a:ext uri="{FF2B5EF4-FFF2-40B4-BE49-F238E27FC236}">
                    <a16:creationId xmlns:a16="http://schemas.microsoft.com/office/drawing/2014/main" id="{9E6A32BD-C12D-CA05-59A2-76756A03E29C}"/>
                  </a:ext>
                </a:extLst>
              </p:cNvPr>
              <p:cNvSpPr/>
              <p:nvPr/>
            </p:nvSpPr>
            <p:spPr>
              <a:xfrm>
                <a:off x="2185988" y="1158240"/>
                <a:ext cx="481011" cy="23448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</p:grpSp>
      <p:sp>
        <p:nvSpPr>
          <p:cNvPr id="1050" name="Téglalap 1049">
            <a:extLst>
              <a:ext uri="{FF2B5EF4-FFF2-40B4-BE49-F238E27FC236}">
                <a16:creationId xmlns:a16="http://schemas.microsoft.com/office/drawing/2014/main" id="{E90F1103-668C-05F9-082F-B1CD1271729C}"/>
              </a:ext>
            </a:extLst>
          </p:cNvPr>
          <p:cNvSpPr/>
          <p:nvPr/>
        </p:nvSpPr>
        <p:spPr>
          <a:xfrm>
            <a:off x="10010663" y="6072649"/>
            <a:ext cx="4324574" cy="1080226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1051" name="Téglalap: felső két sarkán levágva 1050">
            <a:extLst>
              <a:ext uri="{FF2B5EF4-FFF2-40B4-BE49-F238E27FC236}">
                <a16:creationId xmlns:a16="http://schemas.microsoft.com/office/drawing/2014/main" id="{749249FF-A0AC-120A-4A8F-A55B68C9BBD3}"/>
              </a:ext>
            </a:extLst>
          </p:cNvPr>
          <p:cNvSpPr/>
          <p:nvPr/>
        </p:nvSpPr>
        <p:spPr>
          <a:xfrm rot="10800000">
            <a:off x="9840060" y="5758071"/>
            <a:ext cx="4608000" cy="314577"/>
          </a:xfrm>
          <a:prstGeom prst="snip2SameRect">
            <a:avLst>
              <a:gd name="adj1" fmla="val 27265"/>
              <a:gd name="adj2" fmla="val 0"/>
            </a:avLst>
          </a:prstGeom>
          <a:solidFill>
            <a:srgbClr val="D9D9D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pic>
        <p:nvPicPr>
          <p:cNvPr id="1047" name="Kép 1046">
            <a:extLst>
              <a:ext uri="{FF2B5EF4-FFF2-40B4-BE49-F238E27FC236}">
                <a16:creationId xmlns:a16="http://schemas.microsoft.com/office/drawing/2014/main" id="{FB65F3C2-57A2-5B3F-9EEE-EAB5AF15909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78081" y="2367538"/>
            <a:ext cx="3968441" cy="3968441"/>
          </a:xfrm>
          <a:prstGeom prst="rect">
            <a:avLst/>
          </a:prstGeom>
        </p:spPr>
      </p:pic>
      <p:pic>
        <p:nvPicPr>
          <p:cNvPr id="1049" name="Kép 1048">
            <a:extLst>
              <a:ext uri="{FF2B5EF4-FFF2-40B4-BE49-F238E27FC236}">
                <a16:creationId xmlns:a16="http://schemas.microsoft.com/office/drawing/2014/main" id="{B502CDB4-0A9F-0496-6C1E-E34997FB851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33701" y="2367539"/>
            <a:ext cx="3968441" cy="3968441"/>
          </a:xfrm>
          <a:prstGeom prst="rect">
            <a:avLst/>
          </a:prstGeom>
        </p:spPr>
      </p:pic>
      <p:pic>
        <p:nvPicPr>
          <p:cNvPr id="1074" name="Kép 1073">
            <a:extLst>
              <a:ext uri="{FF2B5EF4-FFF2-40B4-BE49-F238E27FC236}">
                <a16:creationId xmlns:a16="http://schemas.microsoft.com/office/drawing/2014/main" id="{7B3C3010-2D36-D5C7-60E4-E651E59ABED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80417" y="-5158151"/>
            <a:ext cx="8985673" cy="5990449"/>
          </a:xfrm>
          <a:prstGeom prst="rect">
            <a:avLst/>
          </a:prstGeom>
        </p:spPr>
      </p:pic>
      <p:pic>
        <p:nvPicPr>
          <p:cNvPr id="2" name="Picture 2">
            <a:extLst>
              <a:ext uri="{FF2B5EF4-FFF2-40B4-BE49-F238E27FC236}">
                <a16:creationId xmlns:a16="http://schemas.microsoft.com/office/drawing/2014/main" id="{1E9CA8E7-18F8-458C-AFF7-F44944FAF3D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84038" y="7848527"/>
            <a:ext cx="1981535" cy="1981535"/>
          </a:xfrm>
          <a:prstGeom prst="rect">
            <a:avLst/>
          </a:prstGeom>
          <a:solidFill>
            <a:srgbClr val="DF6266"/>
          </a:solidFill>
        </p:spPr>
      </p:pic>
      <p:pic>
        <p:nvPicPr>
          <p:cNvPr id="8" name="Kép 7">
            <a:extLst>
              <a:ext uri="{FF2B5EF4-FFF2-40B4-BE49-F238E27FC236}">
                <a16:creationId xmlns:a16="http://schemas.microsoft.com/office/drawing/2014/main" id="{C17E67DB-B04F-132F-E068-DDB7B3A55EC3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50265" y="7152875"/>
            <a:ext cx="2966871" cy="29668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105973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 advTm="200">
        <p159:morph option="byObject"/>
      </p:transition>
    </mc:Choice>
    <mc:Fallback xmlns="">
      <p:transition spd="slow" advClick="0" advTm="200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1073BC-3F33-2303-4A80-88DA040752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5" name="Csoportba foglalás 54">
            <a:extLst>
              <a:ext uri="{FF2B5EF4-FFF2-40B4-BE49-F238E27FC236}">
                <a16:creationId xmlns:a16="http://schemas.microsoft.com/office/drawing/2014/main" id="{EE122346-DA24-2B59-BC9A-2F6E9427EC76}"/>
              </a:ext>
            </a:extLst>
          </p:cNvPr>
          <p:cNvGrpSpPr/>
          <p:nvPr/>
        </p:nvGrpSpPr>
        <p:grpSpPr>
          <a:xfrm>
            <a:off x="19735570" y="1679293"/>
            <a:ext cx="7924802" cy="5153180"/>
            <a:chOff x="1543048" y="1158240"/>
            <a:chExt cx="5495927" cy="3573780"/>
          </a:xfrm>
          <a:solidFill>
            <a:schemeClr val="accent2">
              <a:lumMod val="60000"/>
              <a:lumOff val="40000"/>
            </a:schemeClr>
          </a:solidFill>
        </p:grpSpPr>
        <p:sp>
          <p:nvSpPr>
            <p:cNvPr id="56" name="Téglalap 55">
              <a:extLst>
                <a:ext uri="{FF2B5EF4-FFF2-40B4-BE49-F238E27FC236}">
                  <a16:creationId xmlns:a16="http://schemas.microsoft.com/office/drawing/2014/main" id="{2FCC1483-BF6A-6654-AA0A-47BA0B638E93}"/>
                </a:ext>
              </a:extLst>
            </p:cNvPr>
            <p:cNvSpPr/>
            <p:nvPr/>
          </p:nvSpPr>
          <p:spPr>
            <a:xfrm>
              <a:off x="1543048" y="1275484"/>
              <a:ext cx="5495927" cy="3456536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grpSp>
          <p:nvGrpSpPr>
            <p:cNvPr id="57" name="Csoportba foglalás 56">
              <a:extLst>
                <a:ext uri="{FF2B5EF4-FFF2-40B4-BE49-F238E27FC236}">
                  <a16:creationId xmlns:a16="http://schemas.microsoft.com/office/drawing/2014/main" id="{366D236C-873A-9B35-BD5D-699AE529AF7B}"/>
                </a:ext>
              </a:extLst>
            </p:cNvPr>
            <p:cNvGrpSpPr/>
            <p:nvPr/>
          </p:nvGrpSpPr>
          <p:grpSpPr>
            <a:xfrm>
              <a:off x="1543048" y="1158240"/>
              <a:ext cx="1216820" cy="739140"/>
              <a:chOff x="1543048" y="1158240"/>
              <a:chExt cx="1216820" cy="739140"/>
            </a:xfrm>
            <a:grpFill/>
          </p:grpSpPr>
          <p:sp>
            <p:nvSpPr>
              <p:cNvPr id="62" name="Téglalap: lekerekített 61">
                <a:extLst>
                  <a:ext uri="{FF2B5EF4-FFF2-40B4-BE49-F238E27FC236}">
                    <a16:creationId xmlns:a16="http://schemas.microsoft.com/office/drawing/2014/main" id="{205AAAAC-1F25-15BA-BE24-5C2AE09664AE}"/>
                  </a:ext>
                </a:extLst>
              </p:cNvPr>
              <p:cNvSpPr/>
              <p:nvPr/>
            </p:nvSpPr>
            <p:spPr>
              <a:xfrm>
                <a:off x="1543048" y="1158240"/>
                <a:ext cx="821551" cy="739140"/>
              </a:xfrm>
              <a:prstGeom prst="roundRect">
                <a:avLst>
                  <a:gd name="adj" fmla="val 23883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63" name="Háromszög 62">
                <a:extLst>
                  <a:ext uri="{FF2B5EF4-FFF2-40B4-BE49-F238E27FC236}">
                    <a16:creationId xmlns:a16="http://schemas.microsoft.com/office/drawing/2014/main" id="{279DAD8A-6C90-4480-B8FB-3B2C8930BF52}"/>
                  </a:ext>
                </a:extLst>
              </p:cNvPr>
              <p:cNvSpPr/>
              <p:nvPr/>
            </p:nvSpPr>
            <p:spPr>
              <a:xfrm>
                <a:off x="2364599" y="1158240"/>
                <a:ext cx="395269" cy="118110"/>
              </a:xfrm>
              <a:prstGeom prst="triangle">
                <a:avLst>
                  <a:gd name="adj" fmla="val 76364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24" name="Téglalap 1023">
                <a:extLst>
                  <a:ext uri="{FF2B5EF4-FFF2-40B4-BE49-F238E27FC236}">
                    <a16:creationId xmlns:a16="http://schemas.microsoft.com/office/drawing/2014/main" id="{DA31E8FF-3907-9791-99FD-50E9B07BC419}"/>
                  </a:ext>
                </a:extLst>
              </p:cNvPr>
              <p:cNvSpPr/>
              <p:nvPr/>
            </p:nvSpPr>
            <p:spPr>
              <a:xfrm>
                <a:off x="2185988" y="1158240"/>
                <a:ext cx="481011" cy="23448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grpSp>
          <p:nvGrpSpPr>
            <p:cNvPr id="58" name="Csoportba foglalás 57">
              <a:extLst>
                <a:ext uri="{FF2B5EF4-FFF2-40B4-BE49-F238E27FC236}">
                  <a16:creationId xmlns:a16="http://schemas.microsoft.com/office/drawing/2014/main" id="{F49B15A4-981A-C42E-68A9-B04C87D8F82A}"/>
                </a:ext>
              </a:extLst>
            </p:cNvPr>
            <p:cNvGrpSpPr/>
            <p:nvPr/>
          </p:nvGrpSpPr>
          <p:grpSpPr>
            <a:xfrm flipH="1">
              <a:off x="5818343" y="1158240"/>
              <a:ext cx="1216820" cy="739140"/>
              <a:chOff x="1543048" y="1158240"/>
              <a:chExt cx="1216820" cy="739140"/>
            </a:xfrm>
            <a:grpFill/>
          </p:grpSpPr>
          <p:sp>
            <p:nvSpPr>
              <p:cNvPr id="59" name="Téglalap: lekerekített 58">
                <a:extLst>
                  <a:ext uri="{FF2B5EF4-FFF2-40B4-BE49-F238E27FC236}">
                    <a16:creationId xmlns:a16="http://schemas.microsoft.com/office/drawing/2014/main" id="{4F0300FA-189B-4A38-5F38-B13EAB21D94E}"/>
                  </a:ext>
                </a:extLst>
              </p:cNvPr>
              <p:cNvSpPr/>
              <p:nvPr/>
            </p:nvSpPr>
            <p:spPr>
              <a:xfrm>
                <a:off x="1543048" y="1158240"/>
                <a:ext cx="821551" cy="739140"/>
              </a:xfrm>
              <a:prstGeom prst="roundRect">
                <a:avLst>
                  <a:gd name="adj" fmla="val 23883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60" name="Háromszög 59">
                <a:extLst>
                  <a:ext uri="{FF2B5EF4-FFF2-40B4-BE49-F238E27FC236}">
                    <a16:creationId xmlns:a16="http://schemas.microsoft.com/office/drawing/2014/main" id="{761E460E-56E4-83AF-942B-83C710E863B8}"/>
                  </a:ext>
                </a:extLst>
              </p:cNvPr>
              <p:cNvSpPr/>
              <p:nvPr/>
            </p:nvSpPr>
            <p:spPr>
              <a:xfrm>
                <a:off x="2364599" y="1158240"/>
                <a:ext cx="395269" cy="118110"/>
              </a:xfrm>
              <a:prstGeom prst="triangle">
                <a:avLst>
                  <a:gd name="adj" fmla="val 76364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61" name="Téglalap 60">
                <a:extLst>
                  <a:ext uri="{FF2B5EF4-FFF2-40B4-BE49-F238E27FC236}">
                    <a16:creationId xmlns:a16="http://schemas.microsoft.com/office/drawing/2014/main" id="{A4B7F8B4-1C6C-2135-86E1-ED98D491C76A}"/>
                  </a:ext>
                </a:extLst>
              </p:cNvPr>
              <p:cNvSpPr/>
              <p:nvPr/>
            </p:nvSpPr>
            <p:spPr>
              <a:xfrm>
                <a:off x="2185988" y="1158240"/>
                <a:ext cx="481011" cy="23448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</p:grpSp>
      <p:sp>
        <p:nvSpPr>
          <p:cNvPr id="1075" name="Téglalap 1074">
            <a:extLst>
              <a:ext uri="{FF2B5EF4-FFF2-40B4-BE49-F238E27FC236}">
                <a16:creationId xmlns:a16="http://schemas.microsoft.com/office/drawing/2014/main" id="{2BB7D5E9-E3D7-A8EC-350A-CFFAC9E2C52E}"/>
              </a:ext>
            </a:extLst>
          </p:cNvPr>
          <p:cNvSpPr/>
          <p:nvPr/>
        </p:nvSpPr>
        <p:spPr>
          <a:xfrm>
            <a:off x="19856074" y="1764447"/>
            <a:ext cx="7571770" cy="50680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endParaRPr lang="hu-HU" dirty="0"/>
          </a:p>
        </p:txBody>
      </p:sp>
      <p:grpSp>
        <p:nvGrpSpPr>
          <p:cNvPr id="34" name="Csoportba foglalás 33">
            <a:extLst>
              <a:ext uri="{FF2B5EF4-FFF2-40B4-BE49-F238E27FC236}">
                <a16:creationId xmlns:a16="http://schemas.microsoft.com/office/drawing/2014/main" id="{D8ACD674-C7C2-BEF4-55AB-CAAB6609F5D6}"/>
              </a:ext>
            </a:extLst>
          </p:cNvPr>
          <p:cNvGrpSpPr/>
          <p:nvPr/>
        </p:nvGrpSpPr>
        <p:grpSpPr>
          <a:xfrm>
            <a:off x="-8724657" y="1679293"/>
            <a:ext cx="7924802" cy="5153180"/>
            <a:chOff x="1543048" y="1158240"/>
            <a:chExt cx="5495927" cy="3573780"/>
          </a:xfrm>
          <a:solidFill>
            <a:schemeClr val="bg1">
              <a:lumMod val="65000"/>
            </a:schemeClr>
          </a:solidFill>
        </p:grpSpPr>
        <p:sp>
          <p:nvSpPr>
            <p:cNvPr id="16" name="Téglalap 15">
              <a:extLst>
                <a:ext uri="{FF2B5EF4-FFF2-40B4-BE49-F238E27FC236}">
                  <a16:creationId xmlns:a16="http://schemas.microsoft.com/office/drawing/2014/main" id="{99E445F8-F653-8578-67F3-2DAE205B84D2}"/>
                </a:ext>
              </a:extLst>
            </p:cNvPr>
            <p:cNvSpPr/>
            <p:nvPr/>
          </p:nvSpPr>
          <p:spPr>
            <a:xfrm>
              <a:off x="1543048" y="1275484"/>
              <a:ext cx="5495927" cy="3456536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grpSp>
          <p:nvGrpSpPr>
            <p:cNvPr id="25" name="Csoportba foglalás 24">
              <a:extLst>
                <a:ext uri="{FF2B5EF4-FFF2-40B4-BE49-F238E27FC236}">
                  <a16:creationId xmlns:a16="http://schemas.microsoft.com/office/drawing/2014/main" id="{F94F6509-6C59-6AC4-1577-346463E27F3F}"/>
                </a:ext>
              </a:extLst>
            </p:cNvPr>
            <p:cNvGrpSpPr/>
            <p:nvPr/>
          </p:nvGrpSpPr>
          <p:grpSpPr>
            <a:xfrm>
              <a:off x="1543048" y="1158240"/>
              <a:ext cx="1216820" cy="739140"/>
              <a:chOff x="1543048" y="1158240"/>
              <a:chExt cx="1216820" cy="739140"/>
            </a:xfrm>
            <a:grpFill/>
          </p:grpSpPr>
          <p:sp>
            <p:nvSpPr>
              <p:cNvPr id="17" name="Téglalap: lekerekített 16">
                <a:extLst>
                  <a:ext uri="{FF2B5EF4-FFF2-40B4-BE49-F238E27FC236}">
                    <a16:creationId xmlns:a16="http://schemas.microsoft.com/office/drawing/2014/main" id="{CA3FE4A9-8009-A742-7F01-177B368CDE65}"/>
                  </a:ext>
                </a:extLst>
              </p:cNvPr>
              <p:cNvSpPr/>
              <p:nvPr/>
            </p:nvSpPr>
            <p:spPr>
              <a:xfrm>
                <a:off x="1543048" y="1158240"/>
                <a:ext cx="821551" cy="739140"/>
              </a:xfrm>
              <a:prstGeom prst="roundRect">
                <a:avLst>
                  <a:gd name="adj" fmla="val 23883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9" name="Háromszög 18">
                <a:extLst>
                  <a:ext uri="{FF2B5EF4-FFF2-40B4-BE49-F238E27FC236}">
                    <a16:creationId xmlns:a16="http://schemas.microsoft.com/office/drawing/2014/main" id="{D80BB7BE-9DCA-ADA8-B5AE-B07B3C0D14D7}"/>
                  </a:ext>
                </a:extLst>
              </p:cNvPr>
              <p:cNvSpPr/>
              <p:nvPr/>
            </p:nvSpPr>
            <p:spPr>
              <a:xfrm>
                <a:off x="2364599" y="1158240"/>
                <a:ext cx="395269" cy="118110"/>
              </a:xfrm>
              <a:prstGeom prst="triangle">
                <a:avLst>
                  <a:gd name="adj" fmla="val 76364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20" name="Téglalap 19">
                <a:extLst>
                  <a:ext uri="{FF2B5EF4-FFF2-40B4-BE49-F238E27FC236}">
                    <a16:creationId xmlns:a16="http://schemas.microsoft.com/office/drawing/2014/main" id="{2F97ADBF-1291-6A7D-2013-C6FC5E6A9222}"/>
                  </a:ext>
                </a:extLst>
              </p:cNvPr>
              <p:cNvSpPr/>
              <p:nvPr/>
            </p:nvSpPr>
            <p:spPr>
              <a:xfrm>
                <a:off x="2185988" y="1158240"/>
                <a:ext cx="481011" cy="23448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grpSp>
          <p:nvGrpSpPr>
            <p:cNvPr id="30" name="Csoportba foglalás 29">
              <a:extLst>
                <a:ext uri="{FF2B5EF4-FFF2-40B4-BE49-F238E27FC236}">
                  <a16:creationId xmlns:a16="http://schemas.microsoft.com/office/drawing/2014/main" id="{1CBB607D-C7DC-7089-C31E-5611390B88AE}"/>
                </a:ext>
              </a:extLst>
            </p:cNvPr>
            <p:cNvGrpSpPr/>
            <p:nvPr/>
          </p:nvGrpSpPr>
          <p:grpSpPr>
            <a:xfrm flipH="1">
              <a:off x="5818343" y="1158240"/>
              <a:ext cx="1216820" cy="739140"/>
              <a:chOff x="1543048" y="1158240"/>
              <a:chExt cx="1216820" cy="739140"/>
            </a:xfrm>
            <a:grpFill/>
          </p:grpSpPr>
          <p:sp>
            <p:nvSpPr>
              <p:cNvPr id="31" name="Téglalap: lekerekített 30">
                <a:extLst>
                  <a:ext uri="{FF2B5EF4-FFF2-40B4-BE49-F238E27FC236}">
                    <a16:creationId xmlns:a16="http://schemas.microsoft.com/office/drawing/2014/main" id="{D0E95783-5D26-F5B3-4EED-6567A3AE3858}"/>
                  </a:ext>
                </a:extLst>
              </p:cNvPr>
              <p:cNvSpPr/>
              <p:nvPr/>
            </p:nvSpPr>
            <p:spPr>
              <a:xfrm>
                <a:off x="1543048" y="1158240"/>
                <a:ext cx="821551" cy="739140"/>
              </a:xfrm>
              <a:prstGeom prst="roundRect">
                <a:avLst>
                  <a:gd name="adj" fmla="val 23883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2" name="Háromszög 31">
                <a:extLst>
                  <a:ext uri="{FF2B5EF4-FFF2-40B4-BE49-F238E27FC236}">
                    <a16:creationId xmlns:a16="http://schemas.microsoft.com/office/drawing/2014/main" id="{4DDB41F2-1051-AE44-118E-5FC7397E07BB}"/>
                  </a:ext>
                </a:extLst>
              </p:cNvPr>
              <p:cNvSpPr/>
              <p:nvPr/>
            </p:nvSpPr>
            <p:spPr>
              <a:xfrm>
                <a:off x="2364599" y="1158240"/>
                <a:ext cx="395269" cy="118110"/>
              </a:xfrm>
              <a:prstGeom prst="triangle">
                <a:avLst>
                  <a:gd name="adj" fmla="val 76364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" name="Téglalap 32">
                <a:extLst>
                  <a:ext uri="{FF2B5EF4-FFF2-40B4-BE49-F238E27FC236}">
                    <a16:creationId xmlns:a16="http://schemas.microsoft.com/office/drawing/2014/main" id="{7CFC250E-8F6F-4A82-D820-3EB876B63DB0}"/>
                  </a:ext>
                </a:extLst>
              </p:cNvPr>
              <p:cNvSpPr/>
              <p:nvPr/>
            </p:nvSpPr>
            <p:spPr>
              <a:xfrm>
                <a:off x="2185988" y="1158240"/>
                <a:ext cx="481011" cy="23448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</p:grpSp>
      <p:sp>
        <p:nvSpPr>
          <p:cNvPr id="1076" name="Téglalap 1075">
            <a:extLst>
              <a:ext uri="{FF2B5EF4-FFF2-40B4-BE49-F238E27FC236}">
                <a16:creationId xmlns:a16="http://schemas.microsoft.com/office/drawing/2014/main" id="{5EB29620-7CCD-F02B-8021-0CFC01768E7D}"/>
              </a:ext>
            </a:extLst>
          </p:cNvPr>
          <p:cNvSpPr/>
          <p:nvPr/>
        </p:nvSpPr>
        <p:spPr>
          <a:xfrm>
            <a:off x="-51361" y="0"/>
            <a:ext cx="12288196" cy="688577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hu-HU" sz="4400" b="1" dirty="0">
                <a:solidFill>
                  <a:schemeClr val="tx1"/>
                </a:solidFill>
                <a:latin typeface="Bodoni MT" panose="02070603080606020203" pitchFamily="18" charset="0"/>
              </a:rPr>
              <a:t>Dávid teendői:</a:t>
            </a:r>
            <a:endParaRPr lang="hu-HU" sz="4400" dirty="0">
              <a:solidFill>
                <a:schemeClr val="tx1"/>
              </a:solidFill>
              <a:latin typeface="Bodoni MT" panose="02070603080606020203" pitchFamily="18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4400" dirty="0">
                <a:solidFill>
                  <a:schemeClr val="tx1"/>
                </a:solidFill>
                <a:latin typeface="Bodoni MT" panose="02070603080606020203" pitchFamily="18" charset="0"/>
              </a:rPr>
              <a:t>A frontend teljes mértékű megépítése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4400" dirty="0">
                <a:solidFill>
                  <a:schemeClr val="tx1"/>
                </a:solidFill>
                <a:latin typeface="Bodoni MT" panose="02070603080606020203" pitchFamily="18" charset="0"/>
              </a:rPr>
              <a:t>Asztali alkalmazás készítése az MVVM mintának megfelelően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4400" dirty="0">
                <a:solidFill>
                  <a:schemeClr val="tx1"/>
                </a:solidFill>
                <a:latin typeface="Bodoni MT" panose="02070603080606020203" pitchFamily="18" charset="0"/>
              </a:rPr>
              <a:t>Besegítés a backend fejlesztésébe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4400" dirty="0">
                <a:solidFill>
                  <a:schemeClr val="tx1"/>
                </a:solidFill>
                <a:latin typeface="Bodoni MT" panose="02070603080606020203" pitchFamily="18" charset="0"/>
              </a:rPr>
              <a:t>Az adatbázis megtervezése</a:t>
            </a:r>
          </a:p>
        </p:txBody>
      </p:sp>
      <p:pic>
        <p:nvPicPr>
          <p:cNvPr id="1044" name="Kép 1043">
            <a:extLst>
              <a:ext uri="{FF2B5EF4-FFF2-40B4-BE49-F238E27FC236}">
                <a16:creationId xmlns:a16="http://schemas.microsoft.com/office/drawing/2014/main" id="{97FD1E7E-9A6F-0936-EC32-E0B46346A466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artisticBlur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-8589509" y="1789974"/>
            <a:ext cx="7552866" cy="480060"/>
          </a:xfrm>
          <a:prstGeom prst="rect">
            <a:avLst/>
          </a:prstGeom>
          <a:effectLst/>
        </p:spPr>
      </p:pic>
      <p:grpSp>
        <p:nvGrpSpPr>
          <p:cNvPr id="45" name="Csoportba foglalás 44">
            <a:extLst>
              <a:ext uri="{FF2B5EF4-FFF2-40B4-BE49-F238E27FC236}">
                <a16:creationId xmlns:a16="http://schemas.microsoft.com/office/drawing/2014/main" id="{3F4338AB-2D32-AFE2-59E6-6021C3301560}"/>
              </a:ext>
            </a:extLst>
          </p:cNvPr>
          <p:cNvGrpSpPr/>
          <p:nvPr/>
        </p:nvGrpSpPr>
        <p:grpSpPr>
          <a:xfrm>
            <a:off x="-8730153" y="5416324"/>
            <a:ext cx="7924802" cy="1614829"/>
            <a:chOff x="1543048" y="1158240"/>
            <a:chExt cx="5495927" cy="3573780"/>
          </a:xfrm>
          <a:solidFill>
            <a:schemeClr val="bg2">
              <a:lumMod val="90000"/>
            </a:schemeClr>
          </a:solidFill>
        </p:grpSpPr>
        <p:sp>
          <p:nvSpPr>
            <p:cNvPr id="46" name="Téglalap 45">
              <a:extLst>
                <a:ext uri="{FF2B5EF4-FFF2-40B4-BE49-F238E27FC236}">
                  <a16:creationId xmlns:a16="http://schemas.microsoft.com/office/drawing/2014/main" id="{94A70714-EC23-7A53-45CD-8DCC2CD61967}"/>
                </a:ext>
              </a:extLst>
            </p:cNvPr>
            <p:cNvSpPr/>
            <p:nvPr/>
          </p:nvSpPr>
          <p:spPr>
            <a:xfrm>
              <a:off x="1543048" y="1275484"/>
              <a:ext cx="5495927" cy="3456536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grpSp>
          <p:nvGrpSpPr>
            <p:cNvPr id="47" name="Csoportba foglalás 46">
              <a:extLst>
                <a:ext uri="{FF2B5EF4-FFF2-40B4-BE49-F238E27FC236}">
                  <a16:creationId xmlns:a16="http://schemas.microsoft.com/office/drawing/2014/main" id="{B8A17409-1BD1-9A7B-B0BC-D80CAE37DC82}"/>
                </a:ext>
              </a:extLst>
            </p:cNvPr>
            <p:cNvGrpSpPr/>
            <p:nvPr/>
          </p:nvGrpSpPr>
          <p:grpSpPr>
            <a:xfrm>
              <a:off x="1543048" y="1158240"/>
              <a:ext cx="1216820" cy="739140"/>
              <a:chOff x="1543048" y="1158240"/>
              <a:chExt cx="1216820" cy="739140"/>
            </a:xfrm>
            <a:grpFill/>
          </p:grpSpPr>
          <p:sp>
            <p:nvSpPr>
              <p:cNvPr id="52" name="Téglalap: lekerekített 51">
                <a:extLst>
                  <a:ext uri="{FF2B5EF4-FFF2-40B4-BE49-F238E27FC236}">
                    <a16:creationId xmlns:a16="http://schemas.microsoft.com/office/drawing/2014/main" id="{F5F1EF93-6293-186A-2E88-B1711D13B64C}"/>
                  </a:ext>
                </a:extLst>
              </p:cNvPr>
              <p:cNvSpPr/>
              <p:nvPr/>
            </p:nvSpPr>
            <p:spPr>
              <a:xfrm>
                <a:off x="1543048" y="1158240"/>
                <a:ext cx="821551" cy="739140"/>
              </a:xfrm>
              <a:prstGeom prst="roundRect">
                <a:avLst>
                  <a:gd name="adj" fmla="val 23883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53" name="Háromszög 52">
                <a:extLst>
                  <a:ext uri="{FF2B5EF4-FFF2-40B4-BE49-F238E27FC236}">
                    <a16:creationId xmlns:a16="http://schemas.microsoft.com/office/drawing/2014/main" id="{600DB5E4-0B45-3BED-1E19-BB876A139F0E}"/>
                  </a:ext>
                </a:extLst>
              </p:cNvPr>
              <p:cNvSpPr/>
              <p:nvPr/>
            </p:nvSpPr>
            <p:spPr>
              <a:xfrm>
                <a:off x="2364599" y="1158240"/>
                <a:ext cx="395269" cy="118110"/>
              </a:xfrm>
              <a:prstGeom prst="triangle">
                <a:avLst>
                  <a:gd name="adj" fmla="val 76364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54" name="Téglalap 53">
                <a:extLst>
                  <a:ext uri="{FF2B5EF4-FFF2-40B4-BE49-F238E27FC236}">
                    <a16:creationId xmlns:a16="http://schemas.microsoft.com/office/drawing/2014/main" id="{F4F3046A-EC66-FB45-918D-5FFC89B23684}"/>
                  </a:ext>
                </a:extLst>
              </p:cNvPr>
              <p:cNvSpPr/>
              <p:nvPr/>
            </p:nvSpPr>
            <p:spPr>
              <a:xfrm>
                <a:off x="2185988" y="1158240"/>
                <a:ext cx="481011" cy="23448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grpSp>
          <p:nvGrpSpPr>
            <p:cNvPr id="48" name="Csoportba foglalás 47">
              <a:extLst>
                <a:ext uri="{FF2B5EF4-FFF2-40B4-BE49-F238E27FC236}">
                  <a16:creationId xmlns:a16="http://schemas.microsoft.com/office/drawing/2014/main" id="{6BCF757C-D4F1-01A2-E930-B65BCCC07B74}"/>
                </a:ext>
              </a:extLst>
            </p:cNvPr>
            <p:cNvGrpSpPr/>
            <p:nvPr/>
          </p:nvGrpSpPr>
          <p:grpSpPr>
            <a:xfrm flipH="1">
              <a:off x="5818343" y="1158240"/>
              <a:ext cx="1216820" cy="739140"/>
              <a:chOff x="1543048" y="1158240"/>
              <a:chExt cx="1216820" cy="739140"/>
            </a:xfrm>
            <a:grpFill/>
          </p:grpSpPr>
          <p:sp>
            <p:nvSpPr>
              <p:cNvPr id="49" name="Téglalap: lekerekített 48">
                <a:extLst>
                  <a:ext uri="{FF2B5EF4-FFF2-40B4-BE49-F238E27FC236}">
                    <a16:creationId xmlns:a16="http://schemas.microsoft.com/office/drawing/2014/main" id="{7A824CE9-3065-C3DC-EB15-2F375C4F4176}"/>
                  </a:ext>
                </a:extLst>
              </p:cNvPr>
              <p:cNvSpPr/>
              <p:nvPr/>
            </p:nvSpPr>
            <p:spPr>
              <a:xfrm>
                <a:off x="1543048" y="1158240"/>
                <a:ext cx="821551" cy="739140"/>
              </a:xfrm>
              <a:prstGeom prst="roundRect">
                <a:avLst>
                  <a:gd name="adj" fmla="val 23883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50" name="Háromszög 49">
                <a:extLst>
                  <a:ext uri="{FF2B5EF4-FFF2-40B4-BE49-F238E27FC236}">
                    <a16:creationId xmlns:a16="http://schemas.microsoft.com/office/drawing/2014/main" id="{B45EC972-25B2-D315-8CA9-DC1B885A6C4E}"/>
                  </a:ext>
                </a:extLst>
              </p:cNvPr>
              <p:cNvSpPr/>
              <p:nvPr/>
            </p:nvSpPr>
            <p:spPr>
              <a:xfrm>
                <a:off x="2364599" y="1158240"/>
                <a:ext cx="395269" cy="118110"/>
              </a:xfrm>
              <a:prstGeom prst="triangle">
                <a:avLst>
                  <a:gd name="adj" fmla="val 76364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51" name="Téglalap 50">
                <a:extLst>
                  <a:ext uri="{FF2B5EF4-FFF2-40B4-BE49-F238E27FC236}">
                    <a16:creationId xmlns:a16="http://schemas.microsoft.com/office/drawing/2014/main" id="{44DD947A-4A99-ED6F-3BDE-D3B9C6532F59}"/>
                  </a:ext>
                </a:extLst>
              </p:cNvPr>
              <p:cNvSpPr/>
              <p:nvPr/>
            </p:nvSpPr>
            <p:spPr>
              <a:xfrm>
                <a:off x="2185988" y="1158240"/>
                <a:ext cx="481011" cy="23448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</p:grpSp>
      <p:pic>
        <p:nvPicPr>
          <p:cNvPr id="1045" name="Kép 1044">
            <a:extLst>
              <a:ext uri="{FF2B5EF4-FFF2-40B4-BE49-F238E27FC236}">
                <a16:creationId xmlns:a16="http://schemas.microsoft.com/office/drawing/2014/main" id="{B2047357-435D-767D-4B86-6451898CD91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artisticBlur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9865526" y="1789974"/>
            <a:ext cx="7552866" cy="480060"/>
          </a:xfrm>
          <a:prstGeom prst="rect">
            <a:avLst/>
          </a:prstGeom>
          <a:effectLst/>
        </p:spPr>
      </p:pic>
      <p:grpSp>
        <p:nvGrpSpPr>
          <p:cNvPr id="1025" name="Csoportba foglalás 1024">
            <a:extLst>
              <a:ext uri="{FF2B5EF4-FFF2-40B4-BE49-F238E27FC236}">
                <a16:creationId xmlns:a16="http://schemas.microsoft.com/office/drawing/2014/main" id="{9511199D-EF23-262D-7D07-8DA61308F409}"/>
              </a:ext>
            </a:extLst>
          </p:cNvPr>
          <p:cNvGrpSpPr/>
          <p:nvPr/>
        </p:nvGrpSpPr>
        <p:grpSpPr>
          <a:xfrm>
            <a:off x="19741288" y="1817423"/>
            <a:ext cx="7924802" cy="5068026"/>
            <a:chOff x="1543048" y="1158240"/>
            <a:chExt cx="5495927" cy="3573780"/>
          </a:xfrm>
          <a:solidFill>
            <a:schemeClr val="accent2">
              <a:lumMod val="40000"/>
              <a:lumOff val="60000"/>
            </a:schemeClr>
          </a:solidFill>
        </p:grpSpPr>
        <p:sp>
          <p:nvSpPr>
            <p:cNvPr id="1027" name="Téglalap 1026">
              <a:extLst>
                <a:ext uri="{FF2B5EF4-FFF2-40B4-BE49-F238E27FC236}">
                  <a16:creationId xmlns:a16="http://schemas.microsoft.com/office/drawing/2014/main" id="{009A944C-3BDD-2557-E054-6C088D699D7D}"/>
                </a:ext>
              </a:extLst>
            </p:cNvPr>
            <p:cNvSpPr/>
            <p:nvPr/>
          </p:nvSpPr>
          <p:spPr>
            <a:xfrm>
              <a:off x="1543048" y="1275484"/>
              <a:ext cx="5495927" cy="3456536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grpSp>
          <p:nvGrpSpPr>
            <p:cNvPr id="1028" name="Csoportba foglalás 1027">
              <a:extLst>
                <a:ext uri="{FF2B5EF4-FFF2-40B4-BE49-F238E27FC236}">
                  <a16:creationId xmlns:a16="http://schemas.microsoft.com/office/drawing/2014/main" id="{06D6E541-424C-3324-FCFB-4E9739DBCB30}"/>
                </a:ext>
              </a:extLst>
            </p:cNvPr>
            <p:cNvGrpSpPr/>
            <p:nvPr/>
          </p:nvGrpSpPr>
          <p:grpSpPr>
            <a:xfrm>
              <a:off x="1543048" y="1158240"/>
              <a:ext cx="1216820" cy="739140"/>
              <a:chOff x="1543048" y="1158240"/>
              <a:chExt cx="1216820" cy="739140"/>
            </a:xfrm>
            <a:grpFill/>
          </p:grpSpPr>
          <p:sp>
            <p:nvSpPr>
              <p:cNvPr id="1033" name="Téglalap: lekerekített 1032">
                <a:extLst>
                  <a:ext uri="{FF2B5EF4-FFF2-40B4-BE49-F238E27FC236}">
                    <a16:creationId xmlns:a16="http://schemas.microsoft.com/office/drawing/2014/main" id="{C4D8B23D-AB7B-8514-43F1-C860D70BEB3A}"/>
                  </a:ext>
                </a:extLst>
              </p:cNvPr>
              <p:cNvSpPr/>
              <p:nvPr/>
            </p:nvSpPr>
            <p:spPr>
              <a:xfrm>
                <a:off x="1543048" y="1158240"/>
                <a:ext cx="821551" cy="739140"/>
              </a:xfrm>
              <a:prstGeom prst="roundRect">
                <a:avLst>
                  <a:gd name="adj" fmla="val 23883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34" name="Háromszög 1033">
                <a:extLst>
                  <a:ext uri="{FF2B5EF4-FFF2-40B4-BE49-F238E27FC236}">
                    <a16:creationId xmlns:a16="http://schemas.microsoft.com/office/drawing/2014/main" id="{0E7BB2AB-6407-3EB4-6B03-DD6C8F97659F}"/>
                  </a:ext>
                </a:extLst>
              </p:cNvPr>
              <p:cNvSpPr/>
              <p:nvPr/>
            </p:nvSpPr>
            <p:spPr>
              <a:xfrm>
                <a:off x="2364599" y="1158240"/>
                <a:ext cx="395269" cy="118110"/>
              </a:xfrm>
              <a:prstGeom prst="triangle">
                <a:avLst>
                  <a:gd name="adj" fmla="val 76364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35" name="Téglalap 1034">
                <a:extLst>
                  <a:ext uri="{FF2B5EF4-FFF2-40B4-BE49-F238E27FC236}">
                    <a16:creationId xmlns:a16="http://schemas.microsoft.com/office/drawing/2014/main" id="{CCC4DB3B-1746-9067-D614-D4E4EC4271B0}"/>
                  </a:ext>
                </a:extLst>
              </p:cNvPr>
              <p:cNvSpPr/>
              <p:nvPr/>
            </p:nvSpPr>
            <p:spPr>
              <a:xfrm>
                <a:off x="2185988" y="1158240"/>
                <a:ext cx="481011" cy="23448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grpSp>
          <p:nvGrpSpPr>
            <p:cNvPr id="1029" name="Csoportba foglalás 1028">
              <a:extLst>
                <a:ext uri="{FF2B5EF4-FFF2-40B4-BE49-F238E27FC236}">
                  <a16:creationId xmlns:a16="http://schemas.microsoft.com/office/drawing/2014/main" id="{D1E96EF0-A4FD-87D3-8665-CE66CA94AEF9}"/>
                </a:ext>
              </a:extLst>
            </p:cNvPr>
            <p:cNvGrpSpPr/>
            <p:nvPr/>
          </p:nvGrpSpPr>
          <p:grpSpPr>
            <a:xfrm flipH="1">
              <a:off x="5818343" y="1158240"/>
              <a:ext cx="1216820" cy="739140"/>
              <a:chOff x="1543048" y="1158240"/>
              <a:chExt cx="1216820" cy="739140"/>
            </a:xfrm>
            <a:grpFill/>
          </p:grpSpPr>
          <p:sp>
            <p:nvSpPr>
              <p:cNvPr id="1030" name="Téglalap: lekerekített 1029">
                <a:extLst>
                  <a:ext uri="{FF2B5EF4-FFF2-40B4-BE49-F238E27FC236}">
                    <a16:creationId xmlns:a16="http://schemas.microsoft.com/office/drawing/2014/main" id="{12A0600F-E64A-FA95-AFEC-4CB53D7C8DC3}"/>
                  </a:ext>
                </a:extLst>
              </p:cNvPr>
              <p:cNvSpPr/>
              <p:nvPr/>
            </p:nvSpPr>
            <p:spPr>
              <a:xfrm>
                <a:off x="1543048" y="1158240"/>
                <a:ext cx="821551" cy="739140"/>
              </a:xfrm>
              <a:prstGeom prst="roundRect">
                <a:avLst>
                  <a:gd name="adj" fmla="val 23883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31" name="Háromszög 1030">
                <a:extLst>
                  <a:ext uri="{FF2B5EF4-FFF2-40B4-BE49-F238E27FC236}">
                    <a16:creationId xmlns:a16="http://schemas.microsoft.com/office/drawing/2014/main" id="{4D34C974-A7EE-D7A7-A882-56978D72EDD6}"/>
                  </a:ext>
                </a:extLst>
              </p:cNvPr>
              <p:cNvSpPr/>
              <p:nvPr/>
            </p:nvSpPr>
            <p:spPr>
              <a:xfrm>
                <a:off x="2364599" y="1158240"/>
                <a:ext cx="395269" cy="118110"/>
              </a:xfrm>
              <a:prstGeom prst="triangle">
                <a:avLst>
                  <a:gd name="adj" fmla="val 76364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32" name="Téglalap 1031">
                <a:extLst>
                  <a:ext uri="{FF2B5EF4-FFF2-40B4-BE49-F238E27FC236}">
                    <a16:creationId xmlns:a16="http://schemas.microsoft.com/office/drawing/2014/main" id="{24780E3B-202C-22B1-BF5C-D8FD749161F8}"/>
                  </a:ext>
                </a:extLst>
              </p:cNvPr>
              <p:cNvSpPr/>
              <p:nvPr/>
            </p:nvSpPr>
            <p:spPr>
              <a:xfrm>
                <a:off x="2185988" y="1158240"/>
                <a:ext cx="481011" cy="23448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</p:grpSp>
      <p:sp>
        <p:nvSpPr>
          <p:cNvPr id="1050" name="Téglalap 1049">
            <a:extLst>
              <a:ext uri="{FF2B5EF4-FFF2-40B4-BE49-F238E27FC236}">
                <a16:creationId xmlns:a16="http://schemas.microsoft.com/office/drawing/2014/main" id="{1E628FB0-DF71-68E2-B400-F528A9FF243B}"/>
              </a:ext>
            </a:extLst>
          </p:cNvPr>
          <p:cNvSpPr/>
          <p:nvPr/>
        </p:nvSpPr>
        <p:spPr>
          <a:xfrm>
            <a:off x="10069655" y="6072649"/>
            <a:ext cx="4324574" cy="1080226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1051" name="Téglalap: felső két sarkán levágva 1050">
            <a:extLst>
              <a:ext uri="{FF2B5EF4-FFF2-40B4-BE49-F238E27FC236}">
                <a16:creationId xmlns:a16="http://schemas.microsoft.com/office/drawing/2014/main" id="{3124C457-9780-48F2-87A7-F242531F1DFC}"/>
              </a:ext>
            </a:extLst>
          </p:cNvPr>
          <p:cNvSpPr/>
          <p:nvPr/>
        </p:nvSpPr>
        <p:spPr>
          <a:xfrm rot="10800000">
            <a:off x="9899052" y="5758071"/>
            <a:ext cx="4608000" cy="314577"/>
          </a:xfrm>
          <a:prstGeom prst="snip2SameRect">
            <a:avLst>
              <a:gd name="adj1" fmla="val 27265"/>
              <a:gd name="adj2" fmla="val 0"/>
            </a:avLst>
          </a:prstGeom>
          <a:solidFill>
            <a:srgbClr val="D9D9D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pic>
        <p:nvPicPr>
          <p:cNvPr id="1047" name="Kép 1046">
            <a:extLst>
              <a:ext uri="{FF2B5EF4-FFF2-40B4-BE49-F238E27FC236}">
                <a16:creationId xmlns:a16="http://schemas.microsoft.com/office/drawing/2014/main" id="{AC6C6565-2F1C-32C5-C1A7-CEED1F3CAA6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65871" y="2367538"/>
            <a:ext cx="3968441" cy="3968441"/>
          </a:xfrm>
          <a:prstGeom prst="rect">
            <a:avLst/>
          </a:prstGeom>
        </p:spPr>
      </p:pic>
      <p:pic>
        <p:nvPicPr>
          <p:cNvPr id="1049" name="Kép 1048">
            <a:extLst>
              <a:ext uri="{FF2B5EF4-FFF2-40B4-BE49-F238E27FC236}">
                <a16:creationId xmlns:a16="http://schemas.microsoft.com/office/drawing/2014/main" id="{84BFAA3C-AE7A-27A6-39E7-F170FEBA63F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92693" y="2367539"/>
            <a:ext cx="3968441" cy="3968441"/>
          </a:xfrm>
          <a:prstGeom prst="rect">
            <a:avLst/>
          </a:prstGeom>
        </p:spPr>
      </p:pic>
      <p:pic>
        <p:nvPicPr>
          <p:cNvPr id="1074" name="Kép 1073">
            <a:extLst>
              <a:ext uri="{FF2B5EF4-FFF2-40B4-BE49-F238E27FC236}">
                <a16:creationId xmlns:a16="http://schemas.microsoft.com/office/drawing/2014/main" id="{8AAA83A6-3A5A-9232-EA37-4E4915E8510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80417" y="-5158151"/>
            <a:ext cx="8985673" cy="5990449"/>
          </a:xfrm>
          <a:prstGeom prst="rect">
            <a:avLst/>
          </a:prstGeom>
        </p:spPr>
      </p:pic>
      <p:pic>
        <p:nvPicPr>
          <p:cNvPr id="2" name="Picture 2">
            <a:extLst>
              <a:ext uri="{FF2B5EF4-FFF2-40B4-BE49-F238E27FC236}">
                <a16:creationId xmlns:a16="http://schemas.microsoft.com/office/drawing/2014/main" id="{2E2C7E21-D6EF-AD64-F3DD-3ABE2A432AF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49299" y="4268692"/>
            <a:ext cx="1981535" cy="1981535"/>
          </a:xfrm>
          <a:prstGeom prst="rect">
            <a:avLst/>
          </a:prstGeom>
          <a:solidFill>
            <a:srgbClr val="DF6266"/>
          </a:solidFill>
        </p:spPr>
      </p:pic>
      <p:pic>
        <p:nvPicPr>
          <p:cNvPr id="2052" name="Picture 4">
            <a:extLst>
              <a:ext uri="{FF2B5EF4-FFF2-40B4-BE49-F238E27FC236}">
                <a16:creationId xmlns:a16="http://schemas.microsoft.com/office/drawing/2014/main" id="{618AA360-B2DF-7224-CF81-19959D935A8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6939" y="8617920"/>
            <a:ext cx="1581902" cy="15819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Szövegdoboz 2">
            <a:extLst>
              <a:ext uri="{FF2B5EF4-FFF2-40B4-BE49-F238E27FC236}">
                <a16:creationId xmlns:a16="http://schemas.microsoft.com/office/drawing/2014/main" id="{90FEB015-799C-8C37-5E09-8E64C262DEB8}"/>
              </a:ext>
            </a:extLst>
          </p:cNvPr>
          <p:cNvSpPr txBox="1"/>
          <p:nvPr/>
        </p:nvSpPr>
        <p:spPr>
          <a:xfrm>
            <a:off x="6090713" y="8001000"/>
            <a:ext cx="112562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 sz="2800" b="1" dirty="0" err="1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React</a:t>
            </a:r>
            <a:endParaRPr lang="hu-HU" sz="2800" b="1" dirty="0"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4" name="Szövegdoboz 3">
            <a:extLst>
              <a:ext uri="{FF2B5EF4-FFF2-40B4-BE49-F238E27FC236}">
                <a16:creationId xmlns:a16="http://schemas.microsoft.com/office/drawing/2014/main" id="{1FA7F3AB-7F47-17EA-B864-F07C23793F83}"/>
              </a:ext>
            </a:extLst>
          </p:cNvPr>
          <p:cNvSpPr txBox="1"/>
          <p:nvPr/>
        </p:nvSpPr>
        <p:spPr>
          <a:xfrm>
            <a:off x="8083307" y="8001000"/>
            <a:ext cx="140775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 sz="2800" b="1" dirty="0" err="1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Shadcn</a:t>
            </a:r>
            <a:endParaRPr lang="hu-HU" sz="2800" b="1" dirty="0"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pic>
        <p:nvPicPr>
          <p:cNvPr id="2054" name="Picture 6" descr="Brand Guide | TanStack">
            <a:extLst>
              <a:ext uri="{FF2B5EF4-FFF2-40B4-BE49-F238E27FC236}">
                <a16:creationId xmlns:a16="http://schemas.microsoft.com/office/drawing/2014/main" id="{CB36A0F8-3E1F-A519-BAB5-DECFF863AC4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04039" y="8617920"/>
            <a:ext cx="1581902" cy="15819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Szövegdoboz 4">
            <a:extLst>
              <a:ext uri="{FF2B5EF4-FFF2-40B4-BE49-F238E27FC236}">
                <a16:creationId xmlns:a16="http://schemas.microsoft.com/office/drawing/2014/main" id="{784D07F5-BA7B-9644-A4CE-D137AB83E08B}"/>
              </a:ext>
            </a:extLst>
          </p:cNvPr>
          <p:cNvSpPr txBox="1"/>
          <p:nvPr/>
        </p:nvSpPr>
        <p:spPr>
          <a:xfrm>
            <a:off x="3727839" y="8001000"/>
            <a:ext cx="168668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 sz="2800" b="1" dirty="0" err="1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Tanstack</a:t>
            </a:r>
            <a:endParaRPr lang="hu-HU" sz="2800" b="1" dirty="0"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pic>
        <p:nvPicPr>
          <p:cNvPr id="2050" name="Picture 2" descr="React Native - Wikipedia">
            <a:extLst>
              <a:ext uri="{FF2B5EF4-FFF2-40B4-BE49-F238E27FC236}">
                <a16:creationId xmlns:a16="http://schemas.microsoft.com/office/drawing/2014/main" id="{51626679-3E5E-278D-9617-0B95023CF98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43486" y="8675745"/>
            <a:ext cx="1576055" cy="14023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0C6D60D1-C321-408A-ABC9-031F0C776226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97846" y="2710322"/>
            <a:ext cx="3539905" cy="35399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230900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2F7B5B-E616-AE07-7567-2A8EE63D54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5" name="Csoportba foglalás 54">
            <a:extLst>
              <a:ext uri="{FF2B5EF4-FFF2-40B4-BE49-F238E27FC236}">
                <a16:creationId xmlns:a16="http://schemas.microsoft.com/office/drawing/2014/main" id="{5D2BD727-8F1F-0342-6249-477D6027FE97}"/>
              </a:ext>
            </a:extLst>
          </p:cNvPr>
          <p:cNvGrpSpPr/>
          <p:nvPr/>
        </p:nvGrpSpPr>
        <p:grpSpPr>
          <a:xfrm>
            <a:off x="19735570" y="1679293"/>
            <a:ext cx="7924802" cy="5153180"/>
            <a:chOff x="1543048" y="1158240"/>
            <a:chExt cx="5495927" cy="3573780"/>
          </a:xfrm>
          <a:solidFill>
            <a:schemeClr val="accent2">
              <a:lumMod val="60000"/>
              <a:lumOff val="40000"/>
            </a:schemeClr>
          </a:solidFill>
        </p:grpSpPr>
        <p:sp>
          <p:nvSpPr>
            <p:cNvPr id="56" name="Téglalap 55">
              <a:extLst>
                <a:ext uri="{FF2B5EF4-FFF2-40B4-BE49-F238E27FC236}">
                  <a16:creationId xmlns:a16="http://schemas.microsoft.com/office/drawing/2014/main" id="{02885515-589F-C4BC-2281-525A1B5E3ECE}"/>
                </a:ext>
              </a:extLst>
            </p:cNvPr>
            <p:cNvSpPr/>
            <p:nvPr/>
          </p:nvSpPr>
          <p:spPr>
            <a:xfrm>
              <a:off x="1543048" y="1275484"/>
              <a:ext cx="5495927" cy="3456536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grpSp>
          <p:nvGrpSpPr>
            <p:cNvPr id="57" name="Csoportba foglalás 56">
              <a:extLst>
                <a:ext uri="{FF2B5EF4-FFF2-40B4-BE49-F238E27FC236}">
                  <a16:creationId xmlns:a16="http://schemas.microsoft.com/office/drawing/2014/main" id="{07F13351-F283-92FD-38FA-F4DA0FA2714D}"/>
                </a:ext>
              </a:extLst>
            </p:cNvPr>
            <p:cNvGrpSpPr/>
            <p:nvPr/>
          </p:nvGrpSpPr>
          <p:grpSpPr>
            <a:xfrm>
              <a:off x="1543048" y="1158240"/>
              <a:ext cx="1216820" cy="739140"/>
              <a:chOff x="1543048" y="1158240"/>
              <a:chExt cx="1216820" cy="739140"/>
            </a:xfrm>
            <a:grpFill/>
          </p:grpSpPr>
          <p:sp>
            <p:nvSpPr>
              <p:cNvPr id="62" name="Téglalap: lekerekített 61">
                <a:extLst>
                  <a:ext uri="{FF2B5EF4-FFF2-40B4-BE49-F238E27FC236}">
                    <a16:creationId xmlns:a16="http://schemas.microsoft.com/office/drawing/2014/main" id="{305DD161-176A-7F8E-9F11-EBB9046EDE08}"/>
                  </a:ext>
                </a:extLst>
              </p:cNvPr>
              <p:cNvSpPr/>
              <p:nvPr/>
            </p:nvSpPr>
            <p:spPr>
              <a:xfrm>
                <a:off x="1543048" y="1158240"/>
                <a:ext cx="821551" cy="739140"/>
              </a:xfrm>
              <a:prstGeom prst="roundRect">
                <a:avLst>
                  <a:gd name="adj" fmla="val 23883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63" name="Háromszög 62">
                <a:extLst>
                  <a:ext uri="{FF2B5EF4-FFF2-40B4-BE49-F238E27FC236}">
                    <a16:creationId xmlns:a16="http://schemas.microsoft.com/office/drawing/2014/main" id="{6E2E2D8C-5FD3-C558-B6B5-C0B1D88DFDB3}"/>
                  </a:ext>
                </a:extLst>
              </p:cNvPr>
              <p:cNvSpPr/>
              <p:nvPr/>
            </p:nvSpPr>
            <p:spPr>
              <a:xfrm>
                <a:off x="2364599" y="1158240"/>
                <a:ext cx="395269" cy="118110"/>
              </a:xfrm>
              <a:prstGeom prst="triangle">
                <a:avLst>
                  <a:gd name="adj" fmla="val 76364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24" name="Téglalap 1023">
                <a:extLst>
                  <a:ext uri="{FF2B5EF4-FFF2-40B4-BE49-F238E27FC236}">
                    <a16:creationId xmlns:a16="http://schemas.microsoft.com/office/drawing/2014/main" id="{36CB0D9B-D986-D3CC-B03D-773D310D7AA2}"/>
                  </a:ext>
                </a:extLst>
              </p:cNvPr>
              <p:cNvSpPr/>
              <p:nvPr/>
            </p:nvSpPr>
            <p:spPr>
              <a:xfrm>
                <a:off x="2185988" y="1158240"/>
                <a:ext cx="481011" cy="23448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grpSp>
          <p:nvGrpSpPr>
            <p:cNvPr id="58" name="Csoportba foglalás 57">
              <a:extLst>
                <a:ext uri="{FF2B5EF4-FFF2-40B4-BE49-F238E27FC236}">
                  <a16:creationId xmlns:a16="http://schemas.microsoft.com/office/drawing/2014/main" id="{05D9A99A-363B-E2F9-5A70-EDC621B08D35}"/>
                </a:ext>
              </a:extLst>
            </p:cNvPr>
            <p:cNvGrpSpPr/>
            <p:nvPr/>
          </p:nvGrpSpPr>
          <p:grpSpPr>
            <a:xfrm flipH="1">
              <a:off x="5818343" y="1158240"/>
              <a:ext cx="1216820" cy="739140"/>
              <a:chOff x="1543048" y="1158240"/>
              <a:chExt cx="1216820" cy="739140"/>
            </a:xfrm>
            <a:grpFill/>
          </p:grpSpPr>
          <p:sp>
            <p:nvSpPr>
              <p:cNvPr id="59" name="Téglalap: lekerekített 58">
                <a:extLst>
                  <a:ext uri="{FF2B5EF4-FFF2-40B4-BE49-F238E27FC236}">
                    <a16:creationId xmlns:a16="http://schemas.microsoft.com/office/drawing/2014/main" id="{968D98BD-D033-6222-8231-54DF5CF10B57}"/>
                  </a:ext>
                </a:extLst>
              </p:cNvPr>
              <p:cNvSpPr/>
              <p:nvPr/>
            </p:nvSpPr>
            <p:spPr>
              <a:xfrm>
                <a:off x="1543048" y="1158240"/>
                <a:ext cx="821551" cy="739140"/>
              </a:xfrm>
              <a:prstGeom prst="roundRect">
                <a:avLst>
                  <a:gd name="adj" fmla="val 23883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60" name="Háromszög 59">
                <a:extLst>
                  <a:ext uri="{FF2B5EF4-FFF2-40B4-BE49-F238E27FC236}">
                    <a16:creationId xmlns:a16="http://schemas.microsoft.com/office/drawing/2014/main" id="{89792A46-8C90-8600-819C-6BB836547453}"/>
                  </a:ext>
                </a:extLst>
              </p:cNvPr>
              <p:cNvSpPr/>
              <p:nvPr/>
            </p:nvSpPr>
            <p:spPr>
              <a:xfrm>
                <a:off x="2364599" y="1158240"/>
                <a:ext cx="395269" cy="118110"/>
              </a:xfrm>
              <a:prstGeom prst="triangle">
                <a:avLst>
                  <a:gd name="adj" fmla="val 76364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61" name="Téglalap 60">
                <a:extLst>
                  <a:ext uri="{FF2B5EF4-FFF2-40B4-BE49-F238E27FC236}">
                    <a16:creationId xmlns:a16="http://schemas.microsoft.com/office/drawing/2014/main" id="{09B7F88A-C6D7-D6A3-643A-04DD2CDC6C4F}"/>
                  </a:ext>
                </a:extLst>
              </p:cNvPr>
              <p:cNvSpPr/>
              <p:nvPr/>
            </p:nvSpPr>
            <p:spPr>
              <a:xfrm>
                <a:off x="2185988" y="1158240"/>
                <a:ext cx="481011" cy="23448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</p:grpSp>
      <p:sp>
        <p:nvSpPr>
          <p:cNvPr id="1075" name="Téglalap 1074">
            <a:extLst>
              <a:ext uri="{FF2B5EF4-FFF2-40B4-BE49-F238E27FC236}">
                <a16:creationId xmlns:a16="http://schemas.microsoft.com/office/drawing/2014/main" id="{CA5D8321-4789-BD87-02B8-9F1CD9DD60D6}"/>
              </a:ext>
            </a:extLst>
          </p:cNvPr>
          <p:cNvSpPr/>
          <p:nvPr/>
        </p:nvSpPr>
        <p:spPr>
          <a:xfrm>
            <a:off x="19856074" y="1764447"/>
            <a:ext cx="7571770" cy="50680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endParaRPr lang="hu-HU" dirty="0"/>
          </a:p>
        </p:txBody>
      </p:sp>
      <p:grpSp>
        <p:nvGrpSpPr>
          <p:cNvPr id="34" name="Csoportba foglalás 33">
            <a:extLst>
              <a:ext uri="{FF2B5EF4-FFF2-40B4-BE49-F238E27FC236}">
                <a16:creationId xmlns:a16="http://schemas.microsoft.com/office/drawing/2014/main" id="{DF37B33C-BEFD-0054-5EB6-F3A0BA450944}"/>
              </a:ext>
            </a:extLst>
          </p:cNvPr>
          <p:cNvGrpSpPr/>
          <p:nvPr/>
        </p:nvGrpSpPr>
        <p:grpSpPr>
          <a:xfrm>
            <a:off x="-8724657" y="1679293"/>
            <a:ext cx="7924802" cy="5153180"/>
            <a:chOff x="1543048" y="1158240"/>
            <a:chExt cx="5495927" cy="3573780"/>
          </a:xfrm>
          <a:solidFill>
            <a:schemeClr val="bg1">
              <a:lumMod val="65000"/>
            </a:schemeClr>
          </a:solidFill>
        </p:grpSpPr>
        <p:sp>
          <p:nvSpPr>
            <p:cNvPr id="16" name="Téglalap 15">
              <a:extLst>
                <a:ext uri="{FF2B5EF4-FFF2-40B4-BE49-F238E27FC236}">
                  <a16:creationId xmlns:a16="http://schemas.microsoft.com/office/drawing/2014/main" id="{6674864F-FE54-C8A8-FD70-47E5D1373635}"/>
                </a:ext>
              </a:extLst>
            </p:cNvPr>
            <p:cNvSpPr/>
            <p:nvPr/>
          </p:nvSpPr>
          <p:spPr>
            <a:xfrm>
              <a:off x="1543048" y="1275484"/>
              <a:ext cx="5495927" cy="3456536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grpSp>
          <p:nvGrpSpPr>
            <p:cNvPr id="25" name="Csoportba foglalás 24">
              <a:extLst>
                <a:ext uri="{FF2B5EF4-FFF2-40B4-BE49-F238E27FC236}">
                  <a16:creationId xmlns:a16="http://schemas.microsoft.com/office/drawing/2014/main" id="{00BFE06C-FA07-40D6-8129-7250D39035DC}"/>
                </a:ext>
              </a:extLst>
            </p:cNvPr>
            <p:cNvGrpSpPr/>
            <p:nvPr/>
          </p:nvGrpSpPr>
          <p:grpSpPr>
            <a:xfrm>
              <a:off x="1543048" y="1158240"/>
              <a:ext cx="1216820" cy="739140"/>
              <a:chOff x="1543048" y="1158240"/>
              <a:chExt cx="1216820" cy="739140"/>
            </a:xfrm>
            <a:grpFill/>
          </p:grpSpPr>
          <p:sp>
            <p:nvSpPr>
              <p:cNvPr id="17" name="Téglalap: lekerekített 16">
                <a:extLst>
                  <a:ext uri="{FF2B5EF4-FFF2-40B4-BE49-F238E27FC236}">
                    <a16:creationId xmlns:a16="http://schemas.microsoft.com/office/drawing/2014/main" id="{69E4EE2A-AFE2-C71B-EC42-0C807F2A9106}"/>
                  </a:ext>
                </a:extLst>
              </p:cNvPr>
              <p:cNvSpPr/>
              <p:nvPr/>
            </p:nvSpPr>
            <p:spPr>
              <a:xfrm>
                <a:off x="1543048" y="1158240"/>
                <a:ext cx="821551" cy="739140"/>
              </a:xfrm>
              <a:prstGeom prst="roundRect">
                <a:avLst>
                  <a:gd name="adj" fmla="val 23883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9" name="Háromszög 18">
                <a:extLst>
                  <a:ext uri="{FF2B5EF4-FFF2-40B4-BE49-F238E27FC236}">
                    <a16:creationId xmlns:a16="http://schemas.microsoft.com/office/drawing/2014/main" id="{EB429B6E-7706-D063-C06D-C5F49942EC12}"/>
                  </a:ext>
                </a:extLst>
              </p:cNvPr>
              <p:cNvSpPr/>
              <p:nvPr/>
            </p:nvSpPr>
            <p:spPr>
              <a:xfrm>
                <a:off x="2364599" y="1158240"/>
                <a:ext cx="395269" cy="118110"/>
              </a:xfrm>
              <a:prstGeom prst="triangle">
                <a:avLst>
                  <a:gd name="adj" fmla="val 76364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20" name="Téglalap 19">
                <a:extLst>
                  <a:ext uri="{FF2B5EF4-FFF2-40B4-BE49-F238E27FC236}">
                    <a16:creationId xmlns:a16="http://schemas.microsoft.com/office/drawing/2014/main" id="{9C1350BD-950E-5388-D8EB-599053CC49E9}"/>
                  </a:ext>
                </a:extLst>
              </p:cNvPr>
              <p:cNvSpPr/>
              <p:nvPr/>
            </p:nvSpPr>
            <p:spPr>
              <a:xfrm>
                <a:off x="2185988" y="1158240"/>
                <a:ext cx="481011" cy="23448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grpSp>
          <p:nvGrpSpPr>
            <p:cNvPr id="30" name="Csoportba foglalás 29">
              <a:extLst>
                <a:ext uri="{FF2B5EF4-FFF2-40B4-BE49-F238E27FC236}">
                  <a16:creationId xmlns:a16="http://schemas.microsoft.com/office/drawing/2014/main" id="{FAF77FE8-1743-69D3-6E38-3717AA0B85E1}"/>
                </a:ext>
              </a:extLst>
            </p:cNvPr>
            <p:cNvGrpSpPr/>
            <p:nvPr/>
          </p:nvGrpSpPr>
          <p:grpSpPr>
            <a:xfrm flipH="1">
              <a:off x="5818343" y="1158240"/>
              <a:ext cx="1216820" cy="739140"/>
              <a:chOff x="1543048" y="1158240"/>
              <a:chExt cx="1216820" cy="739140"/>
            </a:xfrm>
            <a:grpFill/>
          </p:grpSpPr>
          <p:sp>
            <p:nvSpPr>
              <p:cNvPr id="31" name="Téglalap: lekerekített 30">
                <a:extLst>
                  <a:ext uri="{FF2B5EF4-FFF2-40B4-BE49-F238E27FC236}">
                    <a16:creationId xmlns:a16="http://schemas.microsoft.com/office/drawing/2014/main" id="{A85E0D6B-F792-97A8-EE1D-C727F40134DB}"/>
                  </a:ext>
                </a:extLst>
              </p:cNvPr>
              <p:cNvSpPr/>
              <p:nvPr/>
            </p:nvSpPr>
            <p:spPr>
              <a:xfrm>
                <a:off x="1543048" y="1158240"/>
                <a:ext cx="821551" cy="739140"/>
              </a:xfrm>
              <a:prstGeom prst="roundRect">
                <a:avLst>
                  <a:gd name="adj" fmla="val 23883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2" name="Háromszög 31">
                <a:extLst>
                  <a:ext uri="{FF2B5EF4-FFF2-40B4-BE49-F238E27FC236}">
                    <a16:creationId xmlns:a16="http://schemas.microsoft.com/office/drawing/2014/main" id="{683E04EA-F791-D807-10A5-53B9296FEC6A}"/>
                  </a:ext>
                </a:extLst>
              </p:cNvPr>
              <p:cNvSpPr/>
              <p:nvPr/>
            </p:nvSpPr>
            <p:spPr>
              <a:xfrm>
                <a:off x="2364599" y="1158240"/>
                <a:ext cx="395269" cy="118110"/>
              </a:xfrm>
              <a:prstGeom prst="triangle">
                <a:avLst>
                  <a:gd name="adj" fmla="val 76364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" name="Téglalap 32">
                <a:extLst>
                  <a:ext uri="{FF2B5EF4-FFF2-40B4-BE49-F238E27FC236}">
                    <a16:creationId xmlns:a16="http://schemas.microsoft.com/office/drawing/2014/main" id="{1D108D3B-F600-8CD0-FDE2-B5D72D4F87B9}"/>
                  </a:ext>
                </a:extLst>
              </p:cNvPr>
              <p:cNvSpPr/>
              <p:nvPr/>
            </p:nvSpPr>
            <p:spPr>
              <a:xfrm>
                <a:off x="2185988" y="1158240"/>
                <a:ext cx="481011" cy="23448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</p:grpSp>
      <p:sp>
        <p:nvSpPr>
          <p:cNvPr id="1076" name="Téglalap 1075">
            <a:extLst>
              <a:ext uri="{FF2B5EF4-FFF2-40B4-BE49-F238E27FC236}">
                <a16:creationId xmlns:a16="http://schemas.microsoft.com/office/drawing/2014/main" id="{3FB575BB-AF77-3349-B331-9939F3275341}"/>
              </a:ext>
            </a:extLst>
          </p:cNvPr>
          <p:cNvSpPr/>
          <p:nvPr/>
        </p:nvSpPr>
        <p:spPr>
          <a:xfrm>
            <a:off x="-51361" y="0"/>
            <a:ext cx="12288196" cy="688577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r>
              <a:rPr lang="hu-HU" sz="6000" dirty="0">
                <a:solidFill>
                  <a:schemeClr val="tx1"/>
                </a:solidFill>
                <a:latin typeface="Bodoni MT" panose="02070603080606020203" pitchFamily="18" charset="0"/>
              </a:rPr>
              <a:t>Frontend</a:t>
            </a:r>
          </a:p>
          <a:p>
            <a:pPr algn="ctr"/>
            <a:endParaRPr lang="hu-HU" sz="4400" dirty="0">
              <a:solidFill>
                <a:schemeClr val="tx1"/>
              </a:solidFill>
              <a:latin typeface="Bodoni MT" panose="02070603080606020203" pitchFamily="18" charset="0"/>
            </a:endParaRPr>
          </a:p>
        </p:txBody>
      </p:sp>
      <p:pic>
        <p:nvPicPr>
          <p:cNvPr id="1044" name="Kép 1043">
            <a:extLst>
              <a:ext uri="{FF2B5EF4-FFF2-40B4-BE49-F238E27FC236}">
                <a16:creationId xmlns:a16="http://schemas.microsoft.com/office/drawing/2014/main" id="{A59D58D5-62DA-DBF1-14CA-921FE8A28149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artisticBlur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82550" y="1789974"/>
            <a:ext cx="7552866" cy="480060"/>
          </a:xfrm>
          <a:prstGeom prst="rect">
            <a:avLst/>
          </a:prstGeom>
          <a:effectLst/>
        </p:spPr>
      </p:pic>
      <p:grpSp>
        <p:nvGrpSpPr>
          <p:cNvPr id="45" name="Csoportba foglalás 44">
            <a:extLst>
              <a:ext uri="{FF2B5EF4-FFF2-40B4-BE49-F238E27FC236}">
                <a16:creationId xmlns:a16="http://schemas.microsoft.com/office/drawing/2014/main" id="{212F36A7-00C5-9328-FCBE-AEEA241986AA}"/>
              </a:ext>
            </a:extLst>
          </p:cNvPr>
          <p:cNvGrpSpPr/>
          <p:nvPr/>
        </p:nvGrpSpPr>
        <p:grpSpPr>
          <a:xfrm>
            <a:off x="-8730153" y="5416324"/>
            <a:ext cx="7924802" cy="1614829"/>
            <a:chOff x="1543048" y="1158240"/>
            <a:chExt cx="5495927" cy="3573780"/>
          </a:xfrm>
          <a:solidFill>
            <a:schemeClr val="bg2">
              <a:lumMod val="90000"/>
            </a:schemeClr>
          </a:solidFill>
        </p:grpSpPr>
        <p:sp>
          <p:nvSpPr>
            <p:cNvPr id="46" name="Téglalap 45">
              <a:extLst>
                <a:ext uri="{FF2B5EF4-FFF2-40B4-BE49-F238E27FC236}">
                  <a16:creationId xmlns:a16="http://schemas.microsoft.com/office/drawing/2014/main" id="{2C329B40-04B3-EAB5-81C4-2CAB663E8F30}"/>
                </a:ext>
              </a:extLst>
            </p:cNvPr>
            <p:cNvSpPr/>
            <p:nvPr/>
          </p:nvSpPr>
          <p:spPr>
            <a:xfrm>
              <a:off x="1543048" y="1275484"/>
              <a:ext cx="5495927" cy="3456536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grpSp>
          <p:nvGrpSpPr>
            <p:cNvPr id="47" name="Csoportba foglalás 46">
              <a:extLst>
                <a:ext uri="{FF2B5EF4-FFF2-40B4-BE49-F238E27FC236}">
                  <a16:creationId xmlns:a16="http://schemas.microsoft.com/office/drawing/2014/main" id="{4999730A-3136-0759-0A0A-C06D99FB75A6}"/>
                </a:ext>
              </a:extLst>
            </p:cNvPr>
            <p:cNvGrpSpPr/>
            <p:nvPr/>
          </p:nvGrpSpPr>
          <p:grpSpPr>
            <a:xfrm>
              <a:off x="1543048" y="1158240"/>
              <a:ext cx="1216820" cy="739140"/>
              <a:chOff x="1543048" y="1158240"/>
              <a:chExt cx="1216820" cy="739140"/>
            </a:xfrm>
            <a:grpFill/>
          </p:grpSpPr>
          <p:sp>
            <p:nvSpPr>
              <p:cNvPr id="52" name="Téglalap: lekerekített 51">
                <a:extLst>
                  <a:ext uri="{FF2B5EF4-FFF2-40B4-BE49-F238E27FC236}">
                    <a16:creationId xmlns:a16="http://schemas.microsoft.com/office/drawing/2014/main" id="{D967749D-6FDF-C523-A574-FA7A80CC6BDC}"/>
                  </a:ext>
                </a:extLst>
              </p:cNvPr>
              <p:cNvSpPr/>
              <p:nvPr/>
            </p:nvSpPr>
            <p:spPr>
              <a:xfrm>
                <a:off x="1543048" y="1158240"/>
                <a:ext cx="821551" cy="739140"/>
              </a:xfrm>
              <a:prstGeom prst="roundRect">
                <a:avLst>
                  <a:gd name="adj" fmla="val 23883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53" name="Háromszög 52">
                <a:extLst>
                  <a:ext uri="{FF2B5EF4-FFF2-40B4-BE49-F238E27FC236}">
                    <a16:creationId xmlns:a16="http://schemas.microsoft.com/office/drawing/2014/main" id="{E3557FDE-0A4E-E2B2-7D50-1DAF53EB6EEA}"/>
                  </a:ext>
                </a:extLst>
              </p:cNvPr>
              <p:cNvSpPr/>
              <p:nvPr/>
            </p:nvSpPr>
            <p:spPr>
              <a:xfrm>
                <a:off x="2364599" y="1158240"/>
                <a:ext cx="395269" cy="118110"/>
              </a:xfrm>
              <a:prstGeom prst="triangle">
                <a:avLst>
                  <a:gd name="adj" fmla="val 76364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54" name="Téglalap 53">
                <a:extLst>
                  <a:ext uri="{FF2B5EF4-FFF2-40B4-BE49-F238E27FC236}">
                    <a16:creationId xmlns:a16="http://schemas.microsoft.com/office/drawing/2014/main" id="{BB140A5E-53B3-B6C5-7877-C28DBED3A7DE}"/>
                  </a:ext>
                </a:extLst>
              </p:cNvPr>
              <p:cNvSpPr/>
              <p:nvPr/>
            </p:nvSpPr>
            <p:spPr>
              <a:xfrm>
                <a:off x="2185988" y="1158240"/>
                <a:ext cx="481011" cy="23448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grpSp>
          <p:nvGrpSpPr>
            <p:cNvPr id="48" name="Csoportba foglalás 47">
              <a:extLst>
                <a:ext uri="{FF2B5EF4-FFF2-40B4-BE49-F238E27FC236}">
                  <a16:creationId xmlns:a16="http://schemas.microsoft.com/office/drawing/2014/main" id="{4915381B-B2BB-49D8-4588-0D5A4B057DD7}"/>
                </a:ext>
              </a:extLst>
            </p:cNvPr>
            <p:cNvGrpSpPr/>
            <p:nvPr/>
          </p:nvGrpSpPr>
          <p:grpSpPr>
            <a:xfrm flipH="1">
              <a:off x="5818343" y="1158240"/>
              <a:ext cx="1216820" cy="739140"/>
              <a:chOff x="1543048" y="1158240"/>
              <a:chExt cx="1216820" cy="739140"/>
            </a:xfrm>
            <a:grpFill/>
          </p:grpSpPr>
          <p:sp>
            <p:nvSpPr>
              <p:cNvPr id="49" name="Téglalap: lekerekített 48">
                <a:extLst>
                  <a:ext uri="{FF2B5EF4-FFF2-40B4-BE49-F238E27FC236}">
                    <a16:creationId xmlns:a16="http://schemas.microsoft.com/office/drawing/2014/main" id="{D696A63A-0546-D6C9-7D39-EC236D2CB72B}"/>
                  </a:ext>
                </a:extLst>
              </p:cNvPr>
              <p:cNvSpPr/>
              <p:nvPr/>
            </p:nvSpPr>
            <p:spPr>
              <a:xfrm>
                <a:off x="1543048" y="1158240"/>
                <a:ext cx="821551" cy="739140"/>
              </a:xfrm>
              <a:prstGeom prst="roundRect">
                <a:avLst>
                  <a:gd name="adj" fmla="val 23883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50" name="Háromszög 49">
                <a:extLst>
                  <a:ext uri="{FF2B5EF4-FFF2-40B4-BE49-F238E27FC236}">
                    <a16:creationId xmlns:a16="http://schemas.microsoft.com/office/drawing/2014/main" id="{C15FF3F4-CAFB-607B-BAAF-0FA32A08E396}"/>
                  </a:ext>
                </a:extLst>
              </p:cNvPr>
              <p:cNvSpPr/>
              <p:nvPr/>
            </p:nvSpPr>
            <p:spPr>
              <a:xfrm>
                <a:off x="2364599" y="1158240"/>
                <a:ext cx="395269" cy="118110"/>
              </a:xfrm>
              <a:prstGeom prst="triangle">
                <a:avLst>
                  <a:gd name="adj" fmla="val 76364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51" name="Téglalap 50">
                <a:extLst>
                  <a:ext uri="{FF2B5EF4-FFF2-40B4-BE49-F238E27FC236}">
                    <a16:creationId xmlns:a16="http://schemas.microsoft.com/office/drawing/2014/main" id="{9AB79A6B-4A34-B197-289D-A9751F624912}"/>
                  </a:ext>
                </a:extLst>
              </p:cNvPr>
              <p:cNvSpPr/>
              <p:nvPr/>
            </p:nvSpPr>
            <p:spPr>
              <a:xfrm>
                <a:off x="2185988" y="1158240"/>
                <a:ext cx="481011" cy="23448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</p:grpSp>
      <p:pic>
        <p:nvPicPr>
          <p:cNvPr id="1045" name="Kép 1044">
            <a:extLst>
              <a:ext uri="{FF2B5EF4-FFF2-40B4-BE49-F238E27FC236}">
                <a16:creationId xmlns:a16="http://schemas.microsoft.com/office/drawing/2014/main" id="{00ADAB07-B866-0452-29B2-9DD96EF7427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artisticBlur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9865526" y="1789974"/>
            <a:ext cx="7552866" cy="480060"/>
          </a:xfrm>
          <a:prstGeom prst="rect">
            <a:avLst/>
          </a:prstGeom>
          <a:effectLst/>
        </p:spPr>
      </p:pic>
      <p:grpSp>
        <p:nvGrpSpPr>
          <p:cNvPr id="1025" name="Csoportba foglalás 1024">
            <a:extLst>
              <a:ext uri="{FF2B5EF4-FFF2-40B4-BE49-F238E27FC236}">
                <a16:creationId xmlns:a16="http://schemas.microsoft.com/office/drawing/2014/main" id="{7B9937D3-039A-28AA-9508-B9D97A76DC56}"/>
              </a:ext>
            </a:extLst>
          </p:cNvPr>
          <p:cNvGrpSpPr/>
          <p:nvPr/>
        </p:nvGrpSpPr>
        <p:grpSpPr>
          <a:xfrm>
            <a:off x="19741288" y="1817423"/>
            <a:ext cx="7924802" cy="5068026"/>
            <a:chOff x="1543048" y="1158240"/>
            <a:chExt cx="5495927" cy="3573780"/>
          </a:xfrm>
          <a:solidFill>
            <a:schemeClr val="accent2">
              <a:lumMod val="40000"/>
              <a:lumOff val="60000"/>
            </a:schemeClr>
          </a:solidFill>
        </p:grpSpPr>
        <p:sp>
          <p:nvSpPr>
            <p:cNvPr id="1027" name="Téglalap 1026">
              <a:extLst>
                <a:ext uri="{FF2B5EF4-FFF2-40B4-BE49-F238E27FC236}">
                  <a16:creationId xmlns:a16="http://schemas.microsoft.com/office/drawing/2014/main" id="{BB8EDF0D-4097-D53F-05EB-4E9FA28D4374}"/>
                </a:ext>
              </a:extLst>
            </p:cNvPr>
            <p:cNvSpPr/>
            <p:nvPr/>
          </p:nvSpPr>
          <p:spPr>
            <a:xfrm>
              <a:off x="1543048" y="1275484"/>
              <a:ext cx="5495927" cy="3456536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grpSp>
          <p:nvGrpSpPr>
            <p:cNvPr id="1028" name="Csoportba foglalás 1027">
              <a:extLst>
                <a:ext uri="{FF2B5EF4-FFF2-40B4-BE49-F238E27FC236}">
                  <a16:creationId xmlns:a16="http://schemas.microsoft.com/office/drawing/2014/main" id="{1C01EE43-08AA-CB18-3C32-3D843B52E95D}"/>
                </a:ext>
              </a:extLst>
            </p:cNvPr>
            <p:cNvGrpSpPr/>
            <p:nvPr/>
          </p:nvGrpSpPr>
          <p:grpSpPr>
            <a:xfrm>
              <a:off x="1543048" y="1158240"/>
              <a:ext cx="1216820" cy="739140"/>
              <a:chOff x="1543048" y="1158240"/>
              <a:chExt cx="1216820" cy="739140"/>
            </a:xfrm>
            <a:grpFill/>
          </p:grpSpPr>
          <p:sp>
            <p:nvSpPr>
              <p:cNvPr id="1033" name="Téglalap: lekerekített 1032">
                <a:extLst>
                  <a:ext uri="{FF2B5EF4-FFF2-40B4-BE49-F238E27FC236}">
                    <a16:creationId xmlns:a16="http://schemas.microsoft.com/office/drawing/2014/main" id="{80F494B7-1F72-8A8E-FD32-2ABF808454E3}"/>
                  </a:ext>
                </a:extLst>
              </p:cNvPr>
              <p:cNvSpPr/>
              <p:nvPr/>
            </p:nvSpPr>
            <p:spPr>
              <a:xfrm>
                <a:off x="1543048" y="1158240"/>
                <a:ext cx="821551" cy="739140"/>
              </a:xfrm>
              <a:prstGeom prst="roundRect">
                <a:avLst>
                  <a:gd name="adj" fmla="val 23883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34" name="Háromszög 1033">
                <a:extLst>
                  <a:ext uri="{FF2B5EF4-FFF2-40B4-BE49-F238E27FC236}">
                    <a16:creationId xmlns:a16="http://schemas.microsoft.com/office/drawing/2014/main" id="{4962E07B-8A93-3110-A770-F5F446232FD0}"/>
                  </a:ext>
                </a:extLst>
              </p:cNvPr>
              <p:cNvSpPr/>
              <p:nvPr/>
            </p:nvSpPr>
            <p:spPr>
              <a:xfrm>
                <a:off x="2364599" y="1158240"/>
                <a:ext cx="395269" cy="118110"/>
              </a:xfrm>
              <a:prstGeom prst="triangle">
                <a:avLst>
                  <a:gd name="adj" fmla="val 76364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35" name="Téglalap 1034">
                <a:extLst>
                  <a:ext uri="{FF2B5EF4-FFF2-40B4-BE49-F238E27FC236}">
                    <a16:creationId xmlns:a16="http://schemas.microsoft.com/office/drawing/2014/main" id="{CD6118AA-06B6-35CC-1EDD-F1A89BAB15CE}"/>
                  </a:ext>
                </a:extLst>
              </p:cNvPr>
              <p:cNvSpPr/>
              <p:nvPr/>
            </p:nvSpPr>
            <p:spPr>
              <a:xfrm>
                <a:off x="2185988" y="1158240"/>
                <a:ext cx="481011" cy="23448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grpSp>
          <p:nvGrpSpPr>
            <p:cNvPr id="1029" name="Csoportba foglalás 1028">
              <a:extLst>
                <a:ext uri="{FF2B5EF4-FFF2-40B4-BE49-F238E27FC236}">
                  <a16:creationId xmlns:a16="http://schemas.microsoft.com/office/drawing/2014/main" id="{97651B4B-E960-92A1-18B3-947ED31D173F}"/>
                </a:ext>
              </a:extLst>
            </p:cNvPr>
            <p:cNvGrpSpPr/>
            <p:nvPr/>
          </p:nvGrpSpPr>
          <p:grpSpPr>
            <a:xfrm flipH="1">
              <a:off x="5818343" y="1158240"/>
              <a:ext cx="1216820" cy="739140"/>
              <a:chOff x="1543048" y="1158240"/>
              <a:chExt cx="1216820" cy="739140"/>
            </a:xfrm>
            <a:grpFill/>
          </p:grpSpPr>
          <p:sp>
            <p:nvSpPr>
              <p:cNvPr id="1030" name="Téglalap: lekerekített 1029">
                <a:extLst>
                  <a:ext uri="{FF2B5EF4-FFF2-40B4-BE49-F238E27FC236}">
                    <a16:creationId xmlns:a16="http://schemas.microsoft.com/office/drawing/2014/main" id="{6C3C080E-7ED4-24D6-EC6B-0AA04C53FFE8}"/>
                  </a:ext>
                </a:extLst>
              </p:cNvPr>
              <p:cNvSpPr/>
              <p:nvPr/>
            </p:nvSpPr>
            <p:spPr>
              <a:xfrm>
                <a:off x="1543048" y="1158240"/>
                <a:ext cx="821551" cy="739140"/>
              </a:xfrm>
              <a:prstGeom prst="roundRect">
                <a:avLst>
                  <a:gd name="adj" fmla="val 23883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31" name="Háromszög 1030">
                <a:extLst>
                  <a:ext uri="{FF2B5EF4-FFF2-40B4-BE49-F238E27FC236}">
                    <a16:creationId xmlns:a16="http://schemas.microsoft.com/office/drawing/2014/main" id="{167C4E65-1CD1-4D9C-A168-C210242B89BB}"/>
                  </a:ext>
                </a:extLst>
              </p:cNvPr>
              <p:cNvSpPr/>
              <p:nvPr/>
            </p:nvSpPr>
            <p:spPr>
              <a:xfrm>
                <a:off x="2364599" y="1158240"/>
                <a:ext cx="395269" cy="118110"/>
              </a:xfrm>
              <a:prstGeom prst="triangle">
                <a:avLst>
                  <a:gd name="adj" fmla="val 76364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32" name="Téglalap 1031">
                <a:extLst>
                  <a:ext uri="{FF2B5EF4-FFF2-40B4-BE49-F238E27FC236}">
                    <a16:creationId xmlns:a16="http://schemas.microsoft.com/office/drawing/2014/main" id="{50952A96-6A9D-89D3-F0D0-1EE5A1FF371A}"/>
                  </a:ext>
                </a:extLst>
              </p:cNvPr>
              <p:cNvSpPr/>
              <p:nvPr/>
            </p:nvSpPr>
            <p:spPr>
              <a:xfrm>
                <a:off x="2185988" y="1158240"/>
                <a:ext cx="481011" cy="23448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</p:grpSp>
      <p:sp>
        <p:nvSpPr>
          <p:cNvPr id="1050" name="Téglalap 1049">
            <a:extLst>
              <a:ext uri="{FF2B5EF4-FFF2-40B4-BE49-F238E27FC236}">
                <a16:creationId xmlns:a16="http://schemas.microsoft.com/office/drawing/2014/main" id="{0DD15C30-FAD1-0091-7049-22BDE5428632}"/>
              </a:ext>
            </a:extLst>
          </p:cNvPr>
          <p:cNvSpPr/>
          <p:nvPr/>
        </p:nvSpPr>
        <p:spPr>
          <a:xfrm>
            <a:off x="10069655" y="6072649"/>
            <a:ext cx="4324574" cy="1080226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1051" name="Téglalap: felső két sarkán levágva 1050">
            <a:extLst>
              <a:ext uri="{FF2B5EF4-FFF2-40B4-BE49-F238E27FC236}">
                <a16:creationId xmlns:a16="http://schemas.microsoft.com/office/drawing/2014/main" id="{E0E211BE-22F4-98BC-EA17-F86AF556F9D0}"/>
              </a:ext>
            </a:extLst>
          </p:cNvPr>
          <p:cNvSpPr/>
          <p:nvPr/>
        </p:nvSpPr>
        <p:spPr>
          <a:xfrm rot="10800000">
            <a:off x="9899052" y="5758071"/>
            <a:ext cx="4608000" cy="314577"/>
          </a:xfrm>
          <a:prstGeom prst="snip2SameRect">
            <a:avLst>
              <a:gd name="adj1" fmla="val 27265"/>
              <a:gd name="adj2" fmla="val 0"/>
            </a:avLst>
          </a:prstGeom>
          <a:solidFill>
            <a:srgbClr val="D9D9D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pic>
        <p:nvPicPr>
          <p:cNvPr id="1047" name="Kép 1046">
            <a:extLst>
              <a:ext uri="{FF2B5EF4-FFF2-40B4-BE49-F238E27FC236}">
                <a16:creationId xmlns:a16="http://schemas.microsoft.com/office/drawing/2014/main" id="{90F425DA-DDB4-D5B8-8303-EB64DFB87BA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65871" y="2367538"/>
            <a:ext cx="3968441" cy="3968441"/>
          </a:xfrm>
          <a:prstGeom prst="rect">
            <a:avLst/>
          </a:prstGeom>
        </p:spPr>
      </p:pic>
      <p:pic>
        <p:nvPicPr>
          <p:cNvPr id="1049" name="Kép 1048">
            <a:extLst>
              <a:ext uri="{FF2B5EF4-FFF2-40B4-BE49-F238E27FC236}">
                <a16:creationId xmlns:a16="http://schemas.microsoft.com/office/drawing/2014/main" id="{989D34AA-AA4B-3404-6A59-BABE905153D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92693" y="2367539"/>
            <a:ext cx="3968441" cy="3968441"/>
          </a:xfrm>
          <a:prstGeom prst="rect">
            <a:avLst/>
          </a:prstGeom>
        </p:spPr>
      </p:pic>
      <p:pic>
        <p:nvPicPr>
          <p:cNvPr id="1074" name="Kép 1073">
            <a:extLst>
              <a:ext uri="{FF2B5EF4-FFF2-40B4-BE49-F238E27FC236}">
                <a16:creationId xmlns:a16="http://schemas.microsoft.com/office/drawing/2014/main" id="{3C699A52-055C-8D78-3DD3-2F537187F0A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80417" y="-5158151"/>
            <a:ext cx="8985673" cy="5990449"/>
          </a:xfrm>
          <a:prstGeom prst="rect">
            <a:avLst/>
          </a:prstGeom>
        </p:spPr>
      </p:pic>
      <p:pic>
        <p:nvPicPr>
          <p:cNvPr id="2" name="Picture 2">
            <a:extLst>
              <a:ext uri="{FF2B5EF4-FFF2-40B4-BE49-F238E27FC236}">
                <a16:creationId xmlns:a16="http://schemas.microsoft.com/office/drawing/2014/main" id="{735C0345-F53E-98EC-AF48-20579D19C98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7714" y="500519"/>
            <a:ext cx="1981535" cy="1981535"/>
          </a:xfrm>
          <a:prstGeom prst="rect">
            <a:avLst/>
          </a:prstGeom>
          <a:solidFill>
            <a:srgbClr val="DF6266"/>
          </a:solidFill>
        </p:spPr>
      </p:pic>
      <p:pic>
        <p:nvPicPr>
          <p:cNvPr id="2052" name="Picture 4">
            <a:extLst>
              <a:ext uri="{FF2B5EF4-FFF2-40B4-BE49-F238E27FC236}">
                <a16:creationId xmlns:a16="http://schemas.microsoft.com/office/drawing/2014/main" id="{89640D74-225A-6BF7-D03A-C9872F6C026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61589" y="4826970"/>
            <a:ext cx="1581902" cy="15819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Szövegdoboz 2">
            <a:extLst>
              <a:ext uri="{FF2B5EF4-FFF2-40B4-BE49-F238E27FC236}">
                <a16:creationId xmlns:a16="http://schemas.microsoft.com/office/drawing/2014/main" id="{824E30BB-286C-50B9-0D44-1035888DFF9D}"/>
              </a:ext>
            </a:extLst>
          </p:cNvPr>
          <p:cNvSpPr txBox="1"/>
          <p:nvPr/>
        </p:nvSpPr>
        <p:spPr>
          <a:xfrm>
            <a:off x="5195363" y="4210050"/>
            <a:ext cx="112562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 sz="2800" b="1" dirty="0" err="1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React</a:t>
            </a:r>
            <a:endParaRPr lang="hu-HU" sz="2800" b="1" dirty="0"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4" name="Szövegdoboz 3">
            <a:extLst>
              <a:ext uri="{FF2B5EF4-FFF2-40B4-BE49-F238E27FC236}">
                <a16:creationId xmlns:a16="http://schemas.microsoft.com/office/drawing/2014/main" id="{A7EBCA0C-3008-4DA9-9C38-5037B7C21215}"/>
              </a:ext>
            </a:extLst>
          </p:cNvPr>
          <p:cNvSpPr txBox="1"/>
          <p:nvPr/>
        </p:nvSpPr>
        <p:spPr>
          <a:xfrm>
            <a:off x="7187957" y="4210050"/>
            <a:ext cx="140775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 sz="2800" b="1" dirty="0" err="1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Shadcn</a:t>
            </a:r>
            <a:endParaRPr lang="hu-HU" sz="2800" b="1" dirty="0"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pic>
        <p:nvPicPr>
          <p:cNvPr id="2054" name="Picture 6" descr="Brand Guide | TanStack">
            <a:extLst>
              <a:ext uri="{FF2B5EF4-FFF2-40B4-BE49-F238E27FC236}">
                <a16:creationId xmlns:a16="http://schemas.microsoft.com/office/drawing/2014/main" id="{0E88487F-13CE-53C6-63B5-3A0F7D13B15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08689" y="4826970"/>
            <a:ext cx="1581902" cy="15819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Szövegdoboz 4">
            <a:extLst>
              <a:ext uri="{FF2B5EF4-FFF2-40B4-BE49-F238E27FC236}">
                <a16:creationId xmlns:a16="http://schemas.microsoft.com/office/drawing/2014/main" id="{A1B4D9A8-5CDF-A644-C276-0BE9072DBA9C}"/>
              </a:ext>
            </a:extLst>
          </p:cNvPr>
          <p:cNvSpPr txBox="1"/>
          <p:nvPr/>
        </p:nvSpPr>
        <p:spPr>
          <a:xfrm>
            <a:off x="2832489" y="4210050"/>
            <a:ext cx="168668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 sz="2800" b="1" dirty="0" err="1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Tanstack</a:t>
            </a:r>
            <a:endParaRPr lang="hu-HU" sz="2800" b="1" dirty="0"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pic>
        <p:nvPicPr>
          <p:cNvPr id="2050" name="Picture 2" descr="React Native - Wikipedia">
            <a:extLst>
              <a:ext uri="{FF2B5EF4-FFF2-40B4-BE49-F238E27FC236}">
                <a16:creationId xmlns:a16="http://schemas.microsoft.com/office/drawing/2014/main" id="{2FF6EFD4-4F6F-BF23-5D29-52B145A93B3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48136" y="4884795"/>
            <a:ext cx="1576055" cy="14023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02BF6A1F-0F16-685A-FEF3-AA74B2CBAA8B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97846" y="2710322"/>
            <a:ext cx="3539905" cy="35399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6679011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11F6EF-0CC1-E680-8F15-06C092210C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5" name="Csoportba foglalás 54">
            <a:extLst>
              <a:ext uri="{FF2B5EF4-FFF2-40B4-BE49-F238E27FC236}">
                <a16:creationId xmlns:a16="http://schemas.microsoft.com/office/drawing/2014/main" id="{290B1CB0-5EF9-28FA-2228-91A35064DFBB}"/>
              </a:ext>
            </a:extLst>
          </p:cNvPr>
          <p:cNvGrpSpPr/>
          <p:nvPr/>
        </p:nvGrpSpPr>
        <p:grpSpPr>
          <a:xfrm>
            <a:off x="19735570" y="1679293"/>
            <a:ext cx="7924802" cy="5153180"/>
            <a:chOff x="1543048" y="1158240"/>
            <a:chExt cx="5495927" cy="3573780"/>
          </a:xfrm>
          <a:solidFill>
            <a:schemeClr val="accent2">
              <a:lumMod val="60000"/>
              <a:lumOff val="40000"/>
            </a:schemeClr>
          </a:solidFill>
        </p:grpSpPr>
        <p:sp>
          <p:nvSpPr>
            <p:cNvPr id="56" name="Téglalap 55">
              <a:extLst>
                <a:ext uri="{FF2B5EF4-FFF2-40B4-BE49-F238E27FC236}">
                  <a16:creationId xmlns:a16="http://schemas.microsoft.com/office/drawing/2014/main" id="{1641CD5E-56A2-130B-DA21-EE62B97AE069}"/>
                </a:ext>
              </a:extLst>
            </p:cNvPr>
            <p:cNvSpPr/>
            <p:nvPr/>
          </p:nvSpPr>
          <p:spPr>
            <a:xfrm>
              <a:off x="1543048" y="1275484"/>
              <a:ext cx="5495927" cy="3456536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grpSp>
          <p:nvGrpSpPr>
            <p:cNvPr id="57" name="Csoportba foglalás 56">
              <a:extLst>
                <a:ext uri="{FF2B5EF4-FFF2-40B4-BE49-F238E27FC236}">
                  <a16:creationId xmlns:a16="http://schemas.microsoft.com/office/drawing/2014/main" id="{DA1183F0-1ACF-B507-B44A-99D5F46B2A97}"/>
                </a:ext>
              </a:extLst>
            </p:cNvPr>
            <p:cNvGrpSpPr/>
            <p:nvPr/>
          </p:nvGrpSpPr>
          <p:grpSpPr>
            <a:xfrm>
              <a:off x="1543048" y="1158240"/>
              <a:ext cx="1216820" cy="739140"/>
              <a:chOff x="1543048" y="1158240"/>
              <a:chExt cx="1216820" cy="739140"/>
            </a:xfrm>
            <a:grpFill/>
          </p:grpSpPr>
          <p:sp>
            <p:nvSpPr>
              <p:cNvPr id="62" name="Téglalap: lekerekített 61">
                <a:extLst>
                  <a:ext uri="{FF2B5EF4-FFF2-40B4-BE49-F238E27FC236}">
                    <a16:creationId xmlns:a16="http://schemas.microsoft.com/office/drawing/2014/main" id="{DD8F7FDE-7A32-5B72-E12D-62917DDCFE09}"/>
                  </a:ext>
                </a:extLst>
              </p:cNvPr>
              <p:cNvSpPr/>
              <p:nvPr/>
            </p:nvSpPr>
            <p:spPr>
              <a:xfrm>
                <a:off x="1543048" y="1158240"/>
                <a:ext cx="821551" cy="739140"/>
              </a:xfrm>
              <a:prstGeom prst="roundRect">
                <a:avLst>
                  <a:gd name="adj" fmla="val 23883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63" name="Háromszög 62">
                <a:extLst>
                  <a:ext uri="{FF2B5EF4-FFF2-40B4-BE49-F238E27FC236}">
                    <a16:creationId xmlns:a16="http://schemas.microsoft.com/office/drawing/2014/main" id="{8933490C-8C17-EDD1-93F3-4B49C0E673E2}"/>
                  </a:ext>
                </a:extLst>
              </p:cNvPr>
              <p:cNvSpPr/>
              <p:nvPr/>
            </p:nvSpPr>
            <p:spPr>
              <a:xfrm>
                <a:off x="2364599" y="1158240"/>
                <a:ext cx="395269" cy="118110"/>
              </a:xfrm>
              <a:prstGeom prst="triangle">
                <a:avLst>
                  <a:gd name="adj" fmla="val 76364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24" name="Téglalap 1023">
                <a:extLst>
                  <a:ext uri="{FF2B5EF4-FFF2-40B4-BE49-F238E27FC236}">
                    <a16:creationId xmlns:a16="http://schemas.microsoft.com/office/drawing/2014/main" id="{7C606E9D-0C64-6FD8-E1B9-9DE2D400F914}"/>
                  </a:ext>
                </a:extLst>
              </p:cNvPr>
              <p:cNvSpPr/>
              <p:nvPr/>
            </p:nvSpPr>
            <p:spPr>
              <a:xfrm>
                <a:off x="2185988" y="1158240"/>
                <a:ext cx="481011" cy="23448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grpSp>
          <p:nvGrpSpPr>
            <p:cNvPr id="58" name="Csoportba foglalás 57">
              <a:extLst>
                <a:ext uri="{FF2B5EF4-FFF2-40B4-BE49-F238E27FC236}">
                  <a16:creationId xmlns:a16="http://schemas.microsoft.com/office/drawing/2014/main" id="{4E21ED47-6771-7851-6089-99A583A7C36A}"/>
                </a:ext>
              </a:extLst>
            </p:cNvPr>
            <p:cNvGrpSpPr/>
            <p:nvPr/>
          </p:nvGrpSpPr>
          <p:grpSpPr>
            <a:xfrm flipH="1">
              <a:off x="5818343" y="1158240"/>
              <a:ext cx="1216820" cy="739140"/>
              <a:chOff x="1543048" y="1158240"/>
              <a:chExt cx="1216820" cy="739140"/>
            </a:xfrm>
            <a:grpFill/>
          </p:grpSpPr>
          <p:sp>
            <p:nvSpPr>
              <p:cNvPr id="59" name="Téglalap: lekerekített 58">
                <a:extLst>
                  <a:ext uri="{FF2B5EF4-FFF2-40B4-BE49-F238E27FC236}">
                    <a16:creationId xmlns:a16="http://schemas.microsoft.com/office/drawing/2014/main" id="{01266BF5-2DD0-AC99-28DB-DBDE9CE29687}"/>
                  </a:ext>
                </a:extLst>
              </p:cNvPr>
              <p:cNvSpPr/>
              <p:nvPr/>
            </p:nvSpPr>
            <p:spPr>
              <a:xfrm>
                <a:off x="1543048" y="1158240"/>
                <a:ext cx="821551" cy="739140"/>
              </a:xfrm>
              <a:prstGeom prst="roundRect">
                <a:avLst>
                  <a:gd name="adj" fmla="val 23883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60" name="Háromszög 59">
                <a:extLst>
                  <a:ext uri="{FF2B5EF4-FFF2-40B4-BE49-F238E27FC236}">
                    <a16:creationId xmlns:a16="http://schemas.microsoft.com/office/drawing/2014/main" id="{DDC9EB4E-7051-0989-939B-500DF64544A8}"/>
                  </a:ext>
                </a:extLst>
              </p:cNvPr>
              <p:cNvSpPr/>
              <p:nvPr/>
            </p:nvSpPr>
            <p:spPr>
              <a:xfrm>
                <a:off x="2364599" y="1158240"/>
                <a:ext cx="395269" cy="118110"/>
              </a:xfrm>
              <a:prstGeom prst="triangle">
                <a:avLst>
                  <a:gd name="adj" fmla="val 76364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61" name="Téglalap 60">
                <a:extLst>
                  <a:ext uri="{FF2B5EF4-FFF2-40B4-BE49-F238E27FC236}">
                    <a16:creationId xmlns:a16="http://schemas.microsoft.com/office/drawing/2014/main" id="{5CFDC4C6-A633-94FF-EEE4-F0CD668B0436}"/>
                  </a:ext>
                </a:extLst>
              </p:cNvPr>
              <p:cNvSpPr/>
              <p:nvPr/>
            </p:nvSpPr>
            <p:spPr>
              <a:xfrm>
                <a:off x="2185988" y="1158240"/>
                <a:ext cx="481011" cy="23448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</p:grpSp>
      <p:sp>
        <p:nvSpPr>
          <p:cNvPr id="1075" name="Téglalap 1074">
            <a:extLst>
              <a:ext uri="{FF2B5EF4-FFF2-40B4-BE49-F238E27FC236}">
                <a16:creationId xmlns:a16="http://schemas.microsoft.com/office/drawing/2014/main" id="{52E7E47D-E8EF-978D-8D9E-F7AB55C5336D}"/>
              </a:ext>
            </a:extLst>
          </p:cNvPr>
          <p:cNvSpPr/>
          <p:nvPr/>
        </p:nvSpPr>
        <p:spPr>
          <a:xfrm>
            <a:off x="19856074" y="1764447"/>
            <a:ext cx="7571770" cy="50680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endParaRPr lang="hu-HU" dirty="0"/>
          </a:p>
        </p:txBody>
      </p:sp>
      <p:grpSp>
        <p:nvGrpSpPr>
          <p:cNvPr id="34" name="Csoportba foglalás 33">
            <a:extLst>
              <a:ext uri="{FF2B5EF4-FFF2-40B4-BE49-F238E27FC236}">
                <a16:creationId xmlns:a16="http://schemas.microsoft.com/office/drawing/2014/main" id="{A791C43F-CAB4-E8AE-BAA7-CFC854341C3C}"/>
              </a:ext>
            </a:extLst>
          </p:cNvPr>
          <p:cNvGrpSpPr/>
          <p:nvPr/>
        </p:nvGrpSpPr>
        <p:grpSpPr>
          <a:xfrm>
            <a:off x="-8724657" y="1679293"/>
            <a:ext cx="7924802" cy="5153180"/>
            <a:chOff x="1543048" y="1158240"/>
            <a:chExt cx="5495927" cy="3573780"/>
          </a:xfrm>
          <a:solidFill>
            <a:schemeClr val="bg1">
              <a:lumMod val="65000"/>
            </a:schemeClr>
          </a:solidFill>
        </p:grpSpPr>
        <p:sp>
          <p:nvSpPr>
            <p:cNvPr id="16" name="Téglalap 15">
              <a:extLst>
                <a:ext uri="{FF2B5EF4-FFF2-40B4-BE49-F238E27FC236}">
                  <a16:creationId xmlns:a16="http://schemas.microsoft.com/office/drawing/2014/main" id="{5E088C2A-F53E-BD91-D0DA-39C7CEA79777}"/>
                </a:ext>
              </a:extLst>
            </p:cNvPr>
            <p:cNvSpPr/>
            <p:nvPr/>
          </p:nvSpPr>
          <p:spPr>
            <a:xfrm>
              <a:off x="1543048" y="1275484"/>
              <a:ext cx="5495927" cy="3456536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grpSp>
          <p:nvGrpSpPr>
            <p:cNvPr id="25" name="Csoportba foglalás 24">
              <a:extLst>
                <a:ext uri="{FF2B5EF4-FFF2-40B4-BE49-F238E27FC236}">
                  <a16:creationId xmlns:a16="http://schemas.microsoft.com/office/drawing/2014/main" id="{F16E99A2-398A-74A6-93D1-A0E3EDCF6FD1}"/>
                </a:ext>
              </a:extLst>
            </p:cNvPr>
            <p:cNvGrpSpPr/>
            <p:nvPr/>
          </p:nvGrpSpPr>
          <p:grpSpPr>
            <a:xfrm>
              <a:off x="1543048" y="1158240"/>
              <a:ext cx="1216820" cy="739140"/>
              <a:chOff x="1543048" y="1158240"/>
              <a:chExt cx="1216820" cy="739140"/>
            </a:xfrm>
            <a:grpFill/>
          </p:grpSpPr>
          <p:sp>
            <p:nvSpPr>
              <p:cNvPr id="17" name="Téglalap: lekerekített 16">
                <a:extLst>
                  <a:ext uri="{FF2B5EF4-FFF2-40B4-BE49-F238E27FC236}">
                    <a16:creationId xmlns:a16="http://schemas.microsoft.com/office/drawing/2014/main" id="{1E51DAE3-3110-0DA5-C0E8-201263CDD8C3}"/>
                  </a:ext>
                </a:extLst>
              </p:cNvPr>
              <p:cNvSpPr/>
              <p:nvPr/>
            </p:nvSpPr>
            <p:spPr>
              <a:xfrm>
                <a:off x="1543048" y="1158240"/>
                <a:ext cx="821551" cy="739140"/>
              </a:xfrm>
              <a:prstGeom prst="roundRect">
                <a:avLst>
                  <a:gd name="adj" fmla="val 23883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9" name="Háromszög 18">
                <a:extLst>
                  <a:ext uri="{FF2B5EF4-FFF2-40B4-BE49-F238E27FC236}">
                    <a16:creationId xmlns:a16="http://schemas.microsoft.com/office/drawing/2014/main" id="{D210594A-50F9-171F-C48C-E6EE8F0959C6}"/>
                  </a:ext>
                </a:extLst>
              </p:cNvPr>
              <p:cNvSpPr/>
              <p:nvPr/>
            </p:nvSpPr>
            <p:spPr>
              <a:xfrm>
                <a:off x="2364599" y="1158240"/>
                <a:ext cx="395269" cy="118110"/>
              </a:xfrm>
              <a:prstGeom prst="triangle">
                <a:avLst>
                  <a:gd name="adj" fmla="val 76364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20" name="Téglalap 19">
                <a:extLst>
                  <a:ext uri="{FF2B5EF4-FFF2-40B4-BE49-F238E27FC236}">
                    <a16:creationId xmlns:a16="http://schemas.microsoft.com/office/drawing/2014/main" id="{9C7BC397-2C93-2E32-F1BC-9E16FF45D1F6}"/>
                  </a:ext>
                </a:extLst>
              </p:cNvPr>
              <p:cNvSpPr/>
              <p:nvPr/>
            </p:nvSpPr>
            <p:spPr>
              <a:xfrm>
                <a:off x="2185988" y="1158240"/>
                <a:ext cx="481011" cy="23448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grpSp>
          <p:nvGrpSpPr>
            <p:cNvPr id="30" name="Csoportba foglalás 29">
              <a:extLst>
                <a:ext uri="{FF2B5EF4-FFF2-40B4-BE49-F238E27FC236}">
                  <a16:creationId xmlns:a16="http://schemas.microsoft.com/office/drawing/2014/main" id="{EAAFA48E-5B60-A4F6-E152-0B97753CBED8}"/>
                </a:ext>
              </a:extLst>
            </p:cNvPr>
            <p:cNvGrpSpPr/>
            <p:nvPr/>
          </p:nvGrpSpPr>
          <p:grpSpPr>
            <a:xfrm flipH="1">
              <a:off x="5818343" y="1158240"/>
              <a:ext cx="1216820" cy="739140"/>
              <a:chOff x="1543048" y="1158240"/>
              <a:chExt cx="1216820" cy="739140"/>
            </a:xfrm>
            <a:grpFill/>
          </p:grpSpPr>
          <p:sp>
            <p:nvSpPr>
              <p:cNvPr id="31" name="Téglalap: lekerekített 30">
                <a:extLst>
                  <a:ext uri="{FF2B5EF4-FFF2-40B4-BE49-F238E27FC236}">
                    <a16:creationId xmlns:a16="http://schemas.microsoft.com/office/drawing/2014/main" id="{9989F633-2080-1016-C101-D0BFAB8ECE64}"/>
                  </a:ext>
                </a:extLst>
              </p:cNvPr>
              <p:cNvSpPr/>
              <p:nvPr/>
            </p:nvSpPr>
            <p:spPr>
              <a:xfrm>
                <a:off x="1543048" y="1158240"/>
                <a:ext cx="821551" cy="739140"/>
              </a:xfrm>
              <a:prstGeom prst="roundRect">
                <a:avLst>
                  <a:gd name="adj" fmla="val 23883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2" name="Háromszög 31">
                <a:extLst>
                  <a:ext uri="{FF2B5EF4-FFF2-40B4-BE49-F238E27FC236}">
                    <a16:creationId xmlns:a16="http://schemas.microsoft.com/office/drawing/2014/main" id="{4C64B27D-36E0-358D-8EFD-1D34AFCAE060}"/>
                  </a:ext>
                </a:extLst>
              </p:cNvPr>
              <p:cNvSpPr/>
              <p:nvPr/>
            </p:nvSpPr>
            <p:spPr>
              <a:xfrm>
                <a:off x="2364599" y="1158240"/>
                <a:ext cx="395269" cy="118110"/>
              </a:xfrm>
              <a:prstGeom prst="triangle">
                <a:avLst>
                  <a:gd name="adj" fmla="val 76364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" name="Téglalap 32">
                <a:extLst>
                  <a:ext uri="{FF2B5EF4-FFF2-40B4-BE49-F238E27FC236}">
                    <a16:creationId xmlns:a16="http://schemas.microsoft.com/office/drawing/2014/main" id="{D2D888DC-3F81-4770-F5F5-72044B475696}"/>
                  </a:ext>
                </a:extLst>
              </p:cNvPr>
              <p:cNvSpPr/>
              <p:nvPr/>
            </p:nvSpPr>
            <p:spPr>
              <a:xfrm>
                <a:off x="2185988" y="1158240"/>
                <a:ext cx="481011" cy="23448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</p:grpSp>
      <p:sp>
        <p:nvSpPr>
          <p:cNvPr id="1076" name="Téglalap 1075">
            <a:extLst>
              <a:ext uri="{FF2B5EF4-FFF2-40B4-BE49-F238E27FC236}">
                <a16:creationId xmlns:a16="http://schemas.microsoft.com/office/drawing/2014/main" id="{4AB15FDB-E7B7-85E7-2C3C-34148B4F544A}"/>
              </a:ext>
            </a:extLst>
          </p:cNvPr>
          <p:cNvSpPr/>
          <p:nvPr/>
        </p:nvSpPr>
        <p:spPr>
          <a:xfrm>
            <a:off x="-51361" y="0"/>
            <a:ext cx="12288196" cy="688577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hu-HU" sz="6000" dirty="0">
                <a:solidFill>
                  <a:schemeClr val="tx1"/>
                </a:solidFill>
                <a:latin typeface="Bodoni MT" panose="02070603080606020203" pitchFamily="18" charset="0"/>
              </a:rPr>
              <a:t>Login vagy </a:t>
            </a:r>
            <a:r>
              <a:rPr lang="hu-HU" sz="6000" dirty="0" err="1">
                <a:solidFill>
                  <a:schemeClr val="tx1"/>
                </a:solidFill>
                <a:latin typeface="Bodoni MT" panose="02070603080606020203" pitchFamily="18" charset="0"/>
              </a:rPr>
              <a:t>feed</a:t>
            </a:r>
            <a:r>
              <a:rPr lang="hu-HU" sz="6000" dirty="0">
                <a:solidFill>
                  <a:schemeClr val="tx1"/>
                </a:solidFill>
                <a:latin typeface="Bodoni MT" panose="02070603080606020203" pitchFamily="18" charset="0"/>
              </a:rPr>
              <a:t>?</a:t>
            </a:r>
          </a:p>
        </p:txBody>
      </p:sp>
      <p:pic>
        <p:nvPicPr>
          <p:cNvPr id="1044" name="Kép 1043">
            <a:extLst>
              <a:ext uri="{FF2B5EF4-FFF2-40B4-BE49-F238E27FC236}">
                <a16:creationId xmlns:a16="http://schemas.microsoft.com/office/drawing/2014/main" id="{EE709E57-4FE3-EBC2-53E0-E2732B002348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0"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artisticBlur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82550" y="1789974"/>
            <a:ext cx="7552866" cy="480060"/>
          </a:xfrm>
          <a:prstGeom prst="rect">
            <a:avLst/>
          </a:prstGeom>
          <a:effectLst/>
        </p:spPr>
      </p:pic>
      <p:grpSp>
        <p:nvGrpSpPr>
          <p:cNvPr id="45" name="Csoportba foglalás 44">
            <a:extLst>
              <a:ext uri="{FF2B5EF4-FFF2-40B4-BE49-F238E27FC236}">
                <a16:creationId xmlns:a16="http://schemas.microsoft.com/office/drawing/2014/main" id="{3B15DC72-4252-C442-295B-9B57D55E7C23}"/>
              </a:ext>
            </a:extLst>
          </p:cNvPr>
          <p:cNvGrpSpPr/>
          <p:nvPr/>
        </p:nvGrpSpPr>
        <p:grpSpPr>
          <a:xfrm>
            <a:off x="-8730153" y="5416324"/>
            <a:ext cx="7924802" cy="1614829"/>
            <a:chOff x="1543048" y="1158240"/>
            <a:chExt cx="5495927" cy="3573780"/>
          </a:xfrm>
          <a:solidFill>
            <a:schemeClr val="bg2">
              <a:lumMod val="90000"/>
            </a:schemeClr>
          </a:solidFill>
        </p:grpSpPr>
        <p:sp>
          <p:nvSpPr>
            <p:cNvPr id="46" name="Téglalap 45">
              <a:extLst>
                <a:ext uri="{FF2B5EF4-FFF2-40B4-BE49-F238E27FC236}">
                  <a16:creationId xmlns:a16="http://schemas.microsoft.com/office/drawing/2014/main" id="{40EB36F5-5844-ECC4-4EE4-C8E6CC087499}"/>
                </a:ext>
              </a:extLst>
            </p:cNvPr>
            <p:cNvSpPr/>
            <p:nvPr/>
          </p:nvSpPr>
          <p:spPr>
            <a:xfrm>
              <a:off x="1543048" y="1275484"/>
              <a:ext cx="5495927" cy="3456536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grpSp>
          <p:nvGrpSpPr>
            <p:cNvPr id="47" name="Csoportba foglalás 46">
              <a:extLst>
                <a:ext uri="{FF2B5EF4-FFF2-40B4-BE49-F238E27FC236}">
                  <a16:creationId xmlns:a16="http://schemas.microsoft.com/office/drawing/2014/main" id="{9773EB59-9336-A42B-0951-9C6A7C079E24}"/>
                </a:ext>
              </a:extLst>
            </p:cNvPr>
            <p:cNvGrpSpPr/>
            <p:nvPr/>
          </p:nvGrpSpPr>
          <p:grpSpPr>
            <a:xfrm>
              <a:off x="1543048" y="1158240"/>
              <a:ext cx="1216820" cy="739140"/>
              <a:chOff x="1543048" y="1158240"/>
              <a:chExt cx="1216820" cy="739140"/>
            </a:xfrm>
            <a:grpFill/>
          </p:grpSpPr>
          <p:sp>
            <p:nvSpPr>
              <p:cNvPr id="52" name="Téglalap: lekerekített 51">
                <a:extLst>
                  <a:ext uri="{FF2B5EF4-FFF2-40B4-BE49-F238E27FC236}">
                    <a16:creationId xmlns:a16="http://schemas.microsoft.com/office/drawing/2014/main" id="{E04878CD-8AAF-490D-53AB-B73E08C666C0}"/>
                  </a:ext>
                </a:extLst>
              </p:cNvPr>
              <p:cNvSpPr/>
              <p:nvPr/>
            </p:nvSpPr>
            <p:spPr>
              <a:xfrm>
                <a:off x="1543048" y="1158240"/>
                <a:ext cx="821551" cy="739140"/>
              </a:xfrm>
              <a:prstGeom prst="roundRect">
                <a:avLst>
                  <a:gd name="adj" fmla="val 23883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53" name="Háromszög 52">
                <a:extLst>
                  <a:ext uri="{FF2B5EF4-FFF2-40B4-BE49-F238E27FC236}">
                    <a16:creationId xmlns:a16="http://schemas.microsoft.com/office/drawing/2014/main" id="{E6B06471-B22B-306D-4A7C-4EF1A7DA14C4}"/>
                  </a:ext>
                </a:extLst>
              </p:cNvPr>
              <p:cNvSpPr/>
              <p:nvPr/>
            </p:nvSpPr>
            <p:spPr>
              <a:xfrm>
                <a:off x="2364599" y="1158240"/>
                <a:ext cx="395269" cy="118110"/>
              </a:xfrm>
              <a:prstGeom prst="triangle">
                <a:avLst>
                  <a:gd name="adj" fmla="val 76364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54" name="Téglalap 53">
                <a:extLst>
                  <a:ext uri="{FF2B5EF4-FFF2-40B4-BE49-F238E27FC236}">
                    <a16:creationId xmlns:a16="http://schemas.microsoft.com/office/drawing/2014/main" id="{BD835D72-03D4-FDCC-7480-303D625EE817}"/>
                  </a:ext>
                </a:extLst>
              </p:cNvPr>
              <p:cNvSpPr/>
              <p:nvPr/>
            </p:nvSpPr>
            <p:spPr>
              <a:xfrm>
                <a:off x="2185988" y="1158240"/>
                <a:ext cx="481011" cy="23448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grpSp>
          <p:nvGrpSpPr>
            <p:cNvPr id="48" name="Csoportba foglalás 47">
              <a:extLst>
                <a:ext uri="{FF2B5EF4-FFF2-40B4-BE49-F238E27FC236}">
                  <a16:creationId xmlns:a16="http://schemas.microsoft.com/office/drawing/2014/main" id="{8AB67D6E-CA5C-035E-022E-1E142D108EEF}"/>
                </a:ext>
              </a:extLst>
            </p:cNvPr>
            <p:cNvGrpSpPr/>
            <p:nvPr/>
          </p:nvGrpSpPr>
          <p:grpSpPr>
            <a:xfrm flipH="1">
              <a:off x="5818343" y="1158240"/>
              <a:ext cx="1216820" cy="739140"/>
              <a:chOff x="1543048" y="1158240"/>
              <a:chExt cx="1216820" cy="739140"/>
            </a:xfrm>
            <a:grpFill/>
          </p:grpSpPr>
          <p:sp>
            <p:nvSpPr>
              <p:cNvPr id="49" name="Téglalap: lekerekített 48">
                <a:extLst>
                  <a:ext uri="{FF2B5EF4-FFF2-40B4-BE49-F238E27FC236}">
                    <a16:creationId xmlns:a16="http://schemas.microsoft.com/office/drawing/2014/main" id="{692EFCC9-6964-4E60-31DD-488A25C5DB88}"/>
                  </a:ext>
                </a:extLst>
              </p:cNvPr>
              <p:cNvSpPr/>
              <p:nvPr/>
            </p:nvSpPr>
            <p:spPr>
              <a:xfrm>
                <a:off x="1543048" y="1158240"/>
                <a:ext cx="821551" cy="739140"/>
              </a:xfrm>
              <a:prstGeom prst="roundRect">
                <a:avLst>
                  <a:gd name="adj" fmla="val 23883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50" name="Háromszög 49">
                <a:extLst>
                  <a:ext uri="{FF2B5EF4-FFF2-40B4-BE49-F238E27FC236}">
                    <a16:creationId xmlns:a16="http://schemas.microsoft.com/office/drawing/2014/main" id="{10180C52-E18F-7F46-12DA-4C7E9A636E17}"/>
                  </a:ext>
                </a:extLst>
              </p:cNvPr>
              <p:cNvSpPr/>
              <p:nvPr/>
            </p:nvSpPr>
            <p:spPr>
              <a:xfrm>
                <a:off x="2364599" y="1158240"/>
                <a:ext cx="395269" cy="118110"/>
              </a:xfrm>
              <a:prstGeom prst="triangle">
                <a:avLst>
                  <a:gd name="adj" fmla="val 76364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51" name="Téglalap 50">
                <a:extLst>
                  <a:ext uri="{FF2B5EF4-FFF2-40B4-BE49-F238E27FC236}">
                    <a16:creationId xmlns:a16="http://schemas.microsoft.com/office/drawing/2014/main" id="{8ED226B0-245B-777A-2951-ED98D5133D8C}"/>
                  </a:ext>
                </a:extLst>
              </p:cNvPr>
              <p:cNvSpPr/>
              <p:nvPr/>
            </p:nvSpPr>
            <p:spPr>
              <a:xfrm>
                <a:off x="2185988" y="1158240"/>
                <a:ext cx="481011" cy="23448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</p:grpSp>
      <p:pic>
        <p:nvPicPr>
          <p:cNvPr id="1045" name="Kép 1044">
            <a:extLst>
              <a:ext uri="{FF2B5EF4-FFF2-40B4-BE49-F238E27FC236}">
                <a16:creationId xmlns:a16="http://schemas.microsoft.com/office/drawing/2014/main" id="{A2ACE96A-C3B6-2277-B286-478D9F19AE3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artisticBlur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9865526" y="1789974"/>
            <a:ext cx="7552866" cy="480060"/>
          </a:xfrm>
          <a:prstGeom prst="rect">
            <a:avLst/>
          </a:prstGeom>
          <a:effectLst/>
        </p:spPr>
      </p:pic>
      <p:grpSp>
        <p:nvGrpSpPr>
          <p:cNvPr id="1025" name="Csoportba foglalás 1024">
            <a:extLst>
              <a:ext uri="{FF2B5EF4-FFF2-40B4-BE49-F238E27FC236}">
                <a16:creationId xmlns:a16="http://schemas.microsoft.com/office/drawing/2014/main" id="{152AF6AD-E1B9-088D-7461-1151523B8B35}"/>
              </a:ext>
            </a:extLst>
          </p:cNvPr>
          <p:cNvGrpSpPr/>
          <p:nvPr/>
        </p:nvGrpSpPr>
        <p:grpSpPr>
          <a:xfrm>
            <a:off x="19741288" y="1817423"/>
            <a:ext cx="7924802" cy="5068026"/>
            <a:chOff x="1543048" y="1158240"/>
            <a:chExt cx="5495927" cy="3573780"/>
          </a:xfrm>
          <a:solidFill>
            <a:schemeClr val="accent2">
              <a:lumMod val="40000"/>
              <a:lumOff val="60000"/>
            </a:schemeClr>
          </a:solidFill>
        </p:grpSpPr>
        <p:sp>
          <p:nvSpPr>
            <p:cNvPr id="1027" name="Téglalap 1026">
              <a:extLst>
                <a:ext uri="{FF2B5EF4-FFF2-40B4-BE49-F238E27FC236}">
                  <a16:creationId xmlns:a16="http://schemas.microsoft.com/office/drawing/2014/main" id="{66A75D21-F829-8C38-9825-9B3E73A587AB}"/>
                </a:ext>
              </a:extLst>
            </p:cNvPr>
            <p:cNvSpPr/>
            <p:nvPr/>
          </p:nvSpPr>
          <p:spPr>
            <a:xfrm>
              <a:off x="1543048" y="1275484"/>
              <a:ext cx="5495927" cy="3456536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grpSp>
          <p:nvGrpSpPr>
            <p:cNvPr id="1028" name="Csoportba foglalás 1027">
              <a:extLst>
                <a:ext uri="{FF2B5EF4-FFF2-40B4-BE49-F238E27FC236}">
                  <a16:creationId xmlns:a16="http://schemas.microsoft.com/office/drawing/2014/main" id="{06C3A61A-FD38-5D26-6EB4-8138B21AC99D}"/>
                </a:ext>
              </a:extLst>
            </p:cNvPr>
            <p:cNvGrpSpPr/>
            <p:nvPr/>
          </p:nvGrpSpPr>
          <p:grpSpPr>
            <a:xfrm>
              <a:off x="1543048" y="1158240"/>
              <a:ext cx="1216820" cy="739140"/>
              <a:chOff x="1543048" y="1158240"/>
              <a:chExt cx="1216820" cy="739140"/>
            </a:xfrm>
            <a:grpFill/>
          </p:grpSpPr>
          <p:sp>
            <p:nvSpPr>
              <p:cNvPr id="1033" name="Téglalap: lekerekített 1032">
                <a:extLst>
                  <a:ext uri="{FF2B5EF4-FFF2-40B4-BE49-F238E27FC236}">
                    <a16:creationId xmlns:a16="http://schemas.microsoft.com/office/drawing/2014/main" id="{20D6992C-1A92-AC52-63C9-3722CD1204EB}"/>
                  </a:ext>
                </a:extLst>
              </p:cNvPr>
              <p:cNvSpPr/>
              <p:nvPr/>
            </p:nvSpPr>
            <p:spPr>
              <a:xfrm>
                <a:off x="1543048" y="1158240"/>
                <a:ext cx="821551" cy="739140"/>
              </a:xfrm>
              <a:prstGeom prst="roundRect">
                <a:avLst>
                  <a:gd name="adj" fmla="val 23883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34" name="Háromszög 1033">
                <a:extLst>
                  <a:ext uri="{FF2B5EF4-FFF2-40B4-BE49-F238E27FC236}">
                    <a16:creationId xmlns:a16="http://schemas.microsoft.com/office/drawing/2014/main" id="{B5E0B1DC-79A9-C53D-4D7B-FF6D4CBE9C5C}"/>
                  </a:ext>
                </a:extLst>
              </p:cNvPr>
              <p:cNvSpPr/>
              <p:nvPr/>
            </p:nvSpPr>
            <p:spPr>
              <a:xfrm>
                <a:off x="2364599" y="1158240"/>
                <a:ext cx="395269" cy="118110"/>
              </a:xfrm>
              <a:prstGeom prst="triangle">
                <a:avLst>
                  <a:gd name="adj" fmla="val 76364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35" name="Téglalap 1034">
                <a:extLst>
                  <a:ext uri="{FF2B5EF4-FFF2-40B4-BE49-F238E27FC236}">
                    <a16:creationId xmlns:a16="http://schemas.microsoft.com/office/drawing/2014/main" id="{4E6E0D19-6681-1031-2059-4342182CDB41}"/>
                  </a:ext>
                </a:extLst>
              </p:cNvPr>
              <p:cNvSpPr/>
              <p:nvPr/>
            </p:nvSpPr>
            <p:spPr>
              <a:xfrm>
                <a:off x="2185988" y="1158240"/>
                <a:ext cx="481011" cy="23448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grpSp>
          <p:nvGrpSpPr>
            <p:cNvPr id="1029" name="Csoportba foglalás 1028">
              <a:extLst>
                <a:ext uri="{FF2B5EF4-FFF2-40B4-BE49-F238E27FC236}">
                  <a16:creationId xmlns:a16="http://schemas.microsoft.com/office/drawing/2014/main" id="{4A1BB842-AB79-7274-BE17-A5362576C5CB}"/>
                </a:ext>
              </a:extLst>
            </p:cNvPr>
            <p:cNvGrpSpPr/>
            <p:nvPr/>
          </p:nvGrpSpPr>
          <p:grpSpPr>
            <a:xfrm flipH="1">
              <a:off x="5818343" y="1158240"/>
              <a:ext cx="1216820" cy="739140"/>
              <a:chOff x="1543048" y="1158240"/>
              <a:chExt cx="1216820" cy="739140"/>
            </a:xfrm>
            <a:grpFill/>
          </p:grpSpPr>
          <p:sp>
            <p:nvSpPr>
              <p:cNvPr id="1030" name="Téglalap: lekerekített 1029">
                <a:extLst>
                  <a:ext uri="{FF2B5EF4-FFF2-40B4-BE49-F238E27FC236}">
                    <a16:creationId xmlns:a16="http://schemas.microsoft.com/office/drawing/2014/main" id="{48913992-B52D-BF83-B2D8-2BEF792A59C6}"/>
                  </a:ext>
                </a:extLst>
              </p:cNvPr>
              <p:cNvSpPr/>
              <p:nvPr/>
            </p:nvSpPr>
            <p:spPr>
              <a:xfrm>
                <a:off x="1543048" y="1158240"/>
                <a:ext cx="821551" cy="739140"/>
              </a:xfrm>
              <a:prstGeom prst="roundRect">
                <a:avLst>
                  <a:gd name="adj" fmla="val 23883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31" name="Háromszög 1030">
                <a:extLst>
                  <a:ext uri="{FF2B5EF4-FFF2-40B4-BE49-F238E27FC236}">
                    <a16:creationId xmlns:a16="http://schemas.microsoft.com/office/drawing/2014/main" id="{8BE44D99-3BFF-2215-0D1B-EA795639D436}"/>
                  </a:ext>
                </a:extLst>
              </p:cNvPr>
              <p:cNvSpPr/>
              <p:nvPr/>
            </p:nvSpPr>
            <p:spPr>
              <a:xfrm>
                <a:off x="2364599" y="1158240"/>
                <a:ext cx="395269" cy="118110"/>
              </a:xfrm>
              <a:prstGeom prst="triangle">
                <a:avLst>
                  <a:gd name="adj" fmla="val 76364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32" name="Téglalap 1031">
                <a:extLst>
                  <a:ext uri="{FF2B5EF4-FFF2-40B4-BE49-F238E27FC236}">
                    <a16:creationId xmlns:a16="http://schemas.microsoft.com/office/drawing/2014/main" id="{B70446BF-3243-B3AD-020D-8624710B1E61}"/>
                  </a:ext>
                </a:extLst>
              </p:cNvPr>
              <p:cNvSpPr/>
              <p:nvPr/>
            </p:nvSpPr>
            <p:spPr>
              <a:xfrm>
                <a:off x="2185988" y="1158240"/>
                <a:ext cx="481011" cy="23448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</p:grpSp>
      <p:sp>
        <p:nvSpPr>
          <p:cNvPr id="1050" name="Téglalap 1049">
            <a:extLst>
              <a:ext uri="{FF2B5EF4-FFF2-40B4-BE49-F238E27FC236}">
                <a16:creationId xmlns:a16="http://schemas.microsoft.com/office/drawing/2014/main" id="{D3D0F6D2-9CBB-8EDA-13F5-C4A756D28D54}"/>
              </a:ext>
            </a:extLst>
          </p:cNvPr>
          <p:cNvSpPr/>
          <p:nvPr/>
        </p:nvSpPr>
        <p:spPr>
          <a:xfrm>
            <a:off x="10069655" y="6072649"/>
            <a:ext cx="4324574" cy="1080226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1051" name="Téglalap: felső két sarkán levágva 1050">
            <a:extLst>
              <a:ext uri="{FF2B5EF4-FFF2-40B4-BE49-F238E27FC236}">
                <a16:creationId xmlns:a16="http://schemas.microsoft.com/office/drawing/2014/main" id="{00947995-8B76-F0EE-2C4C-3C0F91629F54}"/>
              </a:ext>
            </a:extLst>
          </p:cNvPr>
          <p:cNvSpPr/>
          <p:nvPr/>
        </p:nvSpPr>
        <p:spPr>
          <a:xfrm rot="10800000">
            <a:off x="9899052" y="5758071"/>
            <a:ext cx="4608000" cy="314577"/>
          </a:xfrm>
          <a:prstGeom prst="snip2SameRect">
            <a:avLst>
              <a:gd name="adj1" fmla="val 27265"/>
              <a:gd name="adj2" fmla="val 0"/>
            </a:avLst>
          </a:prstGeom>
          <a:solidFill>
            <a:srgbClr val="D9D9D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pic>
        <p:nvPicPr>
          <p:cNvPr id="1047" name="Kép 1046">
            <a:extLst>
              <a:ext uri="{FF2B5EF4-FFF2-40B4-BE49-F238E27FC236}">
                <a16:creationId xmlns:a16="http://schemas.microsoft.com/office/drawing/2014/main" id="{C217AEB8-2E4B-2897-B4B5-86929859EB8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65871" y="2367538"/>
            <a:ext cx="3968441" cy="3968441"/>
          </a:xfrm>
          <a:prstGeom prst="rect">
            <a:avLst/>
          </a:prstGeom>
        </p:spPr>
      </p:pic>
      <p:pic>
        <p:nvPicPr>
          <p:cNvPr id="1049" name="Kép 1048">
            <a:extLst>
              <a:ext uri="{FF2B5EF4-FFF2-40B4-BE49-F238E27FC236}">
                <a16:creationId xmlns:a16="http://schemas.microsoft.com/office/drawing/2014/main" id="{808C94F9-99A7-A97D-F82C-C8C7F52BC7A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92693" y="2367539"/>
            <a:ext cx="3968441" cy="3968441"/>
          </a:xfrm>
          <a:prstGeom prst="rect">
            <a:avLst/>
          </a:prstGeom>
        </p:spPr>
      </p:pic>
      <p:pic>
        <p:nvPicPr>
          <p:cNvPr id="1074" name="Kép 1073">
            <a:extLst>
              <a:ext uri="{FF2B5EF4-FFF2-40B4-BE49-F238E27FC236}">
                <a16:creationId xmlns:a16="http://schemas.microsoft.com/office/drawing/2014/main" id="{C3869872-8000-710B-8569-B0642B0B9218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80417" y="-5158151"/>
            <a:ext cx="8985673" cy="5990449"/>
          </a:xfrm>
          <a:prstGeom prst="rect">
            <a:avLst/>
          </a:prstGeom>
        </p:spPr>
      </p:pic>
      <p:pic>
        <p:nvPicPr>
          <p:cNvPr id="2" name="Picture 2">
            <a:extLst>
              <a:ext uri="{FF2B5EF4-FFF2-40B4-BE49-F238E27FC236}">
                <a16:creationId xmlns:a16="http://schemas.microsoft.com/office/drawing/2014/main" id="{99BA7FEA-4578-8EE2-442B-F1CA48DD92C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96953" y="290047"/>
            <a:ext cx="1347833" cy="1347833"/>
          </a:xfrm>
          <a:prstGeom prst="rect">
            <a:avLst/>
          </a:prstGeom>
          <a:solidFill>
            <a:srgbClr val="DF6266"/>
          </a:solidFill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EDEBB7F0-9752-E754-2DB7-4723EE466267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97846" y="2710322"/>
            <a:ext cx="3539905" cy="3539905"/>
          </a:xfrm>
          <a:prstGeom prst="rect">
            <a:avLst/>
          </a:prstGeom>
        </p:spPr>
      </p:pic>
      <p:sp>
        <p:nvSpPr>
          <p:cNvPr id="11" name="Szövegdoboz 10">
            <a:extLst>
              <a:ext uri="{FF2B5EF4-FFF2-40B4-BE49-F238E27FC236}">
                <a16:creationId xmlns:a16="http://schemas.microsoft.com/office/drawing/2014/main" id="{E5B2AAEB-4B60-E26E-D122-83ECDBF3068D}"/>
              </a:ext>
            </a:extLst>
          </p:cNvPr>
          <p:cNvSpPr txBox="1"/>
          <p:nvPr/>
        </p:nvSpPr>
        <p:spPr>
          <a:xfrm>
            <a:off x="4625171" y="2074778"/>
            <a:ext cx="512465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2400" b="1" dirty="0">
                <a:latin typeface="Bodoni MT" panose="02070603080606020203" pitchFamily="18" charset="0"/>
              </a:rPr>
              <a:t>Előnye</a:t>
            </a:r>
            <a:endParaRPr lang="hu-HU" sz="2400" dirty="0">
              <a:latin typeface="Bodoni MT" panose="02070603080606020203" pitchFamily="18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2400" dirty="0">
                <a:latin typeface="Bodoni MT" panose="02070603080606020203" pitchFamily="18" charset="0"/>
              </a:rPr>
              <a:t>Egyszerű logika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2400" dirty="0">
                <a:latin typeface="Bodoni MT" panose="02070603080606020203" pitchFamily="18" charset="0"/>
              </a:rPr>
              <a:t>UX szempontból tiszta </a:t>
            </a:r>
          </a:p>
        </p:txBody>
      </p:sp>
      <p:sp>
        <p:nvSpPr>
          <p:cNvPr id="13" name="Szövegdoboz 12">
            <a:extLst>
              <a:ext uri="{FF2B5EF4-FFF2-40B4-BE49-F238E27FC236}">
                <a16:creationId xmlns:a16="http://schemas.microsoft.com/office/drawing/2014/main" id="{5DED546B-4DB1-9E79-EF21-E8F0493CE821}"/>
              </a:ext>
            </a:extLst>
          </p:cNvPr>
          <p:cNvSpPr txBox="1"/>
          <p:nvPr/>
        </p:nvSpPr>
        <p:spPr>
          <a:xfrm>
            <a:off x="4625171" y="3512514"/>
            <a:ext cx="512465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2400" b="1" dirty="0">
                <a:latin typeface="Bodoni MT" panose="02070603080606020203" pitchFamily="18" charset="0"/>
              </a:rPr>
              <a:t>Hátránya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2400" dirty="0">
                <a:latin typeface="Bodoni MT" panose="02070603080606020203" pitchFamily="18" charset="0"/>
              </a:rPr>
              <a:t>URL nem reprezentálja az állapotot</a:t>
            </a:r>
            <a:endParaRPr lang="hu-HU" sz="2400" dirty="0">
              <a:latin typeface="Bodoni MT" panose="02070603080606020203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hu-HU" sz="2400" dirty="0" err="1">
                <a:latin typeface="Bodoni MT" panose="02070603080606020203" pitchFamily="18" charset="0"/>
              </a:rPr>
              <a:t>Skálázódásnál</a:t>
            </a:r>
            <a:r>
              <a:rPr lang="hu-HU" sz="2400" dirty="0">
                <a:latin typeface="Bodoni MT" panose="02070603080606020203" pitchFamily="18" charset="0"/>
              </a:rPr>
              <a:t> bonyolultabb lesz</a:t>
            </a:r>
          </a:p>
        </p:txBody>
      </p:sp>
      <p:pic>
        <p:nvPicPr>
          <p:cNvPr id="35" name="Kép 34">
            <a:extLst>
              <a:ext uri="{FF2B5EF4-FFF2-40B4-BE49-F238E27FC236}">
                <a16:creationId xmlns:a16="http://schemas.microsoft.com/office/drawing/2014/main" id="{CE535D88-CE83-A8AE-54EB-AE5E871D0411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807" t="6137" r="6542" b="6512"/>
          <a:stretch>
            <a:fillRect/>
          </a:stretch>
        </p:blipFill>
        <p:spPr>
          <a:xfrm>
            <a:off x="-52793" y="1846490"/>
            <a:ext cx="4668512" cy="5038960"/>
          </a:xfrm>
          <a:prstGeom prst="rect">
            <a:avLst/>
          </a:prstGeom>
        </p:spPr>
      </p:pic>
      <p:grpSp>
        <p:nvGrpSpPr>
          <p:cNvPr id="36" name="Csoportba foglalás 35">
            <a:extLst>
              <a:ext uri="{FF2B5EF4-FFF2-40B4-BE49-F238E27FC236}">
                <a16:creationId xmlns:a16="http://schemas.microsoft.com/office/drawing/2014/main" id="{3E1464BC-DCD4-EAC2-FAF8-FE8EE3494148}"/>
              </a:ext>
            </a:extLst>
          </p:cNvPr>
          <p:cNvGrpSpPr/>
          <p:nvPr/>
        </p:nvGrpSpPr>
        <p:grpSpPr>
          <a:xfrm>
            <a:off x="-128046" y="-27771"/>
            <a:ext cx="12523246" cy="7058924"/>
            <a:chOff x="-128046" y="-27771"/>
            <a:chExt cx="12523246" cy="7058924"/>
          </a:xfrm>
        </p:grpSpPr>
        <p:sp>
          <p:nvSpPr>
            <p:cNvPr id="24" name="Téglalap 23">
              <a:extLst>
                <a:ext uri="{FF2B5EF4-FFF2-40B4-BE49-F238E27FC236}">
                  <a16:creationId xmlns:a16="http://schemas.microsoft.com/office/drawing/2014/main" id="{A0538FA8-9EA2-B204-EFDB-8AA298FB3C6A}"/>
                </a:ext>
              </a:extLst>
            </p:cNvPr>
            <p:cNvSpPr/>
            <p:nvPr/>
          </p:nvSpPr>
          <p:spPr>
            <a:xfrm>
              <a:off x="-128046" y="-27771"/>
              <a:ext cx="12523246" cy="7058924"/>
            </a:xfrm>
            <a:prstGeom prst="rect">
              <a:avLst/>
            </a:prstGeom>
            <a:solidFill>
              <a:srgbClr val="869098">
                <a:alpha val="53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 dirty="0"/>
            </a:p>
          </p:txBody>
        </p:sp>
        <p:pic>
          <p:nvPicPr>
            <p:cNvPr id="28" name="Kép 27">
              <a:extLst>
                <a:ext uri="{FF2B5EF4-FFF2-40B4-BE49-F238E27FC236}">
                  <a16:creationId xmlns:a16="http://schemas.microsoft.com/office/drawing/2014/main" id="{3D4621B5-3CBB-A030-AED2-0F01755B56AE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163" t="6414" r="5168" b="6617"/>
            <a:stretch>
              <a:fillRect/>
            </a:stretch>
          </p:blipFill>
          <p:spPr>
            <a:xfrm>
              <a:off x="2107225" y="1278781"/>
              <a:ext cx="7005930" cy="448604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898263652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1000"/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5" dur="1000" fill="hold"/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1000" fill="hold"/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1000"/>
                                        <p:tgtEl>
                                          <p:spTgt spid="1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1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1000" fill="hold"/>
                                        <p:tgtEl>
                                          <p:spTgt spid="1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1000"/>
                                        <p:tgtEl>
                                          <p:spTgt spid="1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5" dur="1000" fill="hold"/>
                                        <p:tgtEl>
                                          <p:spTgt spid="1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1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uiExpand="1" build="allAtOnce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132805-40AE-965A-89FD-EAC0EAACA8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5" name="Csoportba foglalás 54">
            <a:extLst>
              <a:ext uri="{FF2B5EF4-FFF2-40B4-BE49-F238E27FC236}">
                <a16:creationId xmlns:a16="http://schemas.microsoft.com/office/drawing/2014/main" id="{3660F6A4-875D-CE59-9F44-4C727DEF9678}"/>
              </a:ext>
            </a:extLst>
          </p:cNvPr>
          <p:cNvGrpSpPr/>
          <p:nvPr/>
        </p:nvGrpSpPr>
        <p:grpSpPr>
          <a:xfrm>
            <a:off x="19735570" y="1679293"/>
            <a:ext cx="7924802" cy="5153180"/>
            <a:chOff x="1543048" y="1158240"/>
            <a:chExt cx="5495927" cy="3573780"/>
          </a:xfrm>
          <a:solidFill>
            <a:schemeClr val="accent2">
              <a:lumMod val="60000"/>
              <a:lumOff val="40000"/>
            </a:schemeClr>
          </a:solidFill>
        </p:grpSpPr>
        <p:sp>
          <p:nvSpPr>
            <p:cNvPr id="56" name="Téglalap 55">
              <a:extLst>
                <a:ext uri="{FF2B5EF4-FFF2-40B4-BE49-F238E27FC236}">
                  <a16:creationId xmlns:a16="http://schemas.microsoft.com/office/drawing/2014/main" id="{3B8BDC83-F2E4-1F76-7261-18CB0A745884}"/>
                </a:ext>
              </a:extLst>
            </p:cNvPr>
            <p:cNvSpPr/>
            <p:nvPr/>
          </p:nvSpPr>
          <p:spPr>
            <a:xfrm>
              <a:off x="1543048" y="1275484"/>
              <a:ext cx="5495927" cy="3456536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grpSp>
          <p:nvGrpSpPr>
            <p:cNvPr id="57" name="Csoportba foglalás 56">
              <a:extLst>
                <a:ext uri="{FF2B5EF4-FFF2-40B4-BE49-F238E27FC236}">
                  <a16:creationId xmlns:a16="http://schemas.microsoft.com/office/drawing/2014/main" id="{F5174B87-0001-15F5-8C43-136C649C0680}"/>
                </a:ext>
              </a:extLst>
            </p:cNvPr>
            <p:cNvGrpSpPr/>
            <p:nvPr/>
          </p:nvGrpSpPr>
          <p:grpSpPr>
            <a:xfrm>
              <a:off x="1543048" y="1158240"/>
              <a:ext cx="1216820" cy="739140"/>
              <a:chOff x="1543048" y="1158240"/>
              <a:chExt cx="1216820" cy="739140"/>
            </a:xfrm>
            <a:grpFill/>
          </p:grpSpPr>
          <p:sp>
            <p:nvSpPr>
              <p:cNvPr id="62" name="Téglalap: lekerekített 61">
                <a:extLst>
                  <a:ext uri="{FF2B5EF4-FFF2-40B4-BE49-F238E27FC236}">
                    <a16:creationId xmlns:a16="http://schemas.microsoft.com/office/drawing/2014/main" id="{201A7A71-3490-A1F7-2674-DA14CF15D0BD}"/>
                  </a:ext>
                </a:extLst>
              </p:cNvPr>
              <p:cNvSpPr/>
              <p:nvPr/>
            </p:nvSpPr>
            <p:spPr>
              <a:xfrm>
                <a:off x="1543048" y="1158240"/>
                <a:ext cx="821551" cy="739140"/>
              </a:xfrm>
              <a:prstGeom prst="roundRect">
                <a:avLst>
                  <a:gd name="adj" fmla="val 23883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63" name="Háromszög 62">
                <a:extLst>
                  <a:ext uri="{FF2B5EF4-FFF2-40B4-BE49-F238E27FC236}">
                    <a16:creationId xmlns:a16="http://schemas.microsoft.com/office/drawing/2014/main" id="{411C2886-6152-96E0-5BF9-AD121BABC918}"/>
                  </a:ext>
                </a:extLst>
              </p:cNvPr>
              <p:cNvSpPr/>
              <p:nvPr/>
            </p:nvSpPr>
            <p:spPr>
              <a:xfrm>
                <a:off x="2364599" y="1158240"/>
                <a:ext cx="395269" cy="118110"/>
              </a:xfrm>
              <a:prstGeom prst="triangle">
                <a:avLst>
                  <a:gd name="adj" fmla="val 76364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24" name="Téglalap 1023">
                <a:extLst>
                  <a:ext uri="{FF2B5EF4-FFF2-40B4-BE49-F238E27FC236}">
                    <a16:creationId xmlns:a16="http://schemas.microsoft.com/office/drawing/2014/main" id="{2071B887-2713-92EA-91F4-493F626F1958}"/>
                  </a:ext>
                </a:extLst>
              </p:cNvPr>
              <p:cNvSpPr/>
              <p:nvPr/>
            </p:nvSpPr>
            <p:spPr>
              <a:xfrm>
                <a:off x="2185988" y="1158240"/>
                <a:ext cx="481011" cy="23448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grpSp>
          <p:nvGrpSpPr>
            <p:cNvPr id="58" name="Csoportba foglalás 57">
              <a:extLst>
                <a:ext uri="{FF2B5EF4-FFF2-40B4-BE49-F238E27FC236}">
                  <a16:creationId xmlns:a16="http://schemas.microsoft.com/office/drawing/2014/main" id="{88506C0A-E4B9-22D2-E6BA-9A74886DA4EF}"/>
                </a:ext>
              </a:extLst>
            </p:cNvPr>
            <p:cNvGrpSpPr/>
            <p:nvPr/>
          </p:nvGrpSpPr>
          <p:grpSpPr>
            <a:xfrm flipH="1">
              <a:off x="5818343" y="1158240"/>
              <a:ext cx="1216820" cy="739140"/>
              <a:chOff x="1543048" y="1158240"/>
              <a:chExt cx="1216820" cy="739140"/>
            </a:xfrm>
            <a:grpFill/>
          </p:grpSpPr>
          <p:sp>
            <p:nvSpPr>
              <p:cNvPr id="59" name="Téglalap: lekerekített 58">
                <a:extLst>
                  <a:ext uri="{FF2B5EF4-FFF2-40B4-BE49-F238E27FC236}">
                    <a16:creationId xmlns:a16="http://schemas.microsoft.com/office/drawing/2014/main" id="{7C40F24B-6F7D-8367-FC3C-D3E7CD8B3034}"/>
                  </a:ext>
                </a:extLst>
              </p:cNvPr>
              <p:cNvSpPr/>
              <p:nvPr/>
            </p:nvSpPr>
            <p:spPr>
              <a:xfrm>
                <a:off x="1543048" y="1158240"/>
                <a:ext cx="821551" cy="739140"/>
              </a:xfrm>
              <a:prstGeom prst="roundRect">
                <a:avLst>
                  <a:gd name="adj" fmla="val 23883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60" name="Háromszög 59">
                <a:extLst>
                  <a:ext uri="{FF2B5EF4-FFF2-40B4-BE49-F238E27FC236}">
                    <a16:creationId xmlns:a16="http://schemas.microsoft.com/office/drawing/2014/main" id="{69F0BEBE-8DC6-7A5C-0D3C-F373DDD2D7B5}"/>
                  </a:ext>
                </a:extLst>
              </p:cNvPr>
              <p:cNvSpPr/>
              <p:nvPr/>
            </p:nvSpPr>
            <p:spPr>
              <a:xfrm>
                <a:off x="2364599" y="1158240"/>
                <a:ext cx="395269" cy="118110"/>
              </a:xfrm>
              <a:prstGeom prst="triangle">
                <a:avLst>
                  <a:gd name="adj" fmla="val 76364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61" name="Téglalap 60">
                <a:extLst>
                  <a:ext uri="{FF2B5EF4-FFF2-40B4-BE49-F238E27FC236}">
                    <a16:creationId xmlns:a16="http://schemas.microsoft.com/office/drawing/2014/main" id="{76B9F7FB-9AC2-9E0F-2EC6-FAAEFB5F7B8A}"/>
                  </a:ext>
                </a:extLst>
              </p:cNvPr>
              <p:cNvSpPr/>
              <p:nvPr/>
            </p:nvSpPr>
            <p:spPr>
              <a:xfrm>
                <a:off x="2185988" y="1158240"/>
                <a:ext cx="481011" cy="23448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</p:grpSp>
      <p:sp>
        <p:nvSpPr>
          <p:cNvPr id="1075" name="Téglalap 1074">
            <a:extLst>
              <a:ext uri="{FF2B5EF4-FFF2-40B4-BE49-F238E27FC236}">
                <a16:creationId xmlns:a16="http://schemas.microsoft.com/office/drawing/2014/main" id="{C044692E-6898-4E21-C225-093C9DCD0A2C}"/>
              </a:ext>
            </a:extLst>
          </p:cNvPr>
          <p:cNvSpPr/>
          <p:nvPr/>
        </p:nvSpPr>
        <p:spPr>
          <a:xfrm>
            <a:off x="19856074" y="1764447"/>
            <a:ext cx="7571770" cy="50680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endParaRPr lang="hu-HU" dirty="0"/>
          </a:p>
        </p:txBody>
      </p:sp>
      <p:grpSp>
        <p:nvGrpSpPr>
          <p:cNvPr id="34" name="Csoportba foglalás 33">
            <a:extLst>
              <a:ext uri="{FF2B5EF4-FFF2-40B4-BE49-F238E27FC236}">
                <a16:creationId xmlns:a16="http://schemas.microsoft.com/office/drawing/2014/main" id="{8F19C8B0-C858-684C-3E43-260237956FF4}"/>
              </a:ext>
            </a:extLst>
          </p:cNvPr>
          <p:cNvGrpSpPr/>
          <p:nvPr/>
        </p:nvGrpSpPr>
        <p:grpSpPr>
          <a:xfrm>
            <a:off x="-8724657" y="1679293"/>
            <a:ext cx="7924802" cy="5153180"/>
            <a:chOff x="1543048" y="1158240"/>
            <a:chExt cx="5495927" cy="3573780"/>
          </a:xfrm>
          <a:solidFill>
            <a:schemeClr val="bg1">
              <a:lumMod val="65000"/>
            </a:schemeClr>
          </a:solidFill>
        </p:grpSpPr>
        <p:sp>
          <p:nvSpPr>
            <p:cNvPr id="16" name="Téglalap 15">
              <a:extLst>
                <a:ext uri="{FF2B5EF4-FFF2-40B4-BE49-F238E27FC236}">
                  <a16:creationId xmlns:a16="http://schemas.microsoft.com/office/drawing/2014/main" id="{B387E9EF-9912-BC6E-8879-E4F69F706F17}"/>
                </a:ext>
              </a:extLst>
            </p:cNvPr>
            <p:cNvSpPr/>
            <p:nvPr/>
          </p:nvSpPr>
          <p:spPr>
            <a:xfrm>
              <a:off x="1543048" y="1275484"/>
              <a:ext cx="5495927" cy="3456536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grpSp>
          <p:nvGrpSpPr>
            <p:cNvPr id="25" name="Csoportba foglalás 24">
              <a:extLst>
                <a:ext uri="{FF2B5EF4-FFF2-40B4-BE49-F238E27FC236}">
                  <a16:creationId xmlns:a16="http://schemas.microsoft.com/office/drawing/2014/main" id="{99FD699F-FB4E-F783-1C71-1A81C624BB94}"/>
                </a:ext>
              </a:extLst>
            </p:cNvPr>
            <p:cNvGrpSpPr/>
            <p:nvPr/>
          </p:nvGrpSpPr>
          <p:grpSpPr>
            <a:xfrm>
              <a:off x="1543048" y="1158240"/>
              <a:ext cx="1216820" cy="739140"/>
              <a:chOff x="1543048" y="1158240"/>
              <a:chExt cx="1216820" cy="739140"/>
            </a:xfrm>
            <a:grpFill/>
          </p:grpSpPr>
          <p:sp>
            <p:nvSpPr>
              <p:cNvPr id="17" name="Téglalap: lekerekített 16">
                <a:extLst>
                  <a:ext uri="{FF2B5EF4-FFF2-40B4-BE49-F238E27FC236}">
                    <a16:creationId xmlns:a16="http://schemas.microsoft.com/office/drawing/2014/main" id="{6ADBA103-AE63-1BE5-2246-C2742C9AC5D3}"/>
                  </a:ext>
                </a:extLst>
              </p:cNvPr>
              <p:cNvSpPr/>
              <p:nvPr/>
            </p:nvSpPr>
            <p:spPr>
              <a:xfrm>
                <a:off x="1543048" y="1158240"/>
                <a:ext cx="821551" cy="739140"/>
              </a:xfrm>
              <a:prstGeom prst="roundRect">
                <a:avLst>
                  <a:gd name="adj" fmla="val 23883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9" name="Háromszög 18">
                <a:extLst>
                  <a:ext uri="{FF2B5EF4-FFF2-40B4-BE49-F238E27FC236}">
                    <a16:creationId xmlns:a16="http://schemas.microsoft.com/office/drawing/2014/main" id="{5F486422-493D-BACD-C5D0-A1E29B6B31E9}"/>
                  </a:ext>
                </a:extLst>
              </p:cNvPr>
              <p:cNvSpPr/>
              <p:nvPr/>
            </p:nvSpPr>
            <p:spPr>
              <a:xfrm>
                <a:off x="2364599" y="1158240"/>
                <a:ext cx="395269" cy="118110"/>
              </a:xfrm>
              <a:prstGeom prst="triangle">
                <a:avLst>
                  <a:gd name="adj" fmla="val 76364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20" name="Téglalap 19">
                <a:extLst>
                  <a:ext uri="{FF2B5EF4-FFF2-40B4-BE49-F238E27FC236}">
                    <a16:creationId xmlns:a16="http://schemas.microsoft.com/office/drawing/2014/main" id="{39ADAA00-35AB-E599-7AFF-CEC1BF6842C6}"/>
                  </a:ext>
                </a:extLst>
              </p:cNvPr>
              <p:cNvSpPr/>
              <p:nvPr/>
            </p:nvSpPr>
            <p:spPr>
              <a:xfrm>
                <a:off x="2185988" y="1158240"/>
                <a:ext cx="481011" cy="23448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grpSp>
          <p:nvGrpSpPr>
            <p:cNvPr id="30" name="Csoportba foglalás 29">
              <a:extLst>
                <a:ext uri="{FF2B5EF4-FFF2-40B4-BE49-F238E27FC236}">
                  <a16:creationId xmlns:a16="http://schemas.microsoft.com/office/drawing/2014/main" id="{CC498A5C-EA90-2D34-4B67-5BD989543FA8}"/>
                </a:ext>
              </a:extLst>
            </p:cNvPr>
            <p:cNvGrpSpPr/>
            <p:nvPr/>
          </p:nvGrpSpPr>
          <p:grpSpPr>
            <a:xfrm flipH="1">
              <a:off x="5818343" y="1158240"/>
              <a:ext cx="1216820" cy="739140"/>
              <a:chOff x="1543048" y="1158240"/>
              <a:chExt cx="1216820" cy="739140"/>
            </a:xfrm>
            <a:grpFill/>
          </p:grpSpPr>
          <p:sp>
            <p:nvSpPr>
              <p:cNvPr id="31" name="Téglalap: lekerekített 30">
                <a:extLst>
                  <a:ext uri="{FF2B5EF4-FFF2-40B4-BE49-F238E27FC236}">
                    <a16:creationId xmlns:a16="http://schemas.microsoft.com/office/drawing/2014/main" id="{1445F35D-FC87-A1B9-127C-AC6786FB1A6C}"/>
                  </a:ext>
                </a:extLst>
              </p:cNvPr>
              <p:cNvSpPr/>
              <p:nvPr/>
            </p:nvSpPr>
            <p:spPr>
              <a:xfrm>
                <a:off x="1543048" y="1158240"/>
                <a:ext cx="821551" cy="739140"/>
              </a:xfrm>
              <a:prstGeom prst="roundRect">
                <a:avLst>
                  <a:gd name="adj" fmla="val 23883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2" name="Háromszög 31">
                <a:extLst>
                  <a:ext uri="{FF2B5EF4-FFF2-40B4-BE49-F238E27FC236}">
                    <a16:creationId xmlns:a16="http://schemas.microsoft.com/office/drawing/2014/main" id="{A36557C9-3535-53E8-BF27-8950B92B5221}"/>
                  </a:ext>
                </a:extLst>
              </p:cNvPr>
              <p:cNvSpPr/>
              <p:nvPr/>
            </p:nvSpPr>
            <p:spPr>
              <a:xfrm>
                <a:off x="2364599" y="1158240"/>
                <a:ext cx="395269" cy="118110"/>
              </a:xfrm>
              <a:prstGeom prst="triangle">
                <a:avLst>
                  <a:gd name="adj" fmla="val 76364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" name="Téglalap 32">
                <a:extLst>
                  <a:ext uri="{FF2B5EF4-FFF2-40B4-BE49-F238E27FC236}">
                    <a16:creationId xmlns:a16="http://schemas.microsoft.com/office/drawing/2014/main" id="{FE5B7EEA-2226-E4E1-6410-C7C648666F56}"/>
                  </a:ext>
                </a:extLst>
              </p:cNvPr>
              <p:cNvSpPr/>
              <p:nvPr/>
            </p:nvSpPr>
            <p:spPr>
              <a:xfrm>
                <a:off x="2185988" y="1158240"/>
                <a:ext cx="481011" cy="23448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</p:grpSp>
      <p:sp>
        <p:nvSpPr>
          <p:cNvPr id="1076" name="Téglalap 1075">
            <a:extLst>
              <a:ext uri="{FF2B5EF4-FFF2-40B4-BE49-F238E27FC236}">
                <a16:creationId xmlns:a16="http://schemas.microsoft.com/office/drawing/2014/main" id="{E0C765E5-0CA3-2AA8-93B6-76E33B01214A}"/>
              </a:ext>
            </a:extLst>
          </p:cNvPr>
          <p:cNvSpPr/>
          <p:nvPr/>
        </p:nvSpPr>
        <p:spPr>
          <a:xfrm>
            <a:off x="-51361" y="0"/>
            <a:ext cx="12288196" cy="688577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hu-HU" sz="6000">
                <a:solidFill>
                  <a:schemeClr val="tx1"/>
                </a:solidFill>
                <a:latin typeface="Bodoni MT" panose="02070603080606020203" pitchFamily="18" charset="0"/>
              </a:rPr>
              <a:t>Infinite Queries</a:t>
            </a:r>
            <a:endParaRPr lang="hu-HU" sz="6000" dirty="0">
              <a:solidFill>
                <a:schemeClr val="tx1"/>
              </a:solidFill>
              <a:latin typeface="Bodoni MT" panose="02070603080606020203" pitchFamily="18" charset="0"/>
            </a:endParaRPr>
          </a:p>
        </p:txBody>
      </p:sp>
      <p:pic>
        <p:nvPicPr>
          <p:cNvPr id="1044" name="Kép 1043">
            <a:extLst>
              <a:ext uri="{FF2B5EF4-FFF2-40B4-BE49-F238E27FC236}">
                <a16:creationId xmlns:a16="http://schemas.microsoft.com/office/drawing/2014/main" id="{87F5D225-8F63-8C56-C904-ED1124246444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0"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artisticBlur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82550" y="1789974"/>
            <a:ext cx="7552866" cy="480060"/>
          </a:xfrm>
          <a:prstGeom prst="rect">
            <a:avLst/>
          </a:prstGeom>
          <a:effectLst/>
        </p:spPr>
      </p:pic>
      <p:grpSp>
        <p:nvGrpSpPr>
          <p:cNvPr id="45" name="Csoportba foglalás 44">
            <a:extLst>
              <a:ext uri="{FF2B5EF4-FFF2-40B4-BE49-F238E27FC236}">
                <a16:creationId xmlns:a16="http://schemas.microsoft.com/office/drawing/2014/main" id="{30C7375F-FB9A-9A3B-A2D6-4CE175BEFA90}"/>
              </a:ext>
            </a:extLst>
          </p:cNvPr>
          <p:cNvGrpSpPr/>
          <p:nvPr/>
        </p:nvGrpSpPr>
        <p:grpSpPr>
          <a:xfrm>
            <a:off x="-8730153" y="5416324"/>
            <a:ext cx="7924802" cy="1614829"/>
            <a:chOff x="1543048" y="1158240"/>
            <a:chExt cx="5495927" cy="3573780"/>
          </a:xfrm>
          <a:solidFill>
            <a:schemeClr val="bg2">
              <a:lumMod val="90000"/>
            </a:schemeClr>
          </a:solidFill>
        </p:grpSpPr>
        <p:sp>
          <p:nvSpPr>
            <p:cNvPr id="46" name="Téglalap 45">
              <a:extLst>
                <a:ext uri="{FF2B5EF4-FFF2-40B4-BE49-F238E27FC236}">
                  <a16:creationId xmlns:a16="http://schemas.microsoft.com/office/drawing/2014/main" id="{74B4D1EE-3D54-B799-2BF0-98C75FB14B10}"/>
                </a:ext>
              </a:extLst>
            </p:cNvPr>
            <p:cNvSpPr/>
            <p:nvPr/>
          </p:nvSpPr>
          <p:spPr>
            <a:xfrm>
              <a:off x="1543048" y="1275484"/>
              <a:ext cx="5495927" cy="3456536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grpSp>
          <p:nvGrpSpPr>
            <p:cNvPr id="47" name="Csoportba foglalás 46">
              <a:extLst>
                <a:ext uri="{FF2B5EF4-FFF2-40B4-BE49-F238E27FC236}">
                  <a16:creationId xmlns:a16="http://schemas.microsoft.com/office/drawing/2014/main" id="{E2ABF5D3-CC05-F80A-ABB4-60D428E0B3A1}"/>
                </a:ext>
              </a:extLst>
            </p:cNvPr>
            <p:cNvGrpSpPr/>
            <p:nvPr/>
          </p:nvGrpSpPr>
          <p:grpSpPr>
            <a:xfrm>
              <a:off x="1543048" y="1158240"/>
              <a:ext cx="1216820" cy="739140"/>
              <a:chOff x="1543048" y="1158240"/>
              <a:chExt cx="1216820" cy="739140"/>
            </a:xfrm>
            <a:grpFill/>
          </p:grpSpPr>
          <p:sp>
            <p:nvSpPr>
              <p:cNvPr id="52" name="Téglalap: lekerekített 51">
                <a:extLst>
                  <a:ext uri="{FF2B5EF4-FFF2-40B4-BE49-F238E27FC236}">
                    <a16:creationId xmlns:a16="http://schemas.microsoft.com/office/drawing/2014/main" id="{56E14A21-9CCB-9E66-A463-87EDC8C40856}"/>
                  </a:ext>
                </a:extLst>
              </p:cNvPr>
              <p:cNvSpPr/>
              <p:nvPr/>
            </p:nvSpPr>
            <p:spPr>
              <a:xfrm>
                <a:off x="1543048" y="1158240"/>
                <a:ext cx="821551" cy="739140"/>
              </a:xfrm>
              <a:prstGeom prst="roundRect">
                <a:avLst>
                  <a:gd name="adj" fmla="val 23883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53" name="Háromszög 52">
                <a:extLst>
                  <a:ext uri="{FF2B5EF4-FFF2-40B4-BE49-F238E27FC236}">
                    <a16:creationId xmlns:a16="http://schemas.microsoft.com/office/drawing/2014/main" id="{EC2D1D6D-EE56-856C-EB7C-6FBF09E053A3}"/>
                  </a:ext>
                </a:extLst>
              </p:cNvPr>
              <p:cNvSpPr/>
              <p:nvPr/>
            </p:nvSpPr>
            <p:spPr>
              <a:xfrm>
                <a:off x="2364599" y="1158240"/>
                <a:ext cx="395269" cy="118110"/>
              </a:xfrm>
              <a:prstGeom prst="triangle">
                <a:avLst>
                  <a:gd name="adj" fmla="val 76364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54" name="Téglalap 53">
                <a:extLst>
                  <a:ext uri="{FF2B5EF4-FFF2-40B4-BE49-F238E27FC236}">
                    <a16:creationId xmlns:a16="http://schemas.microsoft.com/office/drawing/2014/main" id="{83D22461-1EF1-5998-D035-4D35BAD3E267}"/>
                  </a:ext>
                </a:extLst>
              </p:cNvPr>
              <p:cNvSpPr/>
              <p:nvPr/>
            </p:nvSpPr>
            <p:spPr>
              <a:xfrm>
                <a:off x="2185988" y="1158240"/>
                <a:ext cx="481011" cy="23448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grpSp>
          <p:nvGrpSpPr>
            <p:cNvPr id="48" name="Csoportba foglalás 47">
              <a:extLst>
                <a:ext uri="{FF2B5EF4-FFF2-40B4-BE49-F238E27FC236}">
                  <a16:creationId xmlns:a16="http://schemas.microsoft.com/office/drawing/2014/main" id="{D4675406-9265-33A7-5BDD-8EFBC1AD2F3C}"/>
                </a:ext>
              </a:extLst>
            </p:cNvPr>
            <p:cNvGrpSpPr/>
            <p:nvPr/>
          </p:nvGrpSpPr>
          <p:grpSpPr>
            <a:xfrm flipH="1">
              <a:off x="5818343" y="1158240"/>
              <a:ext cx="1216820" cy="739140"/>
              <a:chOff x="1543048" y="1158240"/>
              <a:chExt cx="1216820" cy="739140"/>
            </a:xfrm>
            <a:grpFill/>
          </p:grpSpPr>
          <p:sp>
            <p:nvSpPr>
              <p:cNvPr id="49" name="Téglalap: lekerekített 48">
                <a:extLst>
                  <a:ext uri="{FF2B5EF4-FFF2-40B4-BE49-F238E27FC236}">
                    <a16:creationId xmlns:a16="http://schemas.microsoft.com/office/drawing/2014/main" id="{51FD5653-F5D6-2E14-FE16-94DBCA8B4899}"/>
                  </a:ext>
                </a:extLst>
              </p:cNvPr>
              <p:cNvSpPr/>
              <p:nvPr/>
            </p:nvSpPr>
            <p:spPr>
              <a:xfrm>
                <a:off x="1543048" y="1158240"/>
                <a:ext cx="821551" cy="739140"/>
              </a:xfrm>
              <a:prstGeom prst="roundRect">
                <a:avLst>
                  <a:gd name="adj" fmla="val 23883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50" name="Háromszög 49">
                <a:extLst>
                  <a:ext uri="{FF2B5EF4-FFF2-40B4-BE49-F238E27FC236}">
                    <a16:creationId xmlns:a16="http://schemas.microsoft.com/office/drawing/2014/main" id="{3488ADDF-D83D-6D5F-AE83-E3C9FE5D80A6}"/>
                  </a:ext>
                </a:extLst>
              </p:cNvPr>
              <p:cNvSpPr/>
              <p:nvPr/>
            </p:nvSpPr>
            <p:spPr>
              <a:xfrm>
                <a:off x="2364599" y="1158240"/>
                <a:ext cx="395269" cy="118110"/>
              </a:xfrm>
              <a:prstGeom prst="triangle">
                <a:avLst>
                  <a:gd name="adj" fmla="val 76364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51" name="Téglalap 50">
                <a:extLst>
                  <a:ext uri="{FF2B5EF4-FFF2-40B4-BE49-F238E27FC236}">
                    <a16:creationId xmlns:a16="http://schemas.microsoft.com/office/drawing/2014/main" id="{D74946BA-3E0F-4D09-14A0-B96798B80A7A}"/>
                  </a:ext>
                </a:extLst>
              </p:cNvPr>
              <p:cNvSpPr/>
              <p:nvPr/>
            </p:nvSpPr>
            <p:spPr>
              <a:xfrm>
                <a:off x="2185988" y="1158240"/>
                <a:ext cx="481011" cy="23448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</p:grpSp>
      <p:pic>
        <p:nvPicPr>
          <p:cNvPr id="1045" name="Kép 1044">
            <a:extLst>
              <a:ext uri="{FF2B5EF4-FFF2-40B4-BE49-F238E27FC236}">
                <a16:creationId xmlns:a16="http://schemas.microsoft.com/office/drawing/2014/main" id="{0CD606CA-2485-1FC0-EF01-2756E5A902E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artisticBlur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9865526" y="1789974"/>
            <a:ext cx="7552866" cy="480060"/>
          </a:xfrm>
          <a:prstGeom prst="rect">
            <a:avLst/>
          </a:prstGeom>
          <a:effectLst/>
        </p:spPr>
      </p:pic>
      <p:grpSp>
        <p:nvGrpSpPr>
          <p:cNvPr id="1025" name="Csoportba foglalás 1024">
            <a:extLst>
              <a:ext uri="{FF2B5EF4-FFF2-40B4-BE49-F238E27FC236}">
                <a16:creationId xmlns:a16="http://schemas.microsoft.com/office/drawing/2014/main" id="{6B72BD15-DBD4-31F7-DAFD-DF2DF67D38F7}"/>
              </a:ext>
            </a:extLst>
          </p:cNvPr>
          <p:cNvGrpSpPr/>
          <p:nvPr/>
        </p:nvGrpSpPr>
        <p:grpSpPr>
          <a:xfrm>
            <a:off x="19741288" y="1817423"/>
            <a:ext cx="7924802" cy="5068026"/>
            <a:chOff x="1543048" y="1158240"/>
            <a:chExt cx="5495927" cy="3573780"/>
          </a:xfrm>
          <a:solidFill>
            <a:schemeClr val="accent2">
              <a:lumMod val="40000"/>
              <a:lumOff val="60000"/>
            </a:schemeClr>
          </a:solidFill>
        </p:grpSpPr>
        <p:sp>
          <p:nvSpPr>
            <p:cNvPr id="1027" name="Téglalap 1026">
              <a:extLst>
                <a:ext uri="{FF2B5EF4-FFF2-40B4-BE49-F238E27FC236}">
                  <a16:creationId xmlns:a16="http://schemas.microsoft.com/office/drawing/2014/main" id="{01425757-F53A-D425-26E3-2D1A74876DB8}"/>
                </a:ext>
              </a:extLst>
            </p:cNvPr>
            <p:cNvSpPr/>
            <p:nvPr/>
          </p:nvSpPr>
          <p:spPr>
            <a:xfrm>
              <a:off x="1543048" y="1275484"/>
              <a:ext cx="5495927" cy="3456536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grpSp>
          <p:nvGrpSpPr>
            <p:cNvPr id="1028" name="Csoportba foglalás 1027">
              <a:extLst>
                <a:ext uri="{FF2B5EF4-FFF2-40B4-BE49-F238E27FC236}">
                  <a16:creationId xmlns:a16="http://schemas.microsoft.com/office/drawing/2014/main" id="{153DEFA7-F6F2-8877-CC71-57BC5432054E}"/>
                </a:ext>
              </a:extLst>
            </p:cNvPr>
            <p:cNvGrpSpPr/>
            <p:nvPr/>
          </p:nvGrpSpPr>
          <p:grpSpPr>
            <a:xfrm>
              <a:off x="1543048" y="1158240"/>
              <a:ext cx="1216820" cy="739140"/>
              <a:chOff x="1543048" y="1158240"/>
              <a:chExt cx="1216820" cy="739140"/>
            </a:xfrm>
            <a:grpFill/>
          </p:grpSpPr>
          <p:sp>
            <p:nvSpPr>
              <p:cNvPr id="1033" name="Téglalap: lekerekített 1032">
                <a:extLst>
                  <a:ext uri="{FF2B5EF4-FFF2-40B4-BE49-F238E27FC236}">
                    <a16:creationId xmlns:a16="http://schemas.microsoft.com/office/drawing/2014/main" id="{F9279786-B6EB-F81C-CF3E-1E059D6B9122}"/>
                  </a:ext>
                </a:extLst>
              </p:cNvPr>
              <p:cNvSpPr/>
              <p:nvPr/>
            </p:nvSpPr>
            <p:spPr>
              <a:xfrm>
                <a:off x="1543048" y="1158240"/>
                <a:ext cx="821551" cy="739140"/>
              </a:xfrm>
              <a:prstGeom prst="roundRect">
                <a:avLst>
                  <a:gd name="adj" fmla="val 23883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34" name="Háromszög 1033">
                <a:extLst>
                  <a:ext uri="{FF2B5EF4-FFF2-40B4-BE49-F238E27FC236}">
                    <a16:creationId xmlns:a16="http://schemas.microsoft.com/office/drawing/2014/main" id="{D9D764C9-A29E-F53C-07FE-D025BC6F032A}"/>
                  </a:ext>
                </a:extLst>
              </p:cNvPr>
              <p:cNvSpPr/>
              <p:nvPr/>
            </p:nvSpPr>
            <p:spPr>
              <a:xfrm>
                <a:off x="2364599" y="1158240"/>
                <a:ext cx="395269" cy="118110"/>
              </a:xfrm>
              <a:prstGeom prst="triangle">
                <a:avLst>
                  <a:gd name="adj" fmla="val 76364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35" name="Téglalap 1034">
                <a:extLst>
                  <a:ext uri="{FF2B5EF4-FFF2-40B4-BE49-F238E27FC236}">
                    <a16:creationId xmlns:a16="http://schemas.microsoft.com/office/drawing/2014/main" id="{78F8C05F-1768-105B-D865-ADA9D714ACD6}"/>
                  </a:ext>
                </a:extLst>
              </p:cNvPr>
              <p:cNvSpPr/>
              <p:nvPr/>
            </p:nvSpPr>
            <p:spPr>
              <a:xfrm>
                <a:off x="2185988" y="1158240"/>
                <a:ext cx="481011" cy="23448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grpSp>
          <p:nvGrpSpPr>
            <p:cNvPr id="1029" name="Csoportba foglalás 1028">
              <a:extLst>
                <a:ext uri="{FF2B5EF4-FFF2-40B4-BE49-F238E27FC236}">
                  <a16:creationId xmlns:a16="http://schemas.microsoft.com/office/drawing/2014/main" id="{D8BCFA1D-C835-E1AD-38E0-A927CD173320}"/>
                </a:ext>
              </a:extLst>
            </p:cNvPr>
            <p:cNvGrpSpPr/>
            <p:nvPr/>
          </p:nvGrpSpPr>
          <p:grpSpPr>
            <a:xfrm flipH="1">
              <a:off x="5818343" y="1158240"/>
              <a:ext cx="1216820" cy="739140"/>
              <a:chOff x="1543048" y="1158240"/>
              <a:chExt cx="1216820" cy="739140"/>
            </a:xfrm>
            <a:grpFill/>
          </p:grpSpPr>
          <p:sp>
            <p:nvSpPr>
              <p:cNvPr id="1030" name="Téglalap: lekerekített 1029">
                <a:extLst>
                  <a:ext uri="{FF2B5EF4-FFF2-40B4-BE49-F238E27FC236}">
                    <a16:creationId xmlns:a16="http://schemas.microsoft.com/office/drawing/2014/main" id="{B6EF03CB-8839-3975-99A9-83C0B5379669}"/>
                  </a:ext>
                </a:extLst>
              </p:cNvPr>
              <p:cNvSpPr/>
              <p:nvPr/>
            </p:nvSpPr>
            <p:spPr>
              <a:xfrm>
                <a:off x="1543048" y="1158240"/>
                <a:ext cx="821551" cy="739140"/>
              </a:xfrm>
              <a:prstGeom prst="roundRect">
                <a:avLst>
                  <a:gd name="adj" fmla="val 23883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31" name="Háromszög 1030">
                <a:extLst>
                  <a:ext uri="{FF2B5EF4-FFF2-40B4-BE49-F238E27FC236}">
                    <a16:creationId xmlns:a16="http://schemas.microsoft.com/office/drawing/2014/main" id="{A2DF6F9D-8761-7876-1E5E-EC1663AD7699}"/>
                  </a:ext>
                </a:extLst>
              </p:cNvPr>
              <p:cNvSpPr/>
              <p:nvPr/>
            </p:nvSpPr>
            <p:spPr>
              <a:xfrm>
                <a:off x="2364599" y="1158240"/>
                <a:ext cx="395269" cy="118110"/>
              </a:xfrm>
              <a:prstGeom prst="triangle">
                <a:avLst>
                  <a:gd name="adj" fmla="val 76364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32" name="Téglalap 1031">
                <a:extLst>
                  <a:ext uri="{FF2B5EF4-FFF2-40B4-BE49-F238E27FC236}">
                    <a16:creationId xmlns:a16="http://schemas.microsoft.com/office/drawing/2014/main" id="{2D0B3B06-D8EB-AC0C-00CE-3B196C534964}"/>
                  </a:ext>
                </a:extLst>
              </p:cNvPr>
              <p:cNvSpPr/>
              <p:nvPr/>
            </p:nvSpPr>
            <p:spPr>
              <a:xfrm>
                <a:off x="2185988" y="1158240"/>
                <a:ext cx="481011" cy="23448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</p:grpSp>
      <p:sp>
        <p:nvSpPr>
          <p:cNvPr id="1050" name="Téglalap 1049">
            <a:extLst>
              <a:ext uri="{FF2B5EF4-FFF2-40B4-BE49-F238E27FC236}">
                <a16:creationId xmlns:a16="http://schemas.microsoft.com/office/drawing/2014/main" id="{D02249A6-1522-DCB7-8D64-5FD3D3F2185A}"/>
              </a:ext>
            </a:extLst>
          </p:cNvPr>
          <p:cNvSpPr/>
          <p:nvPr/>
        </p:nvSpPr>
        <p:spPr>
          <a:xfrm>
            <a:off x="10069655" y="6072649"/>
            <a:ext cx="4324574" cy="1080226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1051" name="Téglalap: felső két sarkán levágva 1050">
            <a:extLst>
              <a:ext uri="{FF2B5EF4-FFF2-40B4-BE49-F238E27FC236}">
                <a16:creationId xmlns:a16="http://schemas.microsoft.com/office/drawing/2014/main" id="{43A27C5C-ED49-4F57-F9D0-46E93CD2E5B6}"/>
              </a:ext>
            </a:extLst>
          </p:cNvPr>
          <p:cNvSpPr/>
          <p:nvPr/>
        </p:nvSpPr>
        <p:spPr>
          <a:xfrm rot="10800000">
            <a:off x="9899052" y="5758071"/>
            <a:ext cx="4608000" cy="314577"/>
          </a:xfrm>
          <a:prstGeom prst="snip2SameRect">
            <a:avLst>
              <a:gd name="adj1" fmla="val 27265"/>
              <a:gd name="adj2" fmla="val 0"/>
            </a:avLst>
          </a:prstGeom>
          <a:solidFill>
            <a:srgbClr val="D9D9D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pic>
        <p:nvPicPr>
          <p:cNvPr id="1047" name="Kép 1046">
            <a:extLst>
              <a:ext uri="{FF2B5EF4-FFF2-40B4-BE49-F238E27FC236}">
                <a16:creationId xmlns:a16="http://schemas.microsoft.com/office/drawing/2014/main" id="{A147511A-FE17-21B4-9A4B-633763AAF9B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65871" y="2367538"/>
            <a:ext cx="3968441" cy="3968441"/>
          </a:xfrm>
          <a:prstGeom prst="rect">
            <a:avLst/>
          </a:prstGeom>
        </p:spPr>
      </p:pic>
      <p:pic>
        <p:nvPicPr>
          <p:cNvPr id="1049" name="Kép 1048">
            <a:extLst>
              <a:ext uri="{FF2B5EF4-FFF2-40B4-BE49-F238E27FC236}">
                <a16:creationId xmlns:a16="http://schemas.microsoft.com/office/drawing/2014/main" id="{15E31DD2-033C-8912-70C1-4BD7698B268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92693" y="2367539"/>
            <a:ext cx="3968441" cy="3968441"/>
          </a:xfrm>
          <a:prstGeom prst="rect">
            <a:avLst/>
          </a:prstGeom>
        </p:spPr>
      </p:pic>
      <p:pic>
        <p:nvPicPr>
          <p:cNvPr id="1074" name="Kép 1073">
            <a:extLst>
              <a:ext uri="{FF2B5EF4-FFF2-40B4-BE49-F238E27FC236}">
                <a16:creationId xmlns:a16="http://schemas.microsoft.com/office/drawing/2014/main" id="{1A4582C4-6ECF-F043-8A44-DFC3211F0891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80417" y="-5158151"/>
            <a:ext cx="8985673" cy="5990449"/>
          </a:xfrm>
          <a:prstGeom prst="rect">
            <a:avLst/>
          </a:prstGeom>
        </p:spPr>
      </p:pic>
      <p:pic>
        <p:nvPicPr>
          <p:cNvPr id="2" name="Picture 2">
            <a:extLst>
              <a:ext uri="{FF2B5EF4-FFF2-40B4-BE49-F238E27FC236}">
                <a16:creationId xmlns:a16="http://schemas.microsoft.com/office/drawing/2014/main" id="{8AD6F9E2-4C47-ACC2-72E2-0B915E3450D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96953" y="290047"/>
            <a:ext cx="1347833" cy="1347833"/>
          </a:xfrm>
          <a:prstGeom prst="rect">
            <a:avLst/>
          </a:prstGeom>
          <a:solidFill>
            <a:srgbClr val="DF6266"/>
          </a:solidFill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3A712538-E3D8-C406-4616-54FD9839A1D8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97846" y="2710322"/>
            <a:ext cx="3539905" cy="3539905"/>
          </a:xfrm>
          <a:prstGeom prst="rect">
            <a:avLst/>
          </a:prstGeom>
        </p:spPr>
      </p:pic>
      <p:pic>
        <p:nvPicPr>
          <p:cNvPr id="6" name="Kép 5">
            <a:extLst>
              <a:ext uri="{FF2B5EF4-FFF2-40B4-BE49-F238E27FC236}">
                <a16:creationId xmlns:a16="http://schemas.microsoft.com/office/drawing/2014/main" id="{536421DB-3D6F-37B3-BD2C-488DA7FCBEE1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94" t="5850" r="3400" b="6638"/>
          <a:stretch>
            <a:fillRect/>
          </a:stretch>
        </p:blipFill>
        <p:spPr>
          <a:xfrm>
            <a:off x="-51221" y="3077030"/>
            <a:ext cx="5622489" cy="3891876"/>
          </a:xfrm>
          <a:prstGeom prst="rect">
            <a:avLst/>
          </a:prstGeom>
        </p:spPr>
      </p:pic>
      <p:pic>
        <p:nvPicPr>
          <p:cNvPr id="15" name="Kép 14">
            <a:extLst>
              <a:ext uri="{FF2B5EF4-FFF2-40B4-BE49-F238E27FC236}">
                <a16:creationId xmlns:a16="http://schemas.microsoft.com/office/drawing/2014/main" id="{B8D95652-31B7-8B0A-7BED-BD8C1723AC74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369" t="5257" r="3533" b="5257"/>
          <a:stretch>
            <a:fillRect/>
          </a:stretch>
        </p:blipFill>
        <p:spPr>
          <a:xfrm>
            <a:off x="3290200" y="1983688"/>
            <a:ext cx="5563511" cy="2799989"/>
          </a:xfrm>
          <a:prstGeom prst="rect">
            <a:avLst/>
          </a:prstGeom>
        </p:spPr>
      </p:pic>
      <p:pic>
        <p:nvPicPr>
          <p:cNvPr id="27" name="Kép 26">
            <a:extLst>
              <a:ext uri="{FF2B5EF4-FFF2-40B4-BE49-F238E27FC236}">
                <a16:creationId xmlns:a16="http://schemas.microsoft.com/office/drawing/2014/main" id="{98410BC5-4800-2FE1-CF35-C4B7DB67EF7B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168" t="3967" r="3168" b="3967"/>
          <a:stretch>
            <a:fillRect/>
          </a:stretch>
        </p:blipFill>
        <p:spPr>
          <a:xfrm>
            <a:off x="9850482" y="8240330"/>
            <a:ext cx="6799218" cy="6313870"/>
          </a:xfrm>
          <a:prstGeom prst="rect">
            <a:avLst/>
          </a:prstGeom>
        </p:spPr>
      </p:pic>
      <p:pic>
        <p:nvPicPr>
          <p:cNvPr id="37" name="Kép 36">
            <a:extLst>
              <a:ext uri="{FF2B5EF4-FFF2-40B4-BE49-F238E27FC236}">
                <a16:creationId xmlns:a16="http://schemas.microsoft.com/office/drawing/2014/main" id="{587A5770-C976-AD4E-986A-A7B94B9F1F52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775" t="9603" r="3775" b="9603"/>
          <a:stretch>
            <a:fillRect/>
          </a:stretch>
        </p:blipFill>
        <p:spPr>
          <a:xfrm>
            <a:off x="-3403806" y="9260121"/>
            <a:ext cx="11271456" cy="3293830"/>
          </a:xfrm>
          <a:prstGeom prst="rect">
            <a:avLst/>
          </a:prstGeom>
        </p:spPr>
      </p:pic>
      <p:sp>
        <p:nvSpPr>
          <p:cNvPr id="38" name="Szövegdoboz 37">
            <a:extLst>
              <a:ext uri="{FF2B5EF4-FFF2-40B4-BE49-F238E27FC236}">
                <a16:creationId xmlns:a16="http://schemas.microsoft.com/office/drawing/2014/main" id="{8F9FC944-8C09-9AF3-E1DD-78409C67A28C}"/>
              </a:ext>
            </a:extLst>
          </p:cNvPr>
          <p:cNvSpPr txBox="1"/>
          <p:nvPr/>
        </p:nvSpPr>
        <p:spPr>
          <a:xfrm>
            <a:off x="5520821" y="2182872"/>
            <a:ext cx="9048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 dirty="0">
                <a:solidFill>
                  <a:schemeClr val="bg1"/>
                </a:solidFill>
              </a:rPr>
              <a:t>Döntés</a:t>
            </a:r>
          </a:p>
        </p:txBody>
      </p:sp>
      <p:sp>
        <p:nvSpPr>
          <p:cNvPr id="39" name="Szövegdoboz 38">
            <a:extLst>
              <a:ext uri="{FF2B5EF4-FFF2-40B4-BE49-F238E27FC236}">
                <a16:creationId xmlns:a16="http://schemas.microsoft.com/office/drawing/2014/main" id="{2DA7E851-7512-E7FB-A329-027B56494E8A}"/>
              </a:ext>
            </a:extLst>
          </p:cNvPr>
          <p:cNvSpPr txBox="1"/>
          <p:nvPr/>
        </p:nvSpPr>
        <p:spPr>
          <a:xfrm>
            <a:off x="1439139" y="3429000"/>
            <a:ext cx="9588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 dirty="0">
                <a:solidFill>
                  <a:schemeClr val="bg1"/>
                </a:solidFill>
              </a:rPr>
              <a:t>Lekérés</a:t>
            </a:r>
          </a:p>
        </p:txBody>
      </p:sp>
    </p:spTree>
    <p:extLst>
      <p:ext uri="{BB962C8B-B14F-4D97-AF65-F5344CB8AC3E}">
        <p14:creationId xmlns:p14="http://schemas.microsoft.com/office/powerpoint/2010/main" val="1997989517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7DE222-126C-FDC8-FF9D-B57F3DDE31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5" name="Csoportba foglalás 54">
            <a:extLst>
              <a:ext uri="{FF2B5EF4-FFF2-40B4-BE49-F238E27FC236}">
                <a16:creationId xmlns:a16="http://schemas.microsoft.com/office/drawing/2014/main" id="{6091D24B-35C7-BDB3-0E83-80881DB32450}"/>
              </a:ext>
            </a:extLst>
          </p:cNvPr>
          <p:cNvGrpSpPr/>
          <p:nvPr/>
        </p:nvGrpSpPr>
        <p:grpSpPr>
          <a:xfrm>
            <a:off x="19735570" y="1679293"/>
            <a:ext cx="7924802" cy="5153180"/>
            <a:chOff x="1543048" y="1158240"/>
            <a:chExt cx="5495927" cy="3573780"/>
          </a:xfrm>
          <a:solidFill>
            <a:schemeClr val="accent2">
              <a:lumMod val="60000"/>
              <a:lumOff val="40000"/>
            </a:schemeClr>
          </a:solidFill>
        </p:grpSpPr>
        <p:sp>
          <p:nvSpPr>
            <p:cNvPr id="56" name="Téglalap 55">
              <a:extLst>
                <a:ext uri="{FF2B5EF4-FFF2-40B4-BE49-F238E27FC236}">
                  <a16:creationId xmlns:a16="http://schemas.microsoft.com/office/drawing/2014/main" id="{EA09C652-41D7-7700-49E1-1389FA68E57C}"/>
                </a:ext>
              </a:extLst>
            </p:cNvPr>
            <p:cNvSpPr/>
            <p:nvPr/>
          </p:nvSpPr>
          <p:spPr>
            <a:xfrm>
              <a:off x="1543048" y="1275484"/>
              <a:ext cx="5495927" cy="3456536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grpSp>
          <p:nvGrpSpPr>
            <p:cNvPr id="57" name="Csoportba foglalás 56">
              <a:extLst>
                <a:ext uri="{FF2B5EF4-FFF2-40B4-BE49-F238E27FC236}">
                  <a16:creationId xmlns:a16="http://schemas.microsoft.com/office/drawing/2014/main" id="{A39E9823-3FEC-4182-0CE2-43B360CC5016}"/>
                </a:ext>
              </a:extLst>
            </p:cNvPr>
            <p:cNvGrpSpPr/>
            <p:nvPr/>
          </p:nvGrpSpPr>
          <p:grpSpPr>
            <a:xfrm>
              <a:off x="1543048" y="1158240"/>
              <a:ext cx="1216820" cy="739140"/>
              <a:chOff x="1543048" y="1158240"/>
              <a:chExt cx="1216820" cy="739140"/>
            </a:xfrm>
            <a:grpFill/>
          </p:grpSpPr>
          <p:sp>
            <p:nvSpPr>
              <p:cNvPr id="62" name="Téglalap: lekerekített 61">
                <a:extLst>
                  <a:ext uri="{FF2B5EF4-FFF2-40B4-BE49-F238E27FC236}">
                    <a16:creationId xmlns:a16="http://schemas.microsoft.com/office/drawing/2014/main" id="{DA8A0FE1-F9BF-E95F-B95B-2750AC784C4E}"/>
                  </a:ext>
                </a:extLst>
              </p:cNvPr>
              <p:cNvSpPr/>
              <p:nvPr/>
            </p:nvSpPr>
            <p:spPr>
              <a:xfrm>
                <a:off x="1543048" y="1158240"/>
                <a:ext cx="821551" cy="739140"/>
              </a:xfrm>
              <a:prstGeom prst="roundRect">
                <a:avLst>
                  <a:gd name="adj" fmla="val 23883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63" name="Háromszög 62">
                <a:extLst>
                  <a:ext uri="{FF2B5EF4-FFF2-40B4-BE49-F238E27FC236}">
                    <a16:creationId xmlns:a16="http://schemas.microsoft.com/office/drawing/2014/main" id="{6F795E24-8F0C-5166-196B-7CADFD753098}"/>
                  </a:ext>
                </a:extLst>
              </p:cNvPr>
              <p:cNvSpPr/>
              <p:nvPr/>
            </p:nvSpPr>
            <p:spPr>
              <a:xfrm>
                <a:off x="2364599" y="1158240"/>
                <a:ext cx="395269" cy="118110"/>
              </a:xfrm>
              <a:prstGeom prst="triangle">
                <a:avLst>
                  <a:gd name="adj" fmla="val 76364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24" name="Téglalap 1023">
                <a:extLst>
                  <a:ext uri="{FF2B5EF4-FFF2-40B4-BE49-F238E27FC236}">
                    <a16:creationId xmlns:a16="http://schemas.microsoft.com/office/drawing/2014/main" id="{3B81A6C9-497A-647E-89B4-867E6E6F7F76}"/>
                  </a:ext>
                </a:extLst>
              </p:cNvPr>
              <p:cNvSpPr/>
              <p:nvPr/>
            </p:nvSpPr>
            <p:spPr>
              <a:xfrm>
                <a:off x="2185988" y="1158240"/>
                <a:ext cx="481011" cy="23448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grpSp>
          <p:nvGrpSpPr>
            <p:cNvPr id="58" name="Csoportba foglalás 57">
              <a:extLst>
                <a:ext uri="{FF2B5EF4-FFF2-40B4-BE49-F238E27FC236}">
                  <a16:creationId xmlns:a16="http://schemas.microsoft.com/office/drawing/2014/main" id="{555459C3-32CC-D288-9C68-8A5ED62D7385}"/>
                </a:ext>
              </a:extLst>
            </p:cNvPr>
            <p:cNvGrpSpPr/>
            <p:nvPr/>
          </p:nvGrpSpPr>
          <p:grpSpPr>
            <a:xfrm flipH="1">
              <a:off x="5818343" y="1158240"/>
              <a:ext cx="1216820" cy="739140"/>
              <a:chOff x="1543048" y="1158240"/>
              <a:chExt cx="1216820" cy="739140"/>
            </a:xfrm>
            <a:grpFill/>
          </p:grpSpPr>
          <p:sp>
            <p:nvSpPr>
              <p:cNvPr id="59" name="Téglalap: lekerekített 58">
                <a:extLst>
                  <a:ext uri="{FF2B5EF4-FFF2-40B4-BE49-F238E27FC236}">
                    <a16:creationId xmlns:a16="http://schemas.microsoft.com/office/drawing/2014/main" id="{03341382-4015-2022-E805-79BA4504B958}"/>
                  </a:ext>
                </a:extLst>
              </p:cNvPr>
              <p:cNvSpPr/>
              <p:nvPr/>
            </p:nvSpPr>
            <p:spPr>
              <a:xfrm>
                <a:off x="1543048" y="1158240"/>
                <a:ext cx="821551" cy="739140"/>
              </a:xfrm>
              <a:prstGeom prst="roundRect">
                <a:avLst>
                  <a:gd name="adj" fmla="val 23883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60" name="Háromszög 59">
                <a:extLst>
                  <a:ext uri="{FF2B5EF4-FFF2-40B4-BE49-F238E27FC236}">
                    <a16:creationId xmlns:a16="http://schemas.microsoft.com/office/drawing/2014/main" id="{9E1BD47C-8829-1FCB-49F9-FB2B8B2402E7}"/>
                  </a:ext>
                </a:extLst>
              </p:cNvPr>
              <p:cNvSpPr/>
              <p:nvPr/>
            </p:nvSpPr>
            <p:spPr>
              <a:xfrm>
                <a:off x="2364599" y="1158240"/>
                <a:ext cx="395269" cy="118110"/>
              </a:xfrm>
              <a:prstGeom prst="triangle">
                <a:avLst>
                  <a:gd name="adj" fmla="val 76364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61" name="Téglalap 60">
                <a:extLst>
                  <a:ext uri="{FF2B5EF4-FFF2-40B4-BE49-F238E27FC236}">
                    <a16:creationId xmlns:a16="http://schemas.microsoft.com/office/drawing/2014/main" id="{5FA8CC22-6CC0-D8C1-6FE2-32C5CE1CD3E6}"/>
                  </a:ext>
                </a:extLst>
              </p:cNvPr>
              <p:cNvSpPr/>
              <p:nvPr/>
            </p:nvSpPr>
            <p:spPr>
              <a:xfrm>
                <a:off x="2185988" y="1158240"/>
                <a:ext cx="481011" cy="23448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</p:grpSp>
      <p:sp>
        <p:nvSpPr>
          <p:cNvPr id="1075" name="Téglalap 1074">
            <a:extLst>
              <a:ext uri="{FF2B5EF4-FFF2-40B4-BE49-F238E27FC236}">
                <a16:creationId xmlns:a16="http://schemas.microsoft.com/office/drawing/2014/main" id="{84E7C6F9-6184-CEE2-3634-C0F7E0EB86A1}"/>
              </a:ext>
            </a:extLst>
          </p:cNvPr>
          <p:cNvSpPr/>
          <p:nvPr/>
        </p:nvSpPr>
        <p:spPr>
          <a:xfrm>
            <a:off x="19856074" y="1764447"/>
            <a:ext cx="7571770" cy="50680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endParaRPr lang="hu-HU" dirty="0"/>
          </a:p>
        </p:txBody>
      </p:sp>
      <p:grpSp>
        <p:nvGrpSpPr>
          <p:cNvPr id="34" name="Csoportba foglalás 33">
            <a:extLst>
              <a:ext uri="{FF2B5EF4-FFF2-40B4-BE49-F238E27FC236}">
                <a16:creationId xmlns:a16="http://schemas.microsoft.com/office/drawing/2014/main" id="{6230A14F-9699-0306-3097-714CCF39C478}"/>
              </a:ext>
            </a:extLst>
          </p:cNvPr>
          <p:cNvGrpSpPr/>
          <p:nvPr/>
        </p:nvGrpSpPr>
        <p:grpSpPr>
          <a:xfrm>
            <a:off x="-8724657" y="1679293"/>
            <a:ext cx="7924802" cy="5153180"/>
            <a:chOff x="1543048" y="1158240"/>
            <a:chExt cx="5495927" cy="3573780"/>
          </a:xfrm>
          <a:solidFill>
            <a:schemeClr val="bg1">
              <a:lumMod val="65000"/>
            </a:schemeClr>
          </a:solidFill>
        </p:grpSpPr>
        <p:sp>
          <p:nvSpPr>
            <p:cNvPr id="16" name="Téglalap 15">
              <a:extLst>
                <a:ext uri="{FF2B5EF4-FFF2-40B4-BE49-F238E27FC236}">
                  <a16:creationId xmlns:a16="http://schemas.microsoft.com/office/drawing/2014/main" id="{E2DCDE5A-8372-5E77-71D3-FA76FB86EEE7}"/>
                </a:ext>
              </a:extLst>
            </p:cNvPr>
            <p:cNvSpPr/>
            <p:nvPr/>
          </p:nvSpPr>
          <p:spPr>
            <a:xfrm>
              <a:off x="1543048" y="1275484"/>
              <a:ext cx="5495927" cy="3456536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grpSp>
          <p:nvGrpSpPr>
            <p:cNvPr id="25" name="Csoportba foglalás 24">
              <a:extLst>
                <a:ext uri="{FF2B5EF4-FFF2-40B4-BE49-F238E27FC236}">
                  <a16:creationId xmlns:a16="http://schemas.microsoft.com/office/drawing/2014/main" id="{CF72F5F8-1C17-5433-86CB-7B5EC5F219F9}"/>
                </a:ext>
              </a:extLst>
            </p:cNvPr>
            <p:cNvGrpSpPr/>
            <p:nvPr/>
          </p:nvGrpSpPr>
          <p:grpSpPr>
            <a:xfrm>
              <a:off x="1543048" y="1158240"/>
              <a:ext cx="1216820" cy="739140"/>
              <a:chOff x="1543048" y="1158240"/>
              <a:chExt cx="1216820" cy="739140"/>
            </a:xfrm>
            <a:grpFill/>
          </p:grpSpPr>
          <p:sp>
            <p:nvSpPr>
              <p:cNvPr id="17" name="Téglalap: lekerekített 16">
                <a:extLst>
                  <a:ext uri="{FF2B5EF4-FFF2-40B4-BE49-F238E27FC236}">
                    <a16:creationId xmlns:a16="http://schemas.microsoft.com/office/drawing/2014/main" id="{A3CECDBB-B346-FDFD-6BD5-65A0F9FEDEF8}"/>
                  </a:ext>
                </a:extLst>
              </p:cNvPr>
              <p:cNvSpPr/>
              <p:nvPr/>
            </p:nvSpPr>
            <p:spPr>
              <a:xfrm>
                <a:off x="1543048" y="1158240"/>
                <a:ext cx="821551" cy="739140"/>
              </a:xfrm>
              <a:prstGeom prst="roundRect">
                <a:avLst>
                  <a:gd name="adj" fmla="val 23883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9" name="Háromszög 18">
                <a:extLst>
                  <a:ext uri="{FF2B5EF4-FFF2-40B4-BE49-F238E27FC236}">
                    <a16:creationId xmlns:a16="http://schemas.microsoft.com/office/drawing/2014/main" id="{C473A67A-589B-491B-8FB1-05EA3B784D0F}"/>
                  </a:ext>
                </a:extLst>
              </p:cNvPr>
              <p:cNvSpPr/>
              <p:nvPr/>
            </p:nvSpPr>
            <p:spPr>
              <a:xfrm>
                <a:off x="2364599" y="1158240"/>
                <a:ext cx="395269" cy="118110"/>
              </a:xfrm>
              <a:prstGeom prst="triangle">
                <a:avLst>
                  <a:gd name="adj" fmla="val 76364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20" name="Téglalap 19">
                <a:extLst>
                  <a:ext uri="{FF2B5EF4-FFF2-40B4-BE49-F238E27FC236}">
                    <a16:creationId xmlns:a16="http://schemas.microsoft.com/office/drawing/2014/main" id="{CA89D496-2C02-6AA3-1B80-0585157A1509}"/>
                  </a:ext>
                </a:extLst>
              </p:cNvPr>
              <p:cNvSpPr/>
              <p:nvPr/>
            </p:nvSpPr>
            <p:spPr>
              <a:xfrm>
                <a:off x="2185988" y="1158240"/>
                <a:ext cx="481011" cy="23448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grpSp>
          <p:nvGrpSpPr>
            <p:cNvPr id="30" name="Csoportba foglalás 29">
              <a:extLst>
                <a:ext uri="{FF2B5EF4-FFF2-40B4-BE49-F238E27FC236}">
                  <a16:creationId xmlns:a16="http://schemas.microsoft.com/office/drawing/2014/main" id="{C112A310-8B32-C0E5-3584-2652C50134ED}"/>
                </a:ext>
              </a:extLst>
            </p:cNvPr>
            <p:cNvGrpSpPr/>
            <p:nvPr/>
          </p:nvGrpSpPr>
          <p:grpSpPr>
            <a:xfrm flipH="1">
              <a:off x="5818343" y="1158240"/>
              <a:ext cx="1216820" cy="739140"/>
              <a:chOff x="1543048" y="1158240"/>
              <a:chExt cx="1216820" cy="739140"/>
            </a:xfrm>
            <a:grpFill/>
          </p:grpSpPr>
          <p:sp>
            <p:nvSpPr>
              <p:cNvPr id="31" name="Téglalap: lekerekített 30">
                <a:extLst>
                  <a:ext uri="{FF2B5EF4-FFF2-40B4-BE49-F238E27FC236}">
                    <a16:creationId xmlns:a16="http://schemas.microsoft.com/office/drawing/2014/main" id="{565DA3C5-92ED-7D11-F88B-E64490808484}"/>
                  </a:ext>
                </a:extLst>
              </p:cNvPr>
              <p:cNvSpPr/>
              <p:nvPr/>
            </p:nvSpPr>
            <p:spPr>
              <a:xfrm>
                <a:off x="1543048" y="1158240"/>
                <a:ext cx="821551" cy="739140"/>
              </a:xfrm>
              <a:prstGeom prst="roundRect">
                <a:avLst>
                  <a:gd name="adj" fmla="val 23883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2" name="Háromszög 31">
                <a:extLst>
                  <a:ext uri="{FF2B5EF4-FFF2-40B4-BE49-F238E27FC236}">
                    <a16:creationId xmlns:a16="http://schemas.microsoft.com/office/drawing/2014/main" id="{9DFFD3BF-64D6-5346-6FBA-1A08D0849FC7}"/>
                  </a:ext>
                </a:extLst>
              </p:cNvPr>
              <p:cNvSpPr/>
              <p:nvPr/>
            </p:nvSpPr>
            <p:spPr>
              <a:xfrm>
                <a:off x="2364599" y="1158240"/>
                <a:ext cx="395269" cy="118110"/>
              </a:xfrm>
              <a:prstGeom prst="triangle">
                <a:avLst>
                  <a:gd name="adj" fmla="val 76364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" name="Téglalap 32">
                <a:extLst>
                  <a:ext uri="{FF2B5EF4-FFF2-40B4-BE49-F238E27FC236}">
                    <a16:creationId xmlns:a16="http://schemas.microsoft.com/office/drawing/2014/main" id="{E5B0A772-7F0B-2215-CC6B-8419C8977EC7}"/>
                  </a:ext>
                </a:extLst>
              </p:cNvPr>
              <p:cNvSpPr/>
              <p:nvPr/>
            </p:nvSpPr>
            <p:spPr>
              <a:xfrm>
                <a:off x="2185988" y="1158240"/>
                <a:ext cx="481011" cy="23448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</p:grpSp>
      <p:sp>
        <p:nvSpPr>
          <p:cNvPr id="1076" name="Téglalap 1075">
            <a:extLst>
              <a:ext uri="{FF2B5EF4-FFF2-40B4-BE49-F238E27FC236}">
                <a16:creationId xmlns:a16="http://schemas.microsoft.com/office/drawing/2014/main" id="{2CE21058-88B7-4E39-6BD7-FC238F523C6D}"/>
              </a:ext>
            </a:extLst>
          </p:cNvPr>
          <p:cNvSpPr/>
          <p:nvPr/>
        </p:nvSpPr>
        <p:spPr>
          <a:xfrm>
            <a:off x="-51361" y="0"/>
            <a:ext cx="12288196" cy="688577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hu-HU" sz="6000">
                <a:solidFill>
                  <a:schemeClr val="tx1"/>
                </a:solidFill>
                <a:latin typeface="Bodoni MT" panose="02070603080606020203" pitchFamily="18" charset="0"/>
              </a:rPr>
              <a:t>Infinite Queries</a:t>
            </a:r>
            <a:endParaRPr lang="hu-HU" sz="6000" dirty="0">
              <a:solidFill>
                <a:schemeClr val="tx1"/>
              </a:solidFill>
              <a:latin typeface="Bodoni MT" panose="02070603080606020203" pitchFamily="18" charset="0"/>
            </a:endParaRPr>
          </a:p>
        </p:txBody>
      </p:sp>
      <p:pic>
        <p:nvPicPr>
          <p:cNvPr id="1044" name="Kép 1043">
            <a:extLst>
              <a:ext uri="{FF2B5EF4-FFF2-40B4-BE49-F238E27FC236}">
                <a16:creationId xmlns:a16="http://schemas.microsoft.com/office/drawing/2014/main" id="{F90DD74F-AF19-B04D-9C50-64A254CC7CA4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0"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artisticBlur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82550" y="1789974"/>
            <a:ext cx="7552866" cy="480060"/>
          </a:xfrm>
          <a:prstGeom prst="rect">
            <a:avLst/>
          </a:prstGeom>
          <a:effectLst/>
        </p:spPr>
      </p:pic>
      <p:grpSp>
        <p:nvGrpSpPr>
          <p:cNvPr id="45" name="Csoportba foglalás 44">
            <a:extLst>
              <a:ext uri="{FF2B5EF4-FFF2-40B4-BE49-F238E27FC236}">
                <a16:creationId xmlns:a16="http://schemas.microsoft.com/office/drawing/2014/main" id="{BAFFC942-CD68-36FB-36BD-9AA62C31BF24}"/>
              </a:ext>
            </a:extLst>
          </p:cNvPr>
          <p:cNvGrpSpPr/>
          <p:nvPr/>
        </p:nvGrpSpPr>
        <p:grpSpPr>
          <a:xfrm>
            <a:off x="-8730153" y="5416324"/>
            <a:ext cx="7924802" cy="1614829"/>
            <a:chOff x="1543048" y="1158240"/>
            <a:chExt cx="5495927" cy="3573780"/>
          </a:xfrm>
          <a:solidFill>
            <a:schemeClr val="bg2">
              <a:lumMod val="90000"/>
            </a:schemeClr>
          </a:solidFill>
        </p:grpSpPr>
        <p:sp>
          <p:nvSpPr>
            <p:cNvPr id="46" name="Téglalap 45">
              <a:extLst>
                <a:ext uri="{FF2B5EF4-FFF2-40B4-BE49-F238E27FC236}">
                  <a16:creationId xmlns:a16="http://schemas.microsoft.com/office/drawing/2014/main" id="{93A2F596-64FC-4E3E-D6E2-2D20B65301DA}"/>
                </a:ext>
              </a:extLst>
            </p:cNvPr>
            <p:cNvSpPr/>
            <p:nvPr/>
          </p:nvSpPr>
          <p:spPr>
            <a:xfrm>
              <a:off x="1543048" y="1275484"/>
              <a:ext cx="5495927" cy="3456536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grpSp>
          <p:nvGrpSpPr>
            <p:cNvPr id="47" name="Csoportba foglalás 46">
              <a:extLst>
                <a:ext uri="{FF2B5EF4-FFF2-40B4-BE49-F238E27FC236}">
                  <a16:creationId xmlns:a16="http://schemas.microsoft.com/office/drawing/2014/main" id="{0D40D75B-AE12-31A2-9F2A-56BE04F2CFE7}"/>
                </a:ext>
              </a:extLst>
            </p:cNvPr>
            <p:cNvGrpSpPr/>
            <p:nvPr/>
          </p:nvGrpSpPr>
          <p:grpSpPr>
            <a:xfrm>
              <a:off x="1543048" y="1158240"/>
              <a:ext cx="1216820" cy="739140"/>
              <a:chOff x="1543048" y="1158240"/>
              <a:chExt cx="1216820" cy="739140"/>
            </a:xfrm>
            <a:grpFill/>
          </p:grpSpPr>
          <p:sp>
            <p:nvSpPr>
              <p:cNvPr id="52" name="Téglalap: lekerekített 51">
                <a:extLst>
                  <a:ext uri="{FF2B5EF4-FFF2-40B4-BE49-F238E27FC236}">
                    <a16:creationId xmlns:a16="http://schemas.microsoft.com/office/drawing/2014/main" id="{2E605387-9C2E-807C-65A1-A5A7A71475B9}"/>
                  </a:ext>
                </a:extLst>
              </p:cNvPr>
              <p:cNvSpPr/>
              <p:nvPr/>
            </p:nvSpPr>
            <p:spPr>
              <a:xfrm>
                <a:off x="1543048" y="1158240"/>
                <a:ext cx="821551" cy="739140"/>
              </a:xfrm>
              <a:prstGeom prst="roundRect">
                <a:avLst>
                  <a:gd name="adj" fmla="val 23883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53" name="Háromszög 52">
                <a:extLst>
                  <a:ext uri="{FF2B5EF4-FFF2-40B4-BE49-F238E27FC236}">
                    <a16:creationId xmlns:a16="http://schemas.microsoft.com/office/drawing/2014/main" id="{4E9BAE3A-77A7-0413-F2AC-DBF5D9944C44}"/>
                  </a:ext>
                </a:extLst>
              </p:cNvPr>
              <p:cNvSpPr/>
              <p:nvPr/>
            </p:nvSpPr>
            <p:spPr>
              <a:xfrm>
                <a:off x="2364599" y="1158240"/>
                <a:ext cx="395269" cy="118110"/>
              </a:xfrm>
              <a:prstGeom prst="triangle">
                <a:avLst>
                  <a:gd name="adj" fmla="val 76364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54" name="Téglalap 53">
                <a:extLst>
                  <a:ext uri="{FF2B5EF4-FFF2-40B4-BE49-F238E27FC236}">
                    <a16:creationId xmlns:a16="http://schemas.microsoft.com/office/drawing/2014/main" id="{E291B386-29A4-DE0F-A9BB-FA1D94684E5D}"/>
                  </a:ext>
                </a:extLst>
              </p:cNvPr>
              <p:cNvSpPr/>
              <p:nvPr/>
            </p:nvSpPr>
            <p:spPr>
              <a:xfrm>
                <a:off x="2185988" y="1158240"/>
                <a:ext cx="481011" cy="23448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grpSp>
          <p:nvGrpSpPr>
            <p:cNvPr id="48" name="Csoportba foglalás 47">
              <a:extLst>
                <a:ext uri="{FF2B5EF4-FFF2-40B4-BE49-F238E27FC236}">
                  <a16:creationId xmlns:a16="http://schemas.microsoft.com/office/drawing/2014/main" id="{A9489434-A38A-7835-5D52-164B3ED43BE7}"/>
                </a:ext>
              </a:extLst>
            </p:cNvPr>
            <p:cNvGrpSpPr/>
            <p:nvPr/>
          </p:nvGrpSpPr>
          <p:grpSpPr>
            <a:xfrm flipH="1">
              <a:off x="5818343" y="1158240"/>
              <a:ext cx="1216820" cy="739140"/>
              <a:chOff x="1543048" y="1158240"/>
              <a:chExt cx="1216820" cy="739140"/>
            </a:xfrm>
            <a:grpFill/>
          </p:grpSpPr>
          <p:sp>
            <p:nvSpPr>
              <p:cNvPr id="49" name="Téglalap: lekerekített 48">
                <a:extLst>
                  <a:ext uri="{FF2B5EF4-FFF2-40B4-BE49-F238E27FC236}">
                    <a16:creationId xmlns:a16="http://schemas.microsoft.com/office/drawing/2014/main" id="{D6AAAD19-095B-C2C7-0A1A-D196A136862E}"/>
                  </a:ext>
                </a:extLst>
              </p:cNvPr>
              <p:cNvSpPr/>
              <p:nvPr/>
            </p:nvSpPr>
            <p:spPr>
              <a:xfrm>
                <a:off x="1543048" y="1158240"/>
                <a:ext cx="821551" cy="739140"/>
              </a:xfrm>
              <a:prstGeom prst="roundRect">
                <a:avLst>
                  <a:gd name="adj" fmla="val 23883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50" name="Háromszög 49">
                <a:extLst>
                  <a:ext uri="{FF2B5EF4-FFF2-40B4-BE49-F238E27FC236}">
                    <a16:creationId xmlns:a16="http://schemas.microsoft.com/office/drawing/2014/main" id="{2082055A-601C-D021-C977-35CEF1281FDE}"/>
                  </a:ext>
                </a:extLst>
              </p:cNvPr>
              <p:cNvSpPr/>
              <p:nvPr/>
            </p:nvSpPr>
            <p:spPr>
              <a:xfrm>
                <a:off x="2364599" y="1158240"/>
                <a:ext cx="395269" cy="118110"/>
              </a:xfrm>
              <a:prstGeom prst="triangle">
                <a:avLst>
                  <a:gd name="adj" fmla="val 76364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51" name="Téglalap 50">
                <a:extLst>
                  <a:ext uri="{FF2B5EF4-FFF2-40B4-BE49-F238E27FC236}">
                    <a16:creationId xmlns:a16="http://schemas.microsoft.com/office/drawing/2014/main" id="{598E7F8B-A16E-10E5-C4AB-C827BBA33E70}"/>
                  </a:ext>
                </a:extLst>
              </p:cNvPr>
              <p:cNvSpPr/>
              <p:nvPr/>
            </p:nvSpPr>
            <p:spPr>
              <a:xfrm>
                <a:off x="2185988" y="1158240"/>
                <a:ext cx="481011" cy="23448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</p:grpSp>
      <p:pic>
        <p:nvPicPr>
          <p:cNvPr id="1045" name="Kép 1044">
            <a:extLst>
              <a:ext uri="{FF2B5EF4-FFF2-40B4-BE49-F238E27FC236}">
                <a16:creationId xmlns:a16="http://schemas.microsoft.com/office/drawing/2014/main" id="{B9C922CD-BD2C-21D5-9B5E-E9BF0A91110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artisticBlur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9865526" y="1789974"/>
            <a:ext cx="7552866" cy="480060"/>
          </a:xfrm>
          <a:prstGeom prst="rect">
            <a:avLst/>
          </a:prstGeom>
          <a:effectLst/>
        </p:spPr>
      </p:pic>
      <p:grpSp>
        <p:nvGrpSpPr>
          <p:cNvPr id="1025" name="Csoportba foglalás 1024">
            <a:extLst>
              <a:ext uri="{FF2B5EF4-FFF2-40B4-BE49-F238E27FC236}">
                <a16:creationId xmlns:a16="http://schemas.microsoft.com/office/drawing/2014/main" id="{20AF54E4-BC54-A757-4CC1-1022BDACC47E}"/>
              </a:ext>
            </a:extLst>
          </p:cNvPr>
          <p:cNvGrpSpPr/>
          <p:nvPr/>
        </p:nvGrpSpPr>
        <p:grpSpPr>
          <a:xfrm>
            <a:off x="19741288" y="1817423"/>
            <a:ext cx="7924802" cy="5068026"/>
            <a:chOff x="1543048" y="1158240"/>
            <a:chExt cx="5495927" cy="3573780"/>
          </a:xfrm>
          <a:solidFill>
            <a:schemeClr val="accent2">
              <a:lumMod val="40000"/>
              <a:lumOff val="60000"/>
            </a:schemeClr>
          </a:solidFill>
        </p:grpSpPr>
        <p:sp>
          <p:nvSpPr>
            <p:cNvPr id="1027" name="Téglalap 1026">
              <a:extLst>
                <a:ext uri="{FF2B5EF4-FFF2-40B4-BE49-F238E27FC236}">
                  <a16:creationId xmlns:a16="http://schemas.microsoft.com/office/drawing/2014/main" id="{43297A79-ED74-1EBF-2F4C-6CFD4A8160B3}"/>
                </a:ext>
              </a:extLst>
            </p:cNvPr>
            <p:cNvSpPr/>
            <p:nvPr/>
          </p:nvSpPr>
          <p:spPr>
            <a:xfrm>
              <a:off x="1543048" y="1275484"/>
              <a:ext cx="5495927" cy="3456536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grpSp>
          <p:nvGrpSpPr>
            <p:cNvPr id="1028" name="Csoportba foglalás 1027">
              <a:extLst>
                <a:ext uri="{FF2B5EF4-FFF2-40B4-BE49-F238E27FC236}">
                  <a16:creationId xmlns:a16="http://schemas.microsoft.com/office/drawing/2014/main" id="{FFE2192C-57DD-DFCF-367C-FD7FC26C8A98}"/>
                </a:ext>
              </a:extLst>
            </p:cNvPr>
            <p:cNvGrpSpPr/>
            <p:nvPr/>
          </p:nvGrpSpPr>
          <p:grpSpPr>
            <a:xfrm>
              <a:off x="1543048" y="1158240"/>
              <a:ext cx="1216820" cy="739140"/>
              <a:chOff x="1543048" y="1158240"/>
              <a:chExt cx="1216820" cy="739140"/>
            </a:xfrm>
            <a:grpFill/>
          </p:grpSpPr>
          <p:sp>
            <p:nvSpPr>
              <p:cNvPr id="1033" name="Téglalap: lekerekített 1032">
                <a:extLst>
                  <a:ext uri="{FF2B5EF4-FFF2-40B4-BE49-F238E27FC236}">
                    <a16:creationId xmlns:a16="http://schemas.microsoft.com/office/drawing/2014/main" id="{3F2E503A-6E13-EAFC-9BBD-2385DA1C8592}"/>
                  </a:ext>
                </a:extLst>
              </p:cNvPr>
              <p:cNvSpPr/>
              <p:nvPr/>
            </p:nvSpPr>
            <p:spPr>
              <a:xfrm>
                <a:off x="1543048" y="1158240"/>
                <a:ext cx="821551" cy="739140"/>
              </a:xfrm>
              <a:prstGeom prst="roundRect">
                <a:avLst>
                  <a:gd name="adj" fmla="val 23883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34" name="Háromszög 1033">
                <a:extLst>
                  <a:ext uri="{FF2B5EF4-FFF2-40B4-BE49-F238E27FC236}">
                    <a16:creationId xmlns:a16="http://schemas.microsoft.com/office/drawing/2014/main" id="{4BDE2E18-AE7A-8F83-226E-4E96A5C7B16E}"/>
                  </a:ext>
                </a:extLst>
              </p:cNvPr>
              <p:cNvSpPr/>
              <p:nvPr/>
            </p:nvSpPr>
            <p:spPr>
              <a:xfrm>
                <a:off x="2364599" y="1158240"/>
                <a:ext cx="395269" cy="118110"/>
              </a:xfrm>
              <a:prstGeom prst="triangle">
                <a:avLst>
                  <a:gd name="adj" fmla="val 76364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35" name="Téglalap 1034">
                <a:extLst>
                  <a:ext uri="{FF2B5EF4-FFF2-40B4-BE49-F238E27FC236}">
                    <a16:creationId xmlns:a16="http://schemas.microsoft.com/office/drawing/2014/main" id="{339BEBBC-897A-972B-BABD-9C90F5834E05}"/>
                  </a:ext>
                </a:extLst>
              </p:cNvPr>
              <p:cNvSpPr/>
              <p:nvPr/>
            </p:nvSpPr>
            <p:spPr>
              <a:xfrm>
                <a:off x="2185988" y="1158240"/>
                <a:ext cx="481011" cy="23448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grpSp>
          <p:nvGrpSpPr>
            <p:cNvPr id="1029" name="Csoportba foglalás 1028">
              <a:extLst>
                <a:ext uri="{FF2B5EF4-FFF2-40B4-BE49-F238E27FC236}">
                  <a16:creationId xmlns:a16="http://schemas.microsoft.com/office/drawing/2014/main" id="{F16839ED-C134-C0FE-8939-F5F3A9C3C4AD}"/>
                </a:ext>
              </a:extLst>
            </p:cNvPr>
            <p:cNvGrpSpPr/>
            <p:nvPr/>
          </p:nvGrpSpPr>
          <p:grpSpPr>
            <a:xfrm flipH="1">
              <a:off x="5818343" y="1158240"/>
              <a:ext cx="1216820" cy="739140"/>
              <a:chOff x="1543048" y="1158240"/>
              <a:chExt cx="1216820" cy="739140"/>
            </a:xfrm>
            <a:grpFill/>
          </p:grpSpPr>
          <p:sp>
            <p:nvSpPr>
              <p:cNvPr id="1030" name="Téglalap: lekerekített 1029">
                <a:extLst>
                  <a:ext uri="{FF2B5EF4-FFF2-40B4-BE49-F238E27FC236}">
                    <a16:creationId xmlns:a16="http://schemas.microsoft.com/office/drawing/2014/main" id="{E0918085-B680-8E38-8B10-D8804851A843}"/>
                  </a:ext>
                </a:extLst>
              </p:cNvPr>
              <p:cNvSpPr/>
              <p:nvPr/>
            </p:nvSpPr>
            <p:spPr>
              <a:xfrm>
                <a:off x="1543048" y="1158240"/>
                <a:ext cx="821551" cy="739140"/>
              </a:xfrm>
              <a:prstGeom prst="roundRect">
                <a:avLst>
                  <a:gd name="adj" fmla="val 23883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31" name="Háromszög 1030">
                <a:extLst>
                  <a:ext uri="{FF2B5EF4-FFF2-40B4-BE49-F238E27FC236}">
                    <a16:creationId xmlns:a16="http://schemas.microsoft.com/office/drawing/2014/main" id="{CBF8D2EB-D378-399B-651D-F7593045FFB8}"/>
                  </a:ext>
                </a:extLst>
              </p:cNvPr>
              <p:cNvSpPr/>
              <p:nvPr/>
            </p:nvSpPr>
            <p:spPr>
              <a:xfrm>
                <a:off x="2364599" y="1158240"/>
                <a:ext cx="395269" cy="118110"/>
              </a:xfrm>
              <a:prstGeom prst="triangle">
                <a:avLst>
                  <a:gd name="adj" fmla="val 76364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32" name="Téglalap 1031">
                <a:extLst>
                  <a:ext uri="{FF2B5EF4-FFF2-40B4-BE49-F238E27FC236}">
                    <a16:creationId xmlns:a16="http://schemas.microsoft.com/office/drawing/2014/main" id="{48F608BE-BD3A-517E-78F1-0A28A380961B}"/>
                  </a:ext>
                </a:extLst>
              </p:cNvPr>
              <p:cNvSpPr/>
              <p:nvPr/>
            </p:nvSpPr>
            <p:spPr>
              <a:xfrm>
                <a:off x="2185988" y="1158240"/>
                <a:ext cx="481011" cy="23448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</p:grpSp>
      <p:pic>
        <p:nvPicPr>
          <p:cNvPr id="37" name="Kép 36">
            <a:extLst>
              <a:ext uri="{FF2B5EF4-FFF2-40B4-BE49-F238E27FC236}">
                <a16:creationId xmlns:a16="http://schemas.microsoft.com/office/drawing/2014/main" id="{A4693CB1-07AC-C0C6-B0BD-A9D15AA7476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775" t="9603" r="3775" b="9603"/>
          <a:stretch>
            <a:fillRect/>
          </a:stretch>
        </p:blipFill>
        <p:spPr>
          <a:xfrm>
            <a:off x="-65837" y="3564170"/>
            <a:ext cx="10677626" cy="3293830"/>
          </a:xfrm>
          <a:prstGeom prst="rect">
            <a:avLst/>
          </a:prstGeom>
        </p:spPr>
      </p:pic>
      <p:sp>
        <p:nvSpPr>
          <p:cNvPr id="1050" name="Téglalap 1049">
            <a:extLst>
              <a:ext uri="{FF2B5EF4-FFF2-40B4-BE49-F238E27FC236}">
                <a16:creationId xmlns:a16="http://schemas.microsoft.com/office/drawing/2014/main" id="{A10F5426-EBE9-5215-576C-CC01E1178CC1}"/>
              </a:ext>
            </a:extLst>
          </p:cNvPr>
          <p:cNvSpPr/>
          <p:nvPr/>
        </p:nvSpPr>
        <p:spPr>
          <a:xfrm>
            <a:off x="10069655" y="6072649"/>
            <a:ext cx="4324574" cy="1080226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1051" name="Téglalap: felső két sarkán levágva 1050">
            <a:extLst>
              <a:ext uri="{FF2B5EF4-FFF2-40B4-BE49-F238E27FC236}">
                <a16:creationId xmlns:a16="http://schemas.microsoft.com/office/drawing/2014/main" id="{BA85F0E0-9F1D-98A2-A2EC-4A2D9DEC3495}"/>
              </a:ext>
            </a:extLst>
          </p:cNvPr>
          <p:cNvSpPr/>
          <p:nvPr/>
        </p:nvSpPr>
        <p:spPr>
          <a:xfrm rot="10800000">
            <a:off x="9899052" y="5758071"/>
            <a:ext cx="4608000" cy="314577"/>
          </a:xfrm>
          <a:prstGeom prst="snip2SameRect">
            <a:avLst>
              <a:gd name="adj1" fmla="val 27265"/>
              <a:gd name="adj2" fmla="val 0"/>
            </a:avLst>
          </a:prstGeom>
          <a:solidFill>
            <a:srgbClr val="D9D9D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pic>
        <p:nvPicPr>
          <p:cNvPr id="1047" name="Kép 1046">
            <a:extLst>
              <a:ext uri="{FF2B5EF4-FFF2-40B4-BE49-F238E27FC236}">
                <a16:creationId xmlns:a16="http://schemas.microsoft.com/office/drawing/2014/main" id="{E219FC41-527F-D6C7-36D5-84B82AA2F488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65871" y="2367538"/>
            <a:ext cx="3968441" cy="3968441"/>
          </a:xfrm>
          <a:prstGeom prst="rect">
            <a:avLst/>
          </a:prstGeom>
        </p:spPr>
      </p:pic>
      <p:pic>
        <p:nvPicPr>
          <p:cNvPr id="1049" name="Kép 1048">
            <a:extLst>
              <a:ext uri="{FF2B5EF4-FFF2-40B4-BE49-F238E27FC236}">
                <a16:creationId xmlns:a16="http://schemas.microsoft.com/office/drawing/2014/main" id="{EE76A64B-48FC-B632-9F28-717684E54584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92693" y="2367539"/>
            <a:ext cx="3968441" cy="3968441"/>
          </a:xfrm>
          <a:prstGeom prst="rect">
            <a:avLst/>
          </a:prstGeom>
        </p:spPr>
      </p:pic>
      <p:pic>
        <p:nvPicPr>
          <p:cNvPr id="1074" name="Kép 1073">
            <a:extLst>
              <a:ext uri="{FF2B5EF4-FFF2-40B4-BE49-F238E27FC236}">
                <a16:creationId xmlns:a16="http://schemas.microsoft.com/office/drawing/2014/main" id="{A81DB216-4CB8-1AB3-6B51-8449296B7CAD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80417" y="-5158151"/>
            <a:ext cx="8985673" cy="5990449"/>
          </a:xfrm>
          <a:prstGeom prst="rect">
            <a:avLst/>
          </a:prstGeom>
        </p:spPr>
      </p:pic>
      <p:pic>
        <p:nvPicPr>
          <p:cNvPr id="2" name="Picture 2">
            <a:extLst>
              <a:ext uri="{FF2B5EF4-FFF2-40B4-BE49-F238E27FC236}">
                <a16:creationId xmlns:a16="http://schemas.microsoft.com/office/drawing/2014/main" id="{79DE3A68-6398-153B-2499-95A4326AE01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96953" y="290047"/>
            <a:ext cx="1347833" cy="1347833"/>
          </a:xfrm>
          <a:prstGeom prst="rect">
            <a:avLst/>
          </a:prstGeom>
          <a:solidFill>
            <a:srgbClr val="DF6266"/>
          </a:solidFill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9598A713-6964-3945-F09E-73176D310AD8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97846" y="2710322"/>
            <a:ext cx="3539905" cy="3539905"/>
          </a:xfrm>
          <a:prstGeom prst="rect">
            <a:avLst/>
          </a:prstGeom>
        </p:spPr>
      </p:pic>
      <p:pic>
        <p:nvPicPr>
          <p:cNvPr id="6" name="Kép 5">
            <a:extLst>
              <a:ext uri="{FF2B5EF4-FFF2-40B4-BE49-F238E27FC236}">
                <a16:creationId xmlns:a16="http://schemas.microsoft.com/office/drawing/2014/main" id="{1D124E85-3348-D5B5-B165-029C2C9E7698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94" t="5850" r="3400" b="6638"/>
          <a:stretch>
            <a:fillRect/>
          </a:stretch>
        </p:blipFill>
        <p:spPr>
          <a:xfrm>
            <a:off x="-9309521" y="3077030"/>
            <a:ext cx="5622489" cy="3891876"/>
          </a:xfrm>
          <a:prstGeom prst="rect">
            <a:avLst/>
          </a:prstGeom>
        </p:spPr>
      </p:pic>
      <p:pic>
        <p:nvPicPr>
          <p:cNvPr id="15" name="Kép 14">
            <a:extLst>
              <a:ext uri="{FF2B5EF4-FFF2-40B4-BE49-F238E27FC236}">
                <a16:creationId xmlns:a16="http://schemas.microsoft.com/office/drawing/2014/main" id="{42EB03AC-5EFA-2F89-661F-82F6189E91D6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369" t="5257" r="3533" b="5257"/>
          <a:stretch>
            <a:fillRect/>
          </a:stretch>
        </p:blipFill>
        <p:spPr>
          <a:xfrm>
            <a:off x="-5968100" y="1983688"/>
            <a:ext cx="5563511" cy="2799989"/>
          </a:xfrm>
          <a:prstGeom prst="rect">
            <a:avLst/>
          </a:prstGeom>
        </p:spPr>
      </p:pic>
      <p:sp>
        <p:nvSpPr>
          <p:cNvPr id="38" name="Szövegdoboz 37">
            <a:extLst>
              <a:ext uri="{FF2B5EF4-FFF2-40B4-BE49-F238E27FC236}">
                <a16:creationId xmlns:a16="http://schemas.microsoft.com/office/drawing/2014/main" id="{D81CF8EE-299E-4D6A-5A79-D2AE7A268A47}"/>
              </a:ext>
            </a:extLst>
          </p:cNvPr>
          <p:cNvSpPr txBox="1"/>
          <p:nvPr/>
        </p:nvSpPr>
        <p:spPr>
          <a:xfrm>
            <a:off x="1345756" y="3798332"/>
            <a:ext cx="13781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 dirty="0">
                <a:solidFill>
                  <a:schemeClr val="bg1"/>
                </a:solidFill>
              </a:rPr>
              <a:t>Hiba történt</a:t>
            </a:r>
          </a:p>
        </p:txBody>
      </p:sp>
      <p:pic>
        <p:nvPicPr>
          <p:cNvPr id="27" name="Kép 26">
            <a:extLst>
              <a:ext uri="{FF2B5EF4-FFF2-40B4-BE49-F238E27FC236}">
                <a16:creationId xmlns:a16="http://schemas.microsoft.com/office/drawing/2014/main" id="{191C1D59-62FF-DACD-24E6-05428296B653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168" t="3967" r="3168" b="3967"/>
          <a:stretch>
            <a:fillRect/>
          </a:stretch>
        </p:blipFill>
        <p:spPr>
          <a:xfrm>
            <a:off x="9850482" y="9120396"/>
            <a:ext cx="5851501" cy="5433804"/>
          </a:xfrm>
          <a:prstGeom prst="rect">
            <a:avLst/>
          </a:prstGeom>
        </p:spPr>
      </p:pic>
      <p:sp>
        <p:nvSpPr>
          <p:cNvPr id="39" name="Szövegdoboz 38">
            <a:extLst>
              <a:ext uri="{FF2B5EF4-FFF2-40B4-BE49-F238E27FC236}">
                <a16:creationId xmlns:a16="http://schemas.microsoft.com/office/drawing/2014/main" id="{994F6947-8C37-D387-2E65-F8CF2811028B}"/>
              </a:ext>
            </a:extLst>
          </p:cNvPr>
          <p:cNvSpPr txBox="1"/>
          <p:nvPr/>
        </p:nvSpPr>
        <p:spPr>
          <a:xfrm>
            <a:off x="-7819161" y="3429000"/>
            <a:ext cx="12211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 dirty="0">
                <a:solidFill>
                  <a:schemeClr val="bg1"/>
                </a:solidFill>
              </a:rPr>
              <a:t>Ha sikeres</a:t>
            </a:r>
          </a:p>
        </p:txBody>
      </p:sp>
    </p:spTree>
    <p:extLst>
      <p:ext uri="{BB962C8B-B14F-4D97-AF65-F5344CB8AC3E}">
        <p14:creationId xmlns:p14="http://schemas.microsoft.com/office/powerpoint/2010/main" val="1553795047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AEB70B-ADB1-8B86-2ACC-70589A190B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5" name="Csoportba foglalás 54">
            <a:extLst>
              <a:ext uri="{FF2B5EF4-FFF2-40B4-BE49-F238E27FC236}">
                <a16:creationId xmlns:a16="http://schemas.microsoft.com/office/drawing/2014/main" id="{00703AFC-5635-4658-9DB1-84FCCDD196DD}"/>
              </a:ext>
            </a:extLst>
          </p:cNvPr>
          <p:cNvGrpSpPr/>
          <p:nvPr/>
        </p:nvGrpSpPr>
        <p:grpSpPr>
          <a:xfrm>
            <a:off x="19735570" y="1679293"/>
            <a:ext cx="7924802" cy="5153180"/>
            <a:chOff x="1543048" y="1158240"/>
            <a:chExt cx="5495927" cy="3573780"/>
          </a:xfrm>
          <a:solidFill>
            <a:schemeClr val="accent2">
              <a:lumMod val="60000"/>
              <a:lumOff val="40000"/>
            </a:schemeClr>
          </a:solidFill>
        </p:grpSpPr>
        <p:sp>
          <p:nvSpPr>
            <p:cNvPr id="56" name="Téglalap 55">
              <a:extLst>
                <a:ext uri="{FF2B5EF4-FFF2-40B4-BE49-F238E27FC236}">
                  <a16:creationId xmlns:a16="http://schemas.microsoft.com/office/drawing/2014/main" id="{43671132-AE99-C47B-1391-DBFB0A7EE5E5}"/>
                </a:ext>
              </a:extLst>
            </p:cNvPr>
            <p:cNvSpPr/>
            <p:nvPr/>
          </p:nvSpPr>
          <p:spPr>
            <a:xfrm>
              <a:off x="1543048" y="1275484"/>
              <a:ext cx="5495927" cy="3456536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grpSp>
          <p:nvGrpSpPr>
            <p:cNvPr id="57" name="Csoportba foglalás 56">
              <a:extLst>
                <a:ext uri="{FF2B5EF4-FFF2-40B4-BE49-F238E27FC236}">
                  <a16:creationId xmlns:a16="http://schemas.microsoft.com/office/drawing/2014/main" id="{219ABDE1-903F-9511-C51D-F06E4CDF01B1}"/>
                </a:ext>
              </a:extLst>
            </p:cNvPr>
            <p:cNvGrpSpPr/>
            <p:nvPr/>
          </p:nvGrpSpPr>
          <p:grpSpPr>
            <a:xfrm>
              <a:off x="1543048" y="1158240"/>
              <a:ext cx="1216820" cy="739140"/>
              <a:chOff x="1543048" y="1158240"/>
              <a:chExt cx="1216820" cy="739140"/>
            </a:xfrm>
            <a:grpFill/>
          </p:grpSpPr>
          <p:sp>
            <p:nvSpPr>
              <p:cNvPr id="62" name="Téglalap: lekerekített 61">
                <a:extLst>
                  <a:ext uri="{FF2B5EF4-FFF2-40B4-BE49-F238E27FC236}">
                    <a16:creationId xmlns:a16="http://schemas.microsoft.com/office/drawing/2014/main" id="{478E3106-AA1E-DB6C-4A37-BAC2E4F55036}"/>
                  </a:ext>
                </a:extLst>
              </p:cNvPr>
              <p:cNvSpPr/>
              <p:nvPr/>
            </p:nvSpPr>
            <p:spPr>
              <a:xfrm>
                <a:off x="1543048" y="1158240"/>
                <a:ext cx="821551" cy="739140"/>
              </a:xfrm>
              <a:prstGeom prst="roundRect">
                <a:avLst>
                  <a:gd name="adj" fmla="val 23883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63" name="Háromszög 62">
                <a:extLst>
                  <a:ext uri="{FF2B5EF4-FFF2-40B4-BE49-F238E27FC236}">
                    <a16:creationId xmlns:a16="http://schemas.microsoft.com/office/drawing/2014/main" id="{0D165035-BC3F-A728-5F9E-481C23992652}"/>
                  </a:ext>
                </a:extLst>
              </p:cNvPr>
              <p:cNvSpPr/>
              <p:nvPr/>
            </p:nvSpPr>
            <p:spPr>
              <a:xfrm>
                <a:off x="2364599" y="1158240"/>
                <a:ext cx="395269" cy="118110"/>
              </a:xfrm>
              <a:prstGeom prst="triangle">
                <a:avLst>
                  <a:gd name="adj" fmla="val 76364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24" name="Téglalap 1023">
                <a:extLst>
                  <a:ext uri="{FF2B5EF4-FFF2-40B4-BE49-F238E27FC236}">
                    <a16:creationId xmlns:a16="http://schemas.microsoft.com/office/drawing/2014/main" id="{208E2FAD-DA4A-B987-0A76-A7A555896923}"/>
                  </a:ext>
                </a:extLst>
              </p:cNvPr>
              <p:cNvSpPr/>
              <p:nvPr/>
            </p:nvSpPr>
            <p:spPr>
              <a:xfrm>
                <a:off x="2185988" y="1158240"/>
                <a:ext cx="481011" cy="23448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grpSp>
          <p:nvGrpSpPr>
            <p:cNvPr id="58" name="Csoportba foglalás 57">
              <a:extLst>
                <a:ext uri="{FF2B5EF4-FFF2-40B4-BE49-F238E27FC236}">
                  <a16:creationId xmlns:a16="http://schemas.microsoft.com/office/drawing/2014/main" id="{1DFC7429-E861-5BBB-F22E-375F9C1C79C6}"/>
                </a:ext>
              </a:extLst>
            </p:cNvPr>
            <p:cNvGrpSpPr/>
            <p:nvPr/>
          </p:nvGrpSpPr>
          <p:grpSpPr>
            <a:xfrm flipH="1">
              <a:off x="5818343" y="1158240"/>
              <a:ext cx="1216820" cy="739140"/>
              <a:chOff x="1543048" y="1158240"/>
              <a:chExt cx="1216820" cy="739140"/>
            </a:xfrm>
            <a:grpFill/>
          </p:grpSpPr>
          <p:sp>
            <p:nvSpPr>
              <p:cNvPr id="59" name="Téglalap: lekerekített 58">
                <a:extLst>
                  <a:ext uri="{FF2B5EF4-FFF2-40B4-BE49-F238E27FC236}">
                    <a16:creationId xmlns:a16="http://schemas.microsoft.com/office/drawing/2014/main" id="{D542F92D-8932-D834-9AD2-A0445DDF15E1}"/>
                  </a:ext>
                </a:extLst>
              </p:cNvPr>
              <p:cNvSpPr/>
              <p:nvPr/>
            </p:nvSpPr>
            <p:spPr>
              <a:xfrm>
                <a:off x="1543048" y="1158240"/>
                <a:ext cx="821551" cy="739140"/>
              </a:xfrm>
              <a:prstGeom prst="roundRect">
                <a:avLst>
                  <a:gd name="adj" fmla="val 23883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60" name="Háromszög 59">
                <a:extLst>
                  <a:ext uri="{FF2B5EF4-FFF2-40B4-BE49-F238E27FC236}">
                    <a16:creationId xmlns:a16="http://schemas.microsoft.com/office/drawing/2014/main" id="{472D8B7B-1948-EA0B-BE25-3AF09DCD31D6}"/>
                  </a:ext>
                </a:extLst>
              </p:cNvPr>
              <p:cNvSpPr/>
              <p:nvPr/>
            </p:nvSpPr>
            <p:spPr>
              <a:xfrm>
                <a:off x="2364599" y="1158240"/>
                <a:ext cx="395269" cy="118110"/>
              </a:xfrm>
              <a:prstGeom prst="triangle">
                <a:avLst>
                  <a:gd name="adj" fmla="val 76364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61" name="Téglalap 60">
                <a:extLst>
                  <a:ext uri="{FF2B5EF4-FFF2-40B4-BE49-F238E27FC236}">
                    <a16:creationId xmlns:a16="http://schemas.microsoft.com/office/drawing/2014/main" id="{BE422C35-76DF-C42A-BE1E-8C7C86759139}"/>
                  </a:ext>
                </a:extLst>
              </p:cNvPr>
              <p:cNvSpPr/>
              <p:nvPr/>
            </p:nvSpPr>
            <p:spPr>
              <a:xfrm>
                <a:off x="2185988" y="1158240"/>
                <a:ext cx="481011" cy="23448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</p:grpSp>
      <p:sp>
        <p:nvSpPr>
          <p:cNvPr id="1075" name="Téglalap 1074">
            <a:extLst>
              <a:ext uri="{FF2B5EF4-FFF2-40B4-BE49-F238E27FC236}">
                <a16:creationId xmlns:a16="http://schemas.microsoft.com/office/drawing/2014/main" id="{7D311F33-1A81-179E-50A4-CCD90F28525C}"/>
              </a:ext>
            </a:extLst>
          </p:cNvPr>
          <p:cNvSpPr/>
          <p:nvPr/>
        </p:nvSpPr>
        <p:spPr>
          <a:xfrm>
            <a:off x="19856074" y="1764447"/>
            <a:ext cx="7571770" cy="50680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endParaRPr lang="hu-HU" dirty="0"/>
          </a:p>
        </p:txBody>
      </p:sp>
      <p:grpSp>
        <p:nvGrpSpPr>
          <p:cNvPr id="34" name="Csoportba foglalás 33">
            <a:extLst>
              <a:ext uri="{FF2B5EF4-FFF2-40B4-BE49-F238E27FC236}">
                <a16:creationId xmlns:a16="http://schemas.microsoft.com/office/drawing/2014/main" id="{B062CFB2-EF9A-C42B-133E-0C4B726976A7}"/>
              </a:ext>
            </a:extLst>
          </p:cNvPr>
          <p:cNvGrpSpPr/>
          <p:nvPr/>
        </p:nvGrpSpPr>
        <p:grpSpPr>
          <a:xfrm>
            <a:off x="-8724657" y="1679293"/>
            <a:ext cx="7924802" cy="5153180"/>
            <a:chOff x="1543048" y="1158240"/>
            <a:chExt cx="5495927" cy="3573780"/>
          </a:xfrm>
          <a:solidFill>
            <a:schemeClr val="bg1">
              <a:lumMod val="65000"/>
            </a:schemeClr>
          </a:solidFill>
        </p:grpSpPr>
        <p:sp>
          <p:nvSpPr>
            <p:cNvPr id="16" name="Téglalap 15">
              <a:extLst>
                <a:ext uri="{FF2B5EF4-FFF2-40B4-BE49-F238E27FC236}">
                  <a16:creationId xmlns:a16="http://schemas.microsoft.com/office/drawing/2014/main" id="{FAC8209C-864A-AAF5-EE46-DAE11B447E27}"/>
                </a:ext>
              </a:extLst>
            </p:cNvPr>
            <p:cNvSpPr/>
            <p:nvPr/>
          </p:nvSpPr>
          <p:spPr>
            <a:xfrm>
              <a:off x="1543048" y="1275484"/>
              <a:ext cx="5495927" cy="3456536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grpSp>
          <p:nvGrpSpPr>
            <p:cNvPr id="25" name="Csoportba foglalás 24">
              <a:extLst>
                <a:ext uri="{FF2B5EF4-FFF2-40B4-BE49-F238E27FC236}">
                  <a16:creationId xmlns:a16="http://schemas.microsoft.com/office/drawing/2014/main" id="{63DEFABC-DE00-CDF6-EA3B-FA5EDEA3F6C4}"/>
                </a:ext>
              </a:extLst>
            </p:cNvPr>
            <p:cNvGrpSpPr/>
            <p:nvPr/>
          </p:nvGrpSpPr>
          <p:grpSpPr>
            <a:xfrm>
              <a:off x="1543048" y="1158240"/>
              <a:ext cx="1216820" cy="739140"/>
              <a:chOff x="1543048" y="1158240"/>
              <a:chExt cx="1216820" cy="739140"/>
            </a:xfrm>
            <a:grpFill/>
          </p:grpSpPr>
          <p:sp>
            <p:nvSpPr>
              <p:cNvPr id="17" name="Téglalap: lekerekített 16">
                <a:extLst>
                  <a:ext uri="{FF2B5EF4-FFF2-40B4-BE49-F238E27FC236}">
                    <a16:creationId xmlns:a16="http://schemas.microsoft.com/office/drawing/2014/main" id="{C98A82B7-DCA3-5D5F-B517-8414B08D9603}"/>
                  </a:ext>
                </a:extLst>
              </p:cNvPr>
              <p:cNvSpPr/>
              <p:nvPr/>
            </p:nvSpPr>
            <p:spPr>
              <a:xfrm>
                <a:off x="1543048" y="1158240"/>
                <a:ext cx="821551" cy="739140"/>
              </a:xfrm>
              <a:prstGeom prst="roundRect">
                <a:avLst>
                  <a:gd name="adj" fmla="val 23883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9" name="Háromszög 18">
                <a:extLst>
                  <a:ext uri="{FF2B5EF4-FFF2-40B4-BE49-F238E27FC236}">
                    <a16:creationId xmlns:a16="http://schemas.microsoft.com/office/drawing/2014/main" id="{3909C80F-D7D3-BFA1-79A4-0EEA59229E7D}"/>
                  </a:ext>
                </a:extLst>
              </p:cNvPr>
              <p:cNvSpPr/>
              <p:nvPr/>
            </p:nvSpPr>
            <p:spPr>
              <a:xfrm>
                <a:off x="2364599" y="1158240"/>
                <a:ext cx="395269" cy="118110"/>
              </a:xfrm>
              <a:prstGeom prst="triangle">
                <a:avLst>
                  <a:gd name="adj" fmla="val 76364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20" name="Téglalap 19">
                <a:extLst>
                  <a:ext uri="{FF2B5EF4-FFF2-40B4-BE49-F238E27FC236}">
                    <a16:creationId xmlns:a16="http://schemas.microsoft.com/office/drawing/2014/main" id="{07600898-053B-F16F-E424-1EBE561D2C69}"/>
                  </a:ext>
                </a:extLst>
              </p:cNvPr>
              <p:cNvSpPr/>
              <p:nvPr/>
            </p:nvSpPr>
            <p:spPr>
              <a:xfrm>
                <a:off x="2185988" y="1158240"/>
                <a:ext cx="481011" cy="23448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grpSp>
          <p:nvGrpSpPr>
            <p:cNvPr id="30" name="Csoportba foglalás 29">
              <a:extLst>
                <a:ext uri="{FF2B5EF4-FFF2-40B4-BE49-F238E27FC236}">
                  <a16:creationId xmlns:a16="http://schemas.microsoft.com/office/drawing/2014/main" id="{8CDA3D38-9BE1-2E2E-6AA8-57CD4AC1754B}"/>
                </a:ext>
              </a:extLst>
            </p:cNvPr>
            <p:cNvGrpSpPr/>
            <p:nvPr/>
          </p:nvGrpSpPr>
          <p:grpSpPr>
            <a:xfrm flipH="1">
              <a:off x="5818343" y="1158240"/>
              <a:ext cx="1216820" cy="739140"/>
              <a:chOff x="1543048" y="1158240"/>
              <a:chExt cx="1216820" cy="739140"/>
            </a:xfrm>
            <a:grpFill/>
          </p:grpSpPr>
          <p:sp>
            <p:nvSpPr>
              <p:cNvPr id="31" name="Téglalap: lekerekített 30">
                <a:extLst>
                  <a:ext uri="{FF2B5EF4-FFF2-40B4-BE49-F238E27FC236}">
                    <a16:creationId xmlns:a16="http://schemas.microsoft.com/office/drawing/2014/main" id="{B3CEE05E-AC46-B842-46AB-4EC588A6499D}"/>
                  </a:ext>
                </a:extLst>
              </p:cNvPr>
              <p:cNvSpPr/>
              <p:nvPr/>
            </p:nvSpPr>
            <p:spPr>
              <a:xfrm>
                <a:off x="1543048" y="1158240"/>
                <a:ext cx="821551" cy="739140"/>
              </a:xfrm>
              <a:prstGeom prst="roundRect">
                <a:avLst>
                  <a:gd name="adj" fmla="val 23883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2" name="Háromszög 31">
                <a:extLst>
                  <a:ext uri="{FF2B5EF4-FFF2-40B4-BE49-F238E27FC236}">
                    <a16:creationId xmlns:a16="http://schemas.microsoft.com/office/drawing/2014/main" id="{4BDD5722-E32A-C2E1-2487-8701277EB36D}"/>
                  </a:ext>
                </a:extLst>
              </p:cNvPr>
              <p:cNvSpPr/>
              <p:nvPr/>
            </p:nvSpPr>
            <p:spPr>
              <a:xfrm>
                <a:off x="2364599" y="1158240"/>
                <a:ext cx="395269" cy="118110"/>
              </a:xfrm>
              <a:prstGeom prst="triangle">
                <a:avLst>
                  <a:gd name="adj" fmla="val 76364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" name="Téglalap 32">
                <a:extLst>
                  <a:ext uri="{FF2B5EF4-FFF2-40B4-BE49-F238E27FC236}">
                    <a16:creationId xmlns:a16="http://schemas.microsoft.com/office/drawing/2014/main" id="{992F67BA-5AB6-02C7-2BE7-6B4A62F20A51}"/>
                  </a:ext>
                </a:extLst>
              </p:cNvPr>
              <p:cNvSpPr/>
              <p:nvPr/>
            </p:nvSpPr>
            <p:spPr>
              <a:xfrm>
                <a:off x="2185988" y="1158240"/>
                <a:ext cx="481011" cy="23448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</p:grpSp>
      <p:sp>
        <p:nvSpPr>
          <p:cNvPr id="1076" name="Téglalap 1075">
            <a:extLst>
              <a:ext uri="{FF2B5EF4-FFF2-40B4-BE49-F238E27FC236}">
                <a16:creationId xmlns:a16="http://schemas.microsoft.com/office/drawing/2014/main" id="{0B7A5847-7485-4EDD-EADA-630F41F538A6}"/>
              </a:ext>
            </a:extLst>
          </p:cNvPr>
          <p:cNvSpPr/>
          <p:nvPr/>
        </p:nvSpPr>
        <p:spPr>
          <a:xfrm>
            <a:off x="-51361" y="0"/>
            <a:ext cx="12288196" cy="688577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hu-HU" sz="6000">
                <a:solidFill>
                  <a:schemeClr val="tx1"/>
                </a:solidFill>
                <a:latin typeface="Bodoni MT" panose="02070603080606020203" pitchFamily="18" charset="0"/>
              </a:rPr>
              <a:t>Infinite Queries</a:t>
            </a:r>
            <a:endParaRPr lang="hu-HU" sz="6000" dirty="0">
              <a:solidFill>
                <a:schemeClr val="tx1"/>
              </a:solidFill>
              <a:latin typeface="Bodoni MT" panose="02070603080606020203" pitchFamily="18" charset="0"/>
            </a:endParaRPr>
          </a:p>
        </p:txBody>
      </p:sp>
      <p:pic>
        <p:nvPicPr>
          <p:cNvPr id="1044" name="Kép 1043">
            <a:extLst>
              <a:ext uri="{FF2B5EF4-FFF2-40B4-BE49-F238E27FC236}">
                <a16:creationId xmlns:a16="http://schemas.microsoft.com/office/drawing/2014/main" id="{A754BA84-82D3-5FD3-49B2-5BA38BBAC218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0"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artisticBlur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82550" y="1789974"/>
            <a:ext cx="7552866" cy="480060"/>
          </a:xfrm>
          <a:prstGeom prst="rect">
            <a:avLst/>
          </a:prstGeom>
          <a:effectLst/>
        </p:spPr>
      </p:pic>
      <p:grpSp>
        <p:nvGrpSpPr>
          <p:cNvPr id="45" name="Csoportba foglalás 44">
            <a:extLst>
              <a:ext uri="{FF2B5EF4-FFF2-40B4-BE49-F238E27FC236}">
                <a16:creationId xmlns:a16="http://schemas.microsoft.com/office/drawing/2014/main" id="{266101F3-714F-44A2-FDEF-6E760443C97A}"/>
              </a:ext>
            </a:extLst>
          </p:cNvPr>
          <p:cNvGrpSpPr/>
          <p:nvPr/>
        </p:nvGrpSpPr>
        <p:grpSpPr>
          <a:xfrm>
            <a:off x="-8730153" y="5416324"/>
            <a:ext cx="7924802" cy="1614829"/>
            <a:chOff x="1543048" y="1158240"/>
            <a:chExt cx="5495927" cy="3573780"/>
          </a:xfrm>
          <a:solidFill>
            <a:schemeClr val="bg2">
              <a:lumMod val="90000"/>
            </a:schemeClr>
          </a:solidFill>
        </p:grpSpPr>
        <p:sp>
          <p:nvSpPr>
            <p:cNvPr id="46" name="Téglalap 45">
              <a:extLst>
                <a:ext uri="{FF2B5EF4-FFF2-40B4-BE49-F238E27FC236}">
                  <a16:creationId xmlns:a16="http://schemas.microsoft.com/office/drawing/2014/main" id="{FCB21F76-E248-E2BB-322A-8959F915D67A}"/>
                </a:ext>
              </a:extLst>
            </p:cNvPr>
            <p:cNvSpPr/>
            <p:nvPr/>
          </p:nvSpPr>
          <p:spPr>
            <a:xfrm>
              <a:off x="1543048" y="1275484"/>
              <a:ext cx="5495927" cy="3456536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grpSp>
          <p:nvGrpSpPr>
            <p:cNvPr id="47" name="Csoportba foglalás 46">
              <a:extLst>
                <a:ext uri="{FF2B5EF4-FFF2-40B4-BE49-F238E27FC236}">
                  <a16:creationId xmlns:a16="http://schemas.microsoft.com/office/drawing/2014/main" id="{BEA834C5-9EDD-C5A9-ACC9-D69BDCE82BA3}"/>
                </a:ext>
              </a:extLst>
            </p:cNvPr>
            <p:cNvGrpSpPr/>
            <p:nvPr/>
          </p:nvGrpSpPr>
          <p:grpSpPr>
            <a:xfrm>
              <a:off x="1543048" y="1158240"/>
              <a:ext cx="1216820" cy="739140"/>
              <a:chOff x="1543048" y="1158240"/>
              <a:chExt cx="1216820" cy="739140"/>
            </a:xfrm>
            <a:grpFill/>
          </p:grpSpPr>
          <p:sp>
            <p:nvSpPr>
              <p:cNvPr id="52" name="Téglalap: lekerekített 51">
                <a:extLst>
                  <a:ext uri="{FF2B5EF4-FFF2-40B4-BE49-F238E27FC236}">
                    <a16:creationId xmlns:a16="http://schemas.microsoft.com/office/drawing/2014/main" id="{A2406DA1-3A8B-30B7-222E-2751A30A1C45}"/>
                  </a:ext>
                </a:extLst>
              </p:cNvPr>
              <p:cNvSpPr/>
              <p:nvPr/>
            </p:nvSpPr>
            <p:spPr>
              <a:xfrm>
                <a:off x="1543048" y="1158240"/>
                <a:ext cx="821551" cy="739140"/>
              </a:xfrm>
              <a:prstGeom prst="roundRect">
                <a:avLst>
                  <a:gd name="adj" fmla="val 23883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53" name="Háromszög 52">
                <a:extLst>
                  <a:ext uri="{FF2B5EF4-FFF2-40B4-BE49-F238E27FC236}">
                    <a16:creationId xmlns:a16="http://schemas.microsoft.com/office/drawing/2014/main" id="{A2C92A32-4A72-B517-2A0F-136B8EDC05D6}"/>
                  </a:ext>
                </a:extLst>
              </p:cNvPr>
              <p:cNvSpPr/>
              <p:nvPr/>
            </p:nvSpPr>
            <p:spPr>
              <a:xfrm>
                <a:off x="2364599" y="1158240"/>
                <a:ext cx="395269" cy="118110"/>
              </a:xfrm>
              <a:prstGeom prst="triangle">
                <a:avLst>
                  <a:gd name="adj" fmla="val 76364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54" name="Téglalap 53">
                <a:extLst>
                  <a:ext uri="{FF2B5EF4-FFF2-40B4-BE49-F238E27FC236}">
                    <a16:creationId xmlns:a16="http://schemas.microsoft.com/office/drawing/2014/main" id="{86C25A29-B52F-4CCC-511F-EC204E6664E7}"/>
                  </a:ext>
                </a:extLst>
              </p:cNvPr>
              <p:cNvSpPr/>
              <p:nvPr/>
            </p:nvSpPr>
            <p:spPr>
              <a:xfrm>
                <a:off x="2185988" y="1158240"/>
                <a:ext cx="481011" cy="23448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grpSp>
          <p:nvGrpSpPr>
            <p:cNvPr id="48" name="Csoportba foglalás 47">
              <a:extLst>
                <a:ext uri="{FF2B5EF4-FFF2-40B4-BE49-F238E27FC236}">
                  <a16:creationId xmlns:a16="http://schemas.microsoft.com/office/drawing/2014/main" id="{57CFD58F-E82C-AB8C-F212-7188EDB92DDC}"/>
                </a:ext>
              </a:extLst>
            </p:cNvPr>
            <p:cNvGrpSpPr/>
            <p:nvPr/>
          </p:nvGrpSpPr>
          <p:grpSpPr>
            <a:xfrm flipH="1">
              <a:off x="5818343" y="1158240"/>
              <a:ext cx="1216820" cy="739140"/>
              <a:chOff x="1543048" y="1158240"/>
              <a:chExt cx="1216820" cy="739140"/>
            </a:xfrm>
            <a:grpFill/>
          </p:grpSpPr>
          <p:sp>
            <p:nvSpPr>
              <p:cNvPr id="49" name="Téglalap: lekerekített 48">
                <a:extLst>
                  <a:ext uri="{FF2B5EF4-FFF2-40B4-BE49-F238E27FC236}">
                    <a16:creationId xmlns:a16="http://schemas.microsoft.com/office/drawing/2014/main" id="{7A1375CC-2B40-B311-197E-5FF2312F210C}"/>
                  </a:ext>
                </a:extLst>
              </p:cNvPr>
              <p:cNvSpPr/>
              <p:nvPr/>
            </p:nvSpPr>
            <p:spPr>
              <a:xfrm>
                <a:off x="1543048" y="1158240"/>
                <a:ext cx="821551" cy="739140"/>
              </a:xfrm>
              <a:prstGeom prst="roundRect">
                <a:avLst>
                  <a:gd name="adj" fmla="val 23883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50" name="Háromszög 49">
                <a:extLst>
                  <a:ext uri="{FF2B5EF4-FFF2-40B4-BE49-F238E27FC236}">
                    <a16:creationId xmlns:a16="http://schemas.microsoft.com/office/drawing/2014/main" id="{9980BCA2-DD02-B333-F0D2-CD2625BD1E41}"/>
                  </a:ext>
                </a:extLst>
              </p:cNvPr>
              <p:cNvSpPr/>
              <p:nvPr/>
            </p:nvSpPr>
            <p:spPr>
              <a:xfrm>
                <a:off x="2364599" y="1158240"/>
                <a:ext cx="395269" cy="118110"/>
              </a:xfrm>
              <a:prstGeom prst="triangle">
                <a:avLst>
                  <a:gd name="adj" fmla="val 76364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51" name="Téglalap 50">
                <a:extLst>
                  <a:ext uri="{FF2B5EF4-FFF2-40B4-BE49-F238E27FC236}">
                    <a16:creationId xmlns:a16="http://schemas.microsoft.com/office/drawing/2014/main" id="{B9453CEA-F012-D2BA-7C75-D24B88952FB2}"/>
                  </a:ext>
                </a:extLst>
              </p:cNvPr>
              <p:cNvSpPr/>
              <p:nvPr/>
            </p:nvSpPr>
            <p:spPr>
              <a:xfrm>
                <a:off x="2185988" y="1158240"/>
                <a:ext cx="481011" cy="23448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</p:grpSp>
      <p:pic>
        <p:nvPicPr>
          <p:cNvPr id="1045" name="Kép 1044">
            <a:extLst>
              <a:ext uri="{FF2B5EF4-FFF2-40B4-BE49-F238E27FC236}">
                <a16:creationId xmlns:a16="http://schemas.microsoft.com/office/drawing/2014/main" id="{3160D5DD-D5ED-3E21-7A60-446964D9D0F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artisticBlur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9865526" y="1789974"/>
            <a:ext cx="7552866" cy="480060"/>
          </a:xfrm>
          <a:prstGeom prst="rect">
            <a:avLst/>
          </a:prstGeom>
          <a:effectLst/>
        </p:spPr>
      </p:pic>
      <p:grpSp>
        <p:nvGrpSpPr>
          <p:cNvPr id="1025" name="Csoportba foglalás 1024">
            <a:extLst>
              <a:ext uri="{FF2B5EF4-FFF2-40B4-BE49-F238E27FC236}">
                <a16:creationId xmlns:a16="http://schemas.microsoft.com/office/drawing/2014/main" id="{BD99B15A-64EA-3A0F-F959-A65F04097474}"/>
              </a:ext>
            </a:extLst>
          </p:cNvPr>
          <p:cNvGrpSpPr/>
          <p:nvPr/>
        </p:nvGrpSpPr>
        <p:grpSpPr>
          <a:xfrm>
            <a:off x="19741288" y="1817423"/>
            <a:ext cx="7924802" cy="5068026"/>
            <a:chOff x="1543048" y="1158240"/>
            <a:chExt cx="5495927" cy="3573780"/>
          </a:xfrm>
          <a:solidFill>
            <a:schemeClr val="accent2">
              <a:lumMod val="40000"/>
              <a:lumOff val="60000"/>
            </a:schemeClr>
          </a:solidFill>
        </p:grpSpPr>
        <p:sp>
          <p:nvSpPr>
            <p:cNvPr id="1027" name="Téglalap 1026">
              <a:extLst>
                <a:ext uri="{FF2B5EF4-FFF2-40B4-BE49-F238E27FC236}">
                  <a16:creationId xmlns:a16="http://schemas.microsoft.com/office/drawing/2014/main" id="{99DD4024-48D3-E8E7-4C28-F1A7D69E308C}"/>
                </a:ext>
              </a:extLst>
            </p:cNvPr>
            <p:cNvSpPr/>
            <p:nvPr/>
          </p:nvSpPr>
          <p:spPr>
            <a:xfrm>
              <a:off x="1543048" y="1275484"/>
              <a:ext cx="5495927" cy="3456536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grpSp>
          <p:nvGrpSpPr>
            <p:cNvPr id="1028" name="Csoportba foglalás 1027">
              <a:extLst>
                <a:ext uri="{FF2B5EF4-FFF2-40B4-BE49-F238E27FC236}">
                  <a16:creationId xmlns:a16="http://schemas.microsoft.com/office/drawing/2014/main" id="{BDE0C505-76BC-FC09-336D-79D78F536AE8}"/>
                </a:ext>
              </a:extLst>
            </p:cNvPr>
            <p:cNvGrpSpPr/>
            <p:nvPr/>
          </p:nvGrpSpPr>
          <p:grpSpPr>
            <a:xfrm>
              <a:off x="1543048" y="1158240"/>
              <a:ext cx="1216820" cy="739140"/>
              <a:chOff x="1543048" y="1158240"/>
              <a:chExt cx="1216820" cy="739140"/>
            </a:xfrm>
            <a:grpFill/>
          </p:grpSpPr>
          <p:sp>
            <p:nvSpPr>
              <p:cNvPr id="1033" name="Téglalap: lekerekített 1032">
                <a:extLst>
                  <a:ext uri="{FF2B5EF4-FFF2-40B4-BE49-F238E27FC236}">
                    <a16:creationId xmlns:a16="http://schemas.microsoft.com/office/drawing/2014/main" id="{56E8AC76-1895-21A5-2814-A0478D733D73}"/>
                  </a:ext>
                </a:extLst>
              </p:cNvPr>
              <p:cNvSpPr/>
              <p:nvPr/>
            </p:nvSpPr>
            <p:spPr>
              <a:xfrm>
                <a:off x="1543048" y="1158240"/>
                <a:ext cx="821551" cy="739140"/>
              </a:xfrm>
              <a:prstGeom prst="roundRect">
                <a:avLst>
                  <a:gd name="adj" fmla="val 23883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34" name="Háromszög 1033">
                <a:extLst>
                  <a:ext uri="{FF2B5EF4-FFF2-40B4-BE49-F238E27FC236}">
                    <a16:creationId xmlns:a16="http://schemas.microsoft.com/office/drawing/2014/main" id="{18FC6F4A-910D-1BAC-B078-2D7E963067AF}"/>
                  </a:ext>
                </a:extLst>
              </p:cNvPr>
              <p:cNvSpPr/>
              <p:nvPr/>
            </p:nvSpPr>
            <p:spPr>
              <a:xfrm>
                <a:off x="2364599" y="1158240"/>
                <a:ext cx="395269" cy="118110"/>
              </a:xfrm>
              <a:prstGeom prst="triangle">
                <a:avLst>
                  <a:gd name="adj" fmla="val 76364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35" name="Téglalap 1034">
                <a:extLst>
                  <a:ext uri="{FF2B5EF4-FFF2-40B4-BE49-F238E27FC236}">
                    <a16:creationId xmlns:a16="http://schemas.microsoft.com/office/drawing/2014/main" id="{780463D4-7FDB-A81E-B4DA-5FAA06E85D56}"/>
                  </a:ext>
                </a:extLst>
              </p:cNvPr>
              <p:cNvSpPr/>
              <p:nvPr/>
            </p:nvSpPr>
            <p:spPr>
              <a:xfrm>
                <a:off x="2185988" y="1158240"/>
                <a:ext cx="481011" cy="23448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grpSp>
          <p:nvGrpSpPr>
            <p:cNvPr id="1029" name="Csoportba foglalás 1028">
              <a:extLst>
                <a:ext uri="{FF2B5EF4-FFF2-40B4-BE49-F238E27FC236}">
                  <a16:creationId xmlns:a16="http://schemas.microsoft.com/office/drawing/2014/main" id="{85E04505-D16C-6740-593D-17FEF3727396}"/>
                </a:ext>
              </a:extLst>
            </p:cNvPr>
            <p:cNvGrpSpPr/>
            <p:nvPr/>
          </p:nvGrpSpPr>
          <p:grpSpPr>
            <a:xfrm flipH="1">
              <a:off x="5818343" y="1158240"/>
              <a:ext cx="1216820" cy="739140"/>
              <a:chOff x="1543048" y="1158240"/>
              <a:chExt cx="1216820" cy="739140"/>
            </a:xfrm>
            <a:grpFill/>
          </p:grpSpPr>
          <p:sp>
            <p:nvSpPr>
              <p:cNvPr id="1030" name="Téglalap: lekerekített 1029">
                <a:extLst>
                  <a:ext uri="{FF2B5EF4-FFF2-40B4-BE49-F238E27FC236}">
                    <a16:creationId xmlns:a16="http://schemas.microsoft.com/office/drawing/2014/main" id="{068B2805-B7EF-48E9-0A3F-B33AD4E1C7B1}"/>
                  </a:ext>
                </a:extLst>
              </p:cNvPr>
              <p:cNvSpPr/>
              <p:nvPr/>
            </p:nvSpPr>
            <p:spPr>
              <a:xfrm>
                <a:off x="1543048" y="1158240"/>
                <a:ext cx="821551" cy="739140"/>
              </a:xfrm>
              <a:prstGeom prst="roundRect">
                <a:avLst>
                  <a:gd name="adj" fmla="val 23883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31" name="Háromszög 1030">
                <a:extLst>
                  <a:ext uri="{FF2B5EF4-FFF2-40B4-BE49-F238E27FC236}">
                    <a16:creationId xmlns:a16="http://schemas.microsoft.com/office/drawing/2014/main" id="{607CFA1E-8CBF-F4C2-2D5B-7B81CD26A0C7}"/>
                  </a:ext>
                </a:extLst>
              </p:cNvPr>
              <p:cNvSpPr/>
              <p:nvPr/>
            </p:nvSpPr>
            <p:spPr>
              <a:xfrm>
                <a:off x="2364599" y="1158240"/>
                <a:ext cx="395269" cy="118110"/>
              </a:xfrm>
              <a:prstGeom prst="triangle">
                <a:avLst>
                  <a:gd name="adj" fmla="val 76364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32" name="Téglalap 1031">
                <a:extLst>
                  <a:ext uri="{FF2B5EF4-FFF2-40B4-BE49-F238E27FC236}">
                    <a16:creationId xmlns:a16="http://schemas.microsoft.com/office/drawing/2014/main" id="{EB4711E7-55C7-BC74-B2CF-634A53F22B38}"/>
                  </a:ext>
                </a:extLst>
              </p:cNvPr>
              <p:cNvSpPr/>
              <p:nvPr/>
            </p:nvSpPr>
            <p:spPr>
              <a:xfrm>
                <a:off x="2185988" y="1158240"/>
                <a:ext cx="481011" cy="23448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</p:grpSp>
      <p:pic>
        <p:nvPicPr>
          <p:cNvPr id="37" name="Kép 36">
            <a:extLst>
              <a:ext uri="{FF2B5EF4-FFF2-40B4-BE49-F238E27FC236}">
                <a16:creationId xmlns:a16="http://schemas.microsoft.com/office/drawing/2014/main" id="{1850420A-893D-EF00-0EEC-B70A0BBFAA2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775" t="9603" r="3775" b="9603"/>
          <a:stretch>
            <a:fillRect/>
          </a:stretch>
        </p:blipFill>
        <p:spPr>
          <a:xfrm>
            <a:off x="-65837" y="3564170"/>
            <a:ext cx="10677626" cy="3293830"/>
          </a:xfrm>
          <a:prstGeom prst="rect">
            <a:avLst/>
          </a:prstGeom>
        </p:spPr>
      </p:pic>
      <p:sp>
        <p:nvSpPr>
          <p:cNvPr id="1050" name="Téglalap 1049">
            <a:extLst>
              <a:ext uri="{FF2B5EF4-FFF2-40B4-BE49-F238E27FC236}">
                <a16:creationId xmlns:a16="http://schemas.microsoft.com/office/drawing/2014/main" id="{A44E7D81-25C9-3BE2-6BE2-1133E8AD77C8}"/>
              </a:ext>
            </a:extLst>
          </p:cNvPr>
          <p:cNvSpPr/>
          <p:nvPr/>
        </p:nvSpPr>
        <p:spPr>
          <a:xfrm>
            <a:off x="10069655" y="6072649"/>
            <a:ext cx="4324574" cy="1080226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1051" name="Téglalap: felső két sarkán levágva 1050">
            <a:extLst>
              <a:ext uri="{FF2B5EF4-FFF2-40B4-BE49-F238E27FC236}">
                <a16:creationId xmlns:a16="http://schemas.microsoft.com/office/drawing/2014/main" id="{903982BA-9C09-2BB5-5493-B8A97C911448}"/>
              </a:ext>
            </a:extLst>
          </p:cNvPr>
          <p:cNvSpPr/>
          <p:nvPr/>
        </p:nvSpPr>
        <p:spPr>
          <a:xfrm rot="10800000">
            <a:off x="9899052" y="5758071"/>
            <a:ext cx="4608000" cy="314577"/>
          </a:xfrm>
          <a:prstGeom prst="snip2SameRect">
            <a:avLst>
              <a:gd name="adj1" fmla="val 27265"/>
              <a:gd name="adj2" fmla="val 0"/>
            </a:avLst>
          </a:prstGeom>
          <a:solidFill>
            <a:srgbClr val="D9D9D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pic>
        <p:nvPicPr>
          <p:cNvPr id="1047" name="Kép 1046">
            <a:extLst>
              <a:ext uri="{FF2B5EF4-FFF2-40B4-BE49-F238E27FC236}">
                <a16:creationId xmlns:a16="http://schemas.microsoft.com/office/drawing/2014/main" id="{27D4168F-9DBA-C3E8-00D6-F8EFEB3CF2DE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65871" y="2367538"/>
            <a:ext cx="3968441" cy="3968441"/>
          </a:xfrm>
          <a:prstGeom prst="rect">
            <a:avLst/>
          </a:prstGeom>
        </p:spPr>
      </p:pic>
      <p:pic>
        <p:nvPicPr>
          <p:cNvPr id="1049" name="Kép 1048">
            <a:extLst>
              <a:ext uri="{FF2B5EF4-FFF2-40B4-BE49-F238E27FC236}">
                <a16:creationId xmlns:a16="http://schemas.microsoft.com/office/drawing/2014/main" id="{5CF212C3-35D5-55E7-B617-E25ED6CDFA09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92693" y="2367539"/>
            <a:ext cx="3968441" cy="3968441"/>
          </a:xfrm>
          <a:prstGeom prst="rect">
            <a:avLst/>
          </a:prstGeom>
        </p:spPr>
      </p:pic>
      <p:pic>
        <p:nvPicPr>
          <p:cNvPr id="1074" name="Kép 1073">
            <a:extLst>
              <a:ext uri="{FF2B5EF4-FFF2-40B4-BE49-F238E27FC236}">
                <a16:creationId xmlns:a16="http://schemas.microsoft.com/office/drawing/2014/main" id="{AB81862F-F9DD-668F-EDBC-0A1286F0956D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80417" y="-5158151"/>
            <a:ext cx="8985673" cy="5990449"/>
          </a:xfrm>
          <a:prstGeom prst="rect">
            <a:avLst/>
          </a:prstGeom>
        </p:spPr>
      </p:pic>
      <p:pic>
        <p:nvPicPr>
          <p:cNvPr id="2" name="Picture 2">
            <a:extLst>
              <a:ext uri="{FF2B5EF4-FFF2-40B4-BE49-F238E27FC236}">
                <a16:creationId xmlns:a16="http://schemas.microsoft.com/office/drawing/2014/main" id="{BF624C78-BF60-D3B7-B3D3-85DAD7C8950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96953" y="290047"/>
            <a:ext cx="1347833" cy="1347833"/>
          </a:xfrm>
          <a:prstGeom prst="rect">
            <a:avLst/>
          </a:prstGeom>
          <a:solidFill>
            <a:srgbClr val="DF6266"/>
          </a:solidFill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AC9FDA10-CA99-5A33-DEFE-8F77677906C8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97846" y="2710322"/>
            <a:ext cx="3539905" cy="3539905"/>
          </a:xfrm>
          <a:prstGeom prst="rect">
            <a:avLst/>
          </a:prstGeom>
        </p:spPr>
      </p:pic>
      <p:pic>
        <p:nvPicPr>
          <p:cNvPr id="6" name="Kép 5">
            <a:extLst>
              <a:ext uri="{FF2B5EF4-FFF2-40B4-BE49-F238E27FC236}">
                <a16:creationId xmlns:a16="http://schemas.microsoft.com/office/drawing/2014/main" id="{2B57CDB8-6995-195A-58E1-5AA0147419F6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94" t="5850" r="3400" b="6638"/>
          <a:stretch>
            <a:fillRect/>
          </a:stretch>
        </p:blipFill>
        <p:spPr>
          <a:xfrm>
            <a:off x="-9309521" y="3077030"/>
            <a:ext cx="5622489" cy="3891876"/>
          </a:xfrm>
          <a:prstGeom prst="rect">
            <a:avLst/>
          </a:prstGeom>
        </p:spPr>
      </p:pic>
      <p:pic>
        <p:nvPicPr>
          <p:cNvPr id="15" name="Kép 14">
            <a:extLst>
              <a:ext uri="{FF2B5EF4-FFF2-40B4-BE49-F238E27FC236}">
                <a16:creationId xmlns:a16="http://schemas.microsoft.com/office/drawing/2014/main" id="{0BCC5C06-666E-08DD-ABCE-B4E23580711F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369" t="5257" r="3533" b="5257"/>
          <a:stretch>
            <a:fillRect/>
          </a:stretch>
        </p:blipFill>
        <p:spPr>
          <a:xfrm>
            <a:off x="-5968100" y="1983688"/>
            <a:ext cx="5563511" cy="2799989"/>
          </a:xfrm>
          <a:prstGeom prst="rect">
            <a:avLst/>
          </a:prstGeom>
        </p:spPr>
      </p:pic>
      <p:sp>
        <p:nvSpPr>
          <p:cNvPr id="38" name="Szövegdoboz 37">
            <a:extLst>
              <a:ext uri="{FF2B5EF4-FFF2-40B4-BE49-F238E27FC236}">
                <a16:creationId xmlns:a16="http://schemas.microsoft.com/office/drawing/2014/main" id="{44381909-15C0-1CFD-18F1-3092E449740A}"/>
              </a:ext>
            </a:extLst>
          </p:cNvPr>
          <p:cNvSpPr txBox="1"/>
          <p:nvPr/>
        </p:nvSpPr>
        <p:spPr>
          <a:xfrm>
            <a:off x="1345756" y="3798332"/>
            <a:ext cx="13781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 dirty="0">
                <a:solidFill>
                  <a:schemeClr val="bg1"/>
                </a:solidFill>
              </a:rPr>
              <a:t>Hiba történt</a:t>
            </a:r>
          </a:p>
        </p:txBody>
      </p:sp>
      <p:pic>
        <p:nvPicPr>
          <p:cNvPr id="27" name="Kép 26">
            <a:extLst>
              <a:ext uri="{FF2B5EF4-FFF2-40B4-BE49-F238E27FC236}">
                <a16:creationId xmlns:a16="http://schemas.microsoft.com/office/drawing/2014/main" id="{A5A5311C-D1FD-D49F-25C3-37CF014FA62E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168" t="3967" r="3168" b="3967"/>
          <a:stretch>
            <a:fillRect/>
          </a:stretch>
        </p:blipFill>
        <p:spPr>
          <a:xfrm>
            <a:off x="-30273" y="1450762"/>
            <a:ext cx="5851501" cy="5433804"/>
          </a:xfrm>
          <a:prstGeom prst="rect">
            <a:avLst/>
          </a:prstGeom>
        </p:spPr>
      </p:pic>
      <p:sp>
        <p:nvSpPr>
          <p:cNvPr id="39" name="Szövegdoboz 38">
            <a:extLst>
              <a:ext uri="{FF2B5EF4-FFF2-40B4-BE49-F238E27FC236}">
                <a16:creationId xmlns:a16="http://schemas.microsoft.com/office/drawing/2014/main" id="{CD2BC3DC-37BC-E79D-2236-1EAC6D0C439F}"/>
              </a:ext>
            </a:extLst>
          </p:cNvPr>
          <p:cNvSpPr txBox="1"/>
          <p:nvPr/>
        </p:nvSpPr>
        <p:spPr>
          <a:xfrm>
            <a:off x="3197252" y="1543669"/>
            <a:ext cx="12211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 dirty="0">
                <a:solidFill>
                  <a:schemeClr val="bg1"/>
                </a:solidFill>
              </a:rPr>
              <a:t>Ha sikeres</a:t>
            </a:r>
          </a:p>
        </p:txBody>
      </p:sp>
    </p:spTree>
    <p:extLst>
      <p:ext uri="{BB962C8B-B14F-4D97-AF65-F5344CB8AC3E}">
        <p14:creationId xmlns:p14="http://schemas.microsoft.com/office/powerpoint/2010/main" val="4115640915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7ABA7C-A779-44D6-ABD2-A90DF36415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5" name="Csoportba foglalás 54">
            <a:extLst>
              <a:ext uri="{FF2B5EF4-FFF2-40B4-BE49-F238E27FC236}">
                <a16:creationId xmlns:a16="http://schemas.microsoft.com/office/drawing/2014/main" id="{FF990747-B791-5C4F-BCFE-DB7FF1974A71}"/>
              </a:ext>
            </a:extLst>
          </p:cNvPr>
          <p:cNvGrpSpPr/>
          <p:nvPr/>
        </p:nvGrpSpPr>
        <p:grpSpPr>
          <a:xfrm>
            <a:off x="19735570" y="1679293"/>
            <a:ext cx="7924802" cy="5153180"/>
            <a:chOff x="1543048" y="1158240"/>
            <a:chExt cx="5495927" cy="3573780"/>
          </a:xfrm>
          <a:solidFill>
            <a:schemeClr val="accent2">
              <a:lumMod val="60000"/>
              <a:lumOff val="40000"/>
            </a:schemeClr>
          </a:solidFill>
        </p:grpSpPr>
        <p:sp>
          <p:nvSpPr>
            <p:cNvPr id="56" name="Téglalap 55">
              <a:extLst>
                <a:ext uri="{FF2B5EF4-FFF2-40B4-BE49-F238E27FC236}">
                  <a16:creationId xmlns:a16="http://schemas.microsoft.com/office/drawing/2014/main" id="{8B86D5F4-B828-7449-C98E-7FDD1EA4EB83}"/>
                </a:ext>
              </a:extLst>
            </p:cNvPr>
            <p:cNvSpPr/>
            <p:nvPr/>
          </p:nvSpPr>
          <p:spPr>
            <a:xfrm>
              <a:off x="1543048" y="1275484"/>
              <a:ext cx="5495927" cy="3456536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grpSp>
          <p:nvGrpSpPr>
            <p:cNvPr id="57" name="Csoportba foglalás 56">
              <a:extLst>
                <a:ext uri="{FF2B5EF4-FFF2-40B4-BE49-F238E27FC236}">
                  <a16:creationId xmlns:a16="http://schemas.microsoft.com/office/drawing/2014/main" id="{173DF5AE-7B6E-A4BC-C5F0-2753A7E30DE3}"/>
                </a:ext>
              </a:extLst>
            </p:cNvPr>
            <p:cNvGrpSpPr/>
            <p:nvPr/>
          </p:nvGrpSpPr>
          <p:grpSpPr>
            <a:xfrm>
              <a:off x="1543048" y="1158240"/>
              <a:ext cx="1216820" cy="739140"/>
              <a:chOff x="1543048" y="1158240"/>
              <a:chExt cx="1216820" cy="739140"/>
            </a:xfrm>
            <a:grpFill/>
          </p:grpSpPr>
          <p:sp>
            <p:nvSpPr>
              <p:cNvPr id="62" name="Téglalap: lekerekített 61">
                <a:extLst>
                  <a:ext uri="{FF2B5EF4-FFF2-40B4-BE49-F238E27FC236}">
                    <a16:creationId xmlns:a16="http://schemas.microsoft.com/office/drawing/2014/main" id="{5DE9758D-F7F8-3116-F9CB-FF17F65F56AD}"/>
                  </a:ext>
                </a:extLst>
              </p:cNvPr>
              <p:cNvSpPr/>
              <p:nvPr/>
            </p:nvSpPr>
            <p:spPr>
              <a:xfrm>
                <a:off x="1543048" y="1158240"/>
                <a:ext cx="821551" cy="739140"/>
              </a:xfrm>
              <a:prstGeom prst="roundRect">
                <a:avLst>
                  <a:gd name="adj" fmla="val 23883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63" name="Háromszög 62">
                <a:extLst>
                  <a:ext uri="{FF2B5EF4-FFF2-40B4-BE49-F238E27FC236}">
                    <a16:creationId xmlns:a16="http://schemas.microsoft.com/office/drawing/2014/main" id="{CD8A19A2-865C-3E80-01F6-30D2CD580B07}"/>
                  </a:ext>
                </a:extLst>
              </p:cNvPr>
              <p:cNvSpPr/>
              <p:nvPr/>
            </p:nvSpPr>
            <p:spPr>
              <a:xfrm>
                <a:off x="2364599" y="1158240"/>
                <a:ext cx="395269" cy="118110"/>
              </a:xfrm>
              <a:prstGeom prst="triangle">
                <a:avLst>
                  <a:gd name="adj" fmla="val 76364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24" name="Téglalap 1023">
                <a:extLst>
                  <a:ext uri="{FF2B5EF4-FFF2-40B4-BE49-F238E27FC236}">
                    <a16:creationId xmlns:a16="http://schemas.microsoft.com/office/drawing/2014/main" id="{8A80F0DF-AF61-2DF0-B480-04435E0A635C}"/>
                  </a:ext>
                </a:extLst>
              </p:cNvPr>
              <p:cNvSpPr/>
              <p:nvPr/>
            </p:nvSpPr>
            <p:spPr>
              <a:xfrm>
                <a:off x="2185988" y="1158240"/>
                <a:ext cx="481011" cy="23448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grpSp>
          <p:nvGrpSpPr>
            <p:cNvPr id="58" name="Csoportba foglalás 57">
              <a:extLst>
                <a:ext uri="{FF2B5EF4-FFF2-40B4-BE49-F238E27FC236}">
                  <a16:creationId xmlns:a16="http://schemas.microsoft.com/office/drawing/2014/main" id="{8BD7774B-5EF3-C3B4-567F-B7591EFFF81B}"/>
                </a:ext>
              </a:extLst>
            </p:cNvPr>
            <p:cNvGrpSpPr/>
            <p:nvPr/>
          </p:nvGrpSpPr>
          <p:grpSpPr>
            <a:xfrm flipH="1">
              <a:off x="5818343" y="1158240"/>
              <a:ext cx="1216820" cy="739140"/>
              <a:chOff x="1543048" y="1158240"/>
              <a:chExt cx="1216820" cy="739140"/>
            </a:xfrm>
            <a:grpFill/>
          </p:grpSpPr>
          <p:sp>
            <p:nvSpPr>
              <p:cNvPr id="59" name="Téglalap: lekerekített 58">
                <a:extLst>
                  <a:ext uri="{FF2B5EF4-FFF2-40B4-BE49-F238E27FC236}">
                    <a16:creationId xmlns:a16="http://schemas.microsoft.com/office/drawing/2014/main" id="{DB6F1198-70C5-642A-0DBF-48F9DA3BBAB1}"/>
                  </a:ext>
                </a:extLst>
              </p:cNvPr>
              <p:cNvSpPr/>
              <p:nvPr/>
            </p:nvSpPr>
            <p:spPr>
              <a:xfrm>
                <a:off x="1543048" y="1158240"/>
                <a:ext cx="821551" cy="739140"/>
              </a:xfrm>
              <a:prstGeom prst="roundRect">
                <a:avLst>
                  <a:gd name="adj" fmla="val 23883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60" name="Háromszög 59">
                <a:extLst>
                  <a:ext uri="{FF2B5EF4-FFF2-40B4-BE49-F238E27FC236}">
                    <a16:creationId xmlns:a16="http://schemas.microsoft.com/office/drawing/2014/main" id="{FC99DFCF-CF73-704B-C12B-A3565D0BDE96}"/>
                  </a:ext>
                </a:extLst>
              </p:cNvPr>
              <p:cNvSpPr/>
              <p:nvPr/>
            </p:nvSpPr>
            <p:spPr>
              <a:xfrm>
                <a:off x="2364599" y="1158240"/>
                <a:ext cx="395269" cy="118110"/>
              </a:xfrm>
              <a:prstGeom prst="triangle">
                <a:avLst>
                  <a:gd name="adj" fmla="val 76364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61" name="Téglalap 60">
                <a:extLst>
                  <a:ext uri="{FF2B5EF4-FFF2-40B4-BE49-F238E27FC236}">
                    <a16:creationId xmlns:a16="http://schemas.microsoft.com/office/drawing/2014/main" id="{F4E87801-EFB2-7330-D61E-9F2D4A519CC6}"/>
                  </a:ext>
                </a:extLst>
              </p:cNvPr>
              <p:cNvSpPr/>
              <p:nvPr/>
            </p:nvSpPr>
            <p:spPr>
              <a:xfrm>
                <a:off x="2185988" y="1158240"/>
                <a:ext cx="481011" cy="23448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</p:grpSp>
      <p:sp>
        <p:nvSpPr>
          <p:cNvPr id="1075" name="Téglalap 1074">
            <a:extLst>
              <a:ext uri="{FF2B5EF4-FFF2-40B4-BE49-F238E27FC236}">
                <a16:creationId xmlns:a16="http://schemas.microsoft.com/office/drawing/2014/main" id="{F723F88D-1C24-D35E-FE15-5EABD8CC132E}"/>
              </a:ext>
            </a:extLst>
          </p:cNvPr>
          <p:cNvSpPr/>
          <p:nvPr/>
        </p:nvSpPr>
        <p:spPr>
          <a:xfrm>
            <a:off x="19856074" y="1764447"/>
            <a:ext cx="7571770" cy="50680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endParaRPr lang="hu-HU" dirty="0"/>
          </a:p>
        </p:txBody>
      </p:sp>
      <p:grpSp>
        <p:nvGrpSpPr>
          <p:cNvPr id="34" name="Csoportba foglalás 33">
            <a:extLst>
              <a:ext uri="{FF2B5EF4-FFF2-40B4-BE49-F238E27FC236}">
                <a16:creationId xmlns:a16="http://schemas.microsoft.com/office/drawing/2014/main" id="{923A6667-555C-398F-EC4C-A058D8943FDD}"/>
              </a:ext>
            </a:extLst>
          </p:cNvPr>
          <p:cNvGrpSpPr/>
          <p:nvPr/>
        </p:nvGrpSpPr>
        <p:grpSpPr>
          <a:xfrm>
            <a:off x="-8724657" y="1679293"/>
            <a:ext cx="7924802" cy="5153180"/>
            <a:chOff x="1543048" y="1158240"/>
            <a:chExt cx="5495927" cy="3573780"/>
          </a:xfrm>
          <a:solidFill>
            <a:schemeClr val="bg1">
              <a:lumMod val="65000"/>
            </a:schemeClr>
          </a:solidFill>
        </p:grpSpPr>
        <p:sp>
          <p:nvSpPr>
            <p:cNvPr id="16" name="Téglalap 15">
              <a:extLst>
                <a:ext uri="{FF2B5EF4-FFF2-40B4-BE49-F238E27FC236}">
                  <a16:creationId xmlns:a16="http://schemas.microsoft.com/office/drawing/2014/main" id="{0AD0377C-8E6E-A681-436E-7A29002303CF}"/>
                </a:ext>
              </a:extLst>
            </p:cNvPr>
            <p:cNvSpPr/>
            <p:nvPr/>
          </p:nvSpPr>
          <p:spPr>
            <a:xfrm>
              <a:off x="1543048" y="1275484"/>
              <a:ext cx="5495927" cy="3456536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grpSp>
          <p:nvGrpSpPr>
            <p:cNvPr id="25" name="Csoportba foglalás 24">
              <a:extLst>
                <a:ext uri="{FF2B5EF4-FFF2-40B4-BE49-F238E27FC236}">
                  <a16:creationId xmlns:a16="http://schemas.microsoft.com/office/drawing/2014/main" id="{A5897111-77D1-A2EB-A8C8-8ED70835A2AD}"/>
                </a:ext>
              </a:extLst>
            </p:cNvPr>
            <p:cNvGrpSpPr/>
            <p:nvPr/>
          </p:nvGrpSpPr>
          <p:grpSpPr>
            <a:xfrm>
              <a:off x="1543048" y="1158240"/>
              <a:ext cx="1216820" cy="739140"/>
              <a:chOff x="1543048" y="1158240"/>
              <a:chExt cx="1216820" cy="739140"/>
            </a:xfrm>
            <a:grpFill/>
          </p:grpSpPr>
          <p:sp>
            <p:nvSpPr>
              <p:cNvPr id="17" name="Téglalap: lekerekített 16">
                <a:extLst>
                  <a:ext uri="{FF2B5EF4-FFF2-40B4-BE49-F238E27FC236}">
                    <a16:creationId xmlns:a16="http://schemas.microsoft.com/office/drawing/2014/main" id="{DAC5D776-51E2-8A9A-59E0-B43AA053CBC9}"/>
                  </a:ext>
                </a:extLst>
              </p:cNvPr>
              <p:cNvSpPr/>
              <p:nvPr/>
            </p:nvSpPr>
            <p:spPr>
              <a:xfrm>
                <a:off x="1543048" y="1158240"/>
                <a:ext cx="821551" cy="739140"/>
              </a:xfrm>
              <a:prstGeom prst="roundRect">
                <a:avLst>
                  <a:gd name="adj" fmla="val 23883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9" name="Háromszög 18">
                <a:extLst>
                  <a:ext uri="{FF2B5EF4-FFF2-40B4-BE49-F238E27FC236}">
                    <a16:creationId xmlns:a16="http://schemas.microsoft.com/office/drawing/2014/main" id="{B0C0026A-23C9-B83D-54B5-A3598773A86B}"/>
                  </a:ext>
                </a:extLst>
              </p:cNvPr>
              <p:cNvSpPr/>
              <p:nvPr/>
            </p:nvSpPr>
            <p:spPr>
              <a:xfrm>
                <a:off x="2364599" y="1158240"/>
                <a:ext cx="395269" cy="118110"/>
              </a:xfrm>
              <a:prstGeom prst="triangle">
                <a:avLst>
                  <a:gd name="adj" fmla="val 76364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20" name="Téglalap 19">
                <a:extLst>
                  <a:ext uri="{FF2B5EF4-FFF2-40B4-BE49-F238E27FC236}">
                    <a16:creationId xmlns:a16="http://schemas.microsoft.com/office/drawing/2014/main" id="{47DF8847-2412-41AF-527F-0C29FD2D517A}"/>
                  </a:ext>
                </a:extLst>
              </p:cNvPr>
              <p:cNvSpPr/>
              <p:nvPr/>
            </p:nvSpPr>
            <p:spPr>
              <a:xfrm>
                <a:off x="2185988" y="1158240"/>
                <a:ext cx="481011" cy="23448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grpSp>
          <p:nvGrpSpPr>
            <p:cNvPr id="30" name="Csoportba foglalás 29">
              <a:extLst>
                <a:ext uri="{FF2B5EF4-FFF2-40B4-BE49-F238E27FC236}">
                  <a16:creationId xmlns:a16="http://schemas.microsoft.com/office/drawing/2014/main" id="{BD861E4C-1205-0C15-0D44-675948CD5793}"/>
                </a:ext>
              </a:extLst>
            </p:cNvPr>
            <p:cNvGrpSpPr/>
            <p:nvPr/>
          </p:nvGrpSpPr>
          <p:grpSpPr>
            <a:xfrm flipH="1">
              <a:off x="5818343" y="1158240"/>
              <a:ext cx="1216820" cy="739140"/>
              <a:chOff x="1543048" y="1158240"/>
              <a:chExt cx="1216820" cy="739140"/>
            </a:xfrm>
            <a:grpFill/>
          </p:grpSpPr>
          <p:sp>
            <p:nvSpPr>
              <p:cNvPr id="31" name="Téglalap: lekerekített 30">
                <a:extLst>
                  <a:ext uri="{FF2B5EF4-FFF2-40B4-BE49-F238E27FC236}">
                    <a16:creationId xmlns:a16="http://schemas.microsoft.com/office/drawing/2014/main" id="{E6CF9D79-4797-2B85-A9C2-A14AA64C36EF}"/>
                  </a:ext>
                </a:extLst>
              </p:cNvPr>
              <p:cNvSpPr/>
              <p:nvPr/>
            </p:nvSpPr>
            <p:spPr>
              <a:xfrm>
                <a:off x="1543048" y="1158240"/>
                <a:ext cx="821551" cy="739140"/>
              </a:xfrm>
              <a:prstGeom prst="roundRect">
                <a:avLst>
                  <a:gd name="adj" fmla="val 23883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2" name="Háromszög 31">
                <a:extLst>
                  <a:ext uri="{FF2B5EF4-FFF2-40B4-BE49-F238E27FC236}">
                    <a16:creationId xmlns:a16="http://schemas.microsoft.com/office/drawing/2014/main" id="{0177B814-743C-D340-ADBF-285C286FC81D}"/>
                  </a:ext>
                </a:extLst>
              </p:cNvPr>
              <p:cNvSpPr/>
              <p:nvPr/>
            </p:nvSpPr>
            <p:spPr>
              <a:xfrm>
                <a:off x="2364599" y="1158240"/>
                <a:ext cx="395269" cy="118110"/>
              </a:xfrm>
              <a:prstGeom prst="triangle">
                <a:avLst>
                  <a:gd name="adj" fmla="val 76364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" name="Téglalap 32">
                <a:extLst>
                  <a:ext uri="{FF2B5EF4-FFF2-40B4-BE49-F238E27FC236}">
                    <a16:creationId xmlns:a16="http://schemas.microsoft.com/office/drawing/2014/main" id="{AD001D36-38A0-6520-EB27-78C675843391}"/>
                  </a:ext>
                </a:extLst>
              </p:cNvPr>
              <p:cNvSpPr/>
              <p:nvPr/>
            </p:nvSpPr>
            <p:spPr>
              <a:xfrm>
                <a:off x="2185988" y="1158240"/>
                <a:ext cx="481011" cy="23448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</p:grpSp>
      <p:sp>
        <p:nvSpPr>
          <p:cNvPr id="1076" name="Téglalap 1075">
            <a:extLst>
              <a:ext uri="{FF2B5EF4-FFF2-40B4-BE49-F238E27FC236}">
                <a16:creationId xmlns:a16="http://schemas.microsoft.com/office/drawing/2014/main" id="{BF5F0487-B976-0DC0-4B37-08C77C76D28D}"/>
              </a:ext>
            </a:extLst>
          </p:cNvPr>
          <p:cNvSpPr/>
          <p:nvPr/>
        </p:nvSpPr>
        <p:spPr>
          <a:xfrm>
            <a:off x="-51361" y="0"/>
            <a:ext cx="12288196" cy="688577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hu-HU" sz="6000" dirty="0" err="1">
                <a:solidFill>
                  <a:schemeClr val="tx1"/>
                </a:solidFill>
                <a:latin typeface="Bodoni MT" panose="02070603080606020203" pitchFamily="18" charset="0"/>
              </a:rPr>
              <a:t>Feed</a:t>
            </a:r>
            <a:endParaRPr lang="hu-HU" sz="6000" dirty="0">
              <a:solidFill>
                <a:schemeClr val="tx1"/>
              </a:solidFill>
              <a:latin typeface="Bodoni MT" panose="02070603080606020203" pitchFamily="18" charset="0"/>
            </a:endParaRPr>
          </a:p>
        </p:txBody>
      </p:sp>
      <p:pic>
        <p:nvPicPr>
          <p:cNvPr id="1044" name="Kép 1043">
            <a:extLst>
              <a:ext uri="{FF2B5EF4-FFF2-40B4-BE49-F238E27FC236}">
                <a16:creationId xmlns:a16="http://schemas.microsoft.com/office/drawing/2014/main" id="{B1153D9A-FE4F-70BE-E806-97C03FAD345F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0"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artisticBlur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82550" y="1789974"/>
            <a:ext cx="7552866" cy="480060"/>
          </a:xfrm>
          <a:prstGeom prst="rect">
            <a:avLst/>
          </a:prstGeom>
          <a:effectLst/>
        </p:spPr>
      </p:pic>
      <p:grpSp>
        <p:nvGrpSpPr>
          <p:cNvPr id="45" name="Csoportba foglalás 44">
            <a:extLst>
              <a:ext uri="{FF2B5EF4-FFF2-40B4-BE49-F238E27FC236}">
                <a16:creationId xmlns:a16="http://schemas.microsoft.com/office/drawing/2014/main" id="{A42A60B5-74CD-AA26-B909-DB59245D394F}"/>
              </a:ext>
            </a:extLst>
          </p:cNvPr>
          <p:cNvGrpSpPr/>
          <p:nvPr/>
        </p:nvGrpSpPr>
        <p:grpSpPr>
          <a:xfrm>
            <a:off x="-8730153" y="5416324"/>
            <a:ext cx="7924802" cy="1614829"/>
            <a:chOff x="1543048" y="1158240"/>
            <a:chExt cx="5495927" cy="3573780"/>
          </a:xfrm>
          <a:solidFill>
            <a:schemeClr val="bg2">
              <a:lumMod val="90000"/>
            </a:schemeClr>
          </a:solidFill>
        </p:grpSpPr>
        <p:sp>
          <p:nvSpPr>
            <p:cNvPr id="46" name="Téglalap 45">
              <a:extLst>
                <a:ext uri="{FF2B5EF4-FFF2-40B4-BE49-F238E27FC236}">
                  <a16:creationId xmlns:a16="http://schemas.microsoft.com/office/drawing/2014/main" id="{90840556-96E9-A8BE-9475-C4AC441C97E9}"/>
                </a:ext>
              </a:extLst>
            </p:cNvPr>
            <p:cNvSpPr/>
            <p:nvPr/>
          </p:nvSpPr>
          <p:spPr>
            <a:xfrm>
              <a:off x="1543048" y="1275484"/>
              <a:ext cx="5495927" cy="3456536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grpSp>
          <p:nvGrpSpPr>
            <p:cNvPr id="47" name="Csoportba foglalás 46">
              <a:extLst>
                <a:ext uri="{FF2B5EF4-FFF2-40B4-BE49-F238E27FC236}">
                  <a16:creationId xmlns:a16="http://schemas.microsoft.com/office/drawing/2014/main" id="{3B6A9A01-E8A0-1E4D-0160-F424EE462F53}"/>
                </a:ext>
              </a:extLst>
            </p:cNvPr>
            <p:cNvGrpSpPr/>
            <p:nvPr/>
          </p:nvGrpSpPr>
          <p:grpSpPr>
            <a:xfrm>
              <a:off x="1543048" y="1158240"/>
              <a:ext cx="1216820" cy="739140"/>
              <a:chOff x="1543048" y="1158240"/>
              <a:chExt cx="1216820" cy="739140"/>
            </a:xfrm>
            <a:grpFill/>
          </p:grpSpPr>
          <p:sp>
            <p:nvSpPr>
              <p:cNvPr id="52" name="Téglalap: lekerekített 51">
                <a:extLst>
                  <a:ext uri="{FF2B5EF4-FFF2-40B4-BE49-F238E27FC236}">
                    <a16:creationId xmlns:a16="http://schemas.microsoft.com/office/drawing/2014/main" id="{D6949DEA-4247-B40C-93E7-5FAFF9D3B27A}"/>
                  </a:ext>
                </a:extLst>
              </p:cNvPr>
              <p:cNvSpPr/>
              <p:nvPr/>
            </p:nvSpPr>
            <p:spPr>
              <a:xfrm>
                <a:off x="1543048" y="1158240"/>
                <a:ext cx="821551" cy="739140"/>
              </a:xfrm>
              <a:prstGeom prst="roundRect">
                <a:avLst>
                  <a:gd name="adj" fmla="val 23883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53" name="Háromszög 52">
                <a:extLst>
                  <a:ext uri="{FF2B5EF4-FFF2-40B4-BE49-F238E27FC236}">
                    <a16:creationId xmlns:a16="http://schemas.microsoft.com/office/drawing/2014/main" id="{16157FBF-D21D-511C-0DCC-F7A0E6FF47FA}"/>
                  </a:ext>
                </a:extLst>
              </p:cNvPr>
              <p:cNvSpPr/>
              <p:nvPr/>
            </p:nvSpPr>
            <p:spPr>
              <a:xfrm>
                <a:off x="2364599" y="1158240"/>
                <a:ext cx="395269" cy="118110"/>
              </a:xfrm>
              <a:prstGeom prst="triangle">
                <a:avLst>
                  <a:gd name="adj" fmla="val 76364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54" name="Téglalap 53">
                <a:extLst>
                  <a:ext uri="{FF2B5EF4-FFF2-40B4-BE49-F238E27FC236}">
                    <a16:creationId xmlns:a16="http://schemas.microsoft.com/office/drawing/2014/main" id="{670B2FD9-056F-5C59-8BE9-986CB930DA91}"/>
                  </a:ext>
                </a:extLst>
              </p:cNvPr>
              <p:cNvSpPr/>
              <p:nvPr/>
            </p:nvSpPr>
            <p:spPr>
              <a:xfrm>
                <a:off x="2185988" y="1158240"/>
                <a:ext cx="481011" cy="23448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grpSp>
          <p:nvGrpSpPr>
            <p:cNvPr id="48" name="Csoportba foglalás 47">
              <a:extLst>
                <a:ext uri="{FF2B5EF4-FFF2-40B4-BE49-F238E27FC236}">
                  <a16:creationId xmlns:a16="http://schemas.microsoft.com/office/drawing/2014/main" id="{5C73EA7D-A0DD-074D-7030-44269B9D7184}"/>
                </a:ext>
              </a:extLst>
            </p:cNvPr>
            <p:cNvGrpSpPr/>
            <p:nvPr/>
          </p:nvGrpSpPr>
          <p:grpSpPr>
            <a:xfrm flipH="1">
              <a:off x="5818343" y="1158240"/>
              <a:ext cx="1216820" cy="739140"/>
              <a:chOff x="1543048" y="1158240"/>
              <a:chExt cx="1216820" cy="739140"/>
            </a:xfrm>
            <a:grpFill/>
          </p:grpSpPr>
          <p:sp>
            <p:nvSpPr>
              <p:cNvPr id="49" name="Téglalap: lekerekített 48">
                <a:extLst>
                  <a:ext uri="{FF2B5EF4-FFF2-40B4-BE49-F238E27FC236}">
                    <a16:creationId xmlns:a16="http://schemas.microsoft.com/office/drawing/2014/main" id="{2B47431F-BC5F-4911-E930-C3999089828D}"/>
                  </a:ext>
                </a:extLst>
              </p:cNvPr>
              <p:cNvSpPr/>
              <p:nvPr/>
            </p:nvSpPr>
            <p:spPr>
              <a:xfrm>
                <a:off x="1543048" y="1158240"/>
                <a:ext cx="821551" cy="739140"/>
              </a:xfrm>
              <a:prstGeom prst="roundRect">
                <a:avLst>
                  <a:gd name="adj" fmla="val 23883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50" name="Háromszög 49">
                <a:extLst>
                  <a:ext uri="{FF2B5EF4-FFF2-40B4-BE49-F238E27FC236}">
                    <a16:creationId xmlns:a16="http://schemas.microsoft.com/office/drawing/2014/main" id="{7E479871-AE07-B0A9-8DAF-AFBD6950B5FF}"/>
                  </a:ext>
                </a:extLst>
              </p:cNvPr>
              <p:cNvSpPr/>
              <p:nvPr/>
            </p:nvSpPr>
            <p:spPr>
              <a:xfrm>
                <a:off x="2364599" y="1158240"/>
                <a:ext cx="395269" cy="118110"/>
              </a:xfrm>
              <a:prstGeom prst="triangle">
                <a:avLst>
                  <a:gd name="adj" fmla="val 76364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51" name="Téglalap 50">
                <a:extLst>
                  <a:ext uri="{FF2B5EF4-FFF2-40B4-BE49-F238E27FC236}">
                    <a16:creationId xmlns:a16="http://schemas.microsoft.com/office/drawing/2014/main" id="{B7FEAF4B-9716-3B86-A423-CC5811A79F99}"/>
                  </a:ext>
                </a:extLst>
              </p:cNvPr>
              <p:cNvSpPr/>
              <p:nvPr/>
            </p:nvSpPr>
            <p:spPr>
              <a:xfrm>
                <a:off x="2185988" y="1158240"/>
                <a:ext cx="481011" cy="23448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</p:grpSp>
      <p:pic>
        <p:nvPicPr>
          <p:cNvPr id="1045" name="Kép 1044">
            <a:extLst>
              <a:ext uri="{FF2B5EF4-FFF2-40B4-BE49-F238E27FC236}">
                <a16:creationId xmlns:a16="http://schemas.microsoft.com/office/drawing/2014/main" id="{9C91F83E-E746-2D56-1354-0E48C025A6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artisticBlur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9865526" y="1789974"/>
            <a:ext cx="7552866" cy="480060"/>
          </a:xfrm>
          <a:prstGeom prst="rect">
            <a:avLst/>
          </a:prstGeom>
          <a:effectLst/>
        </p:spPr>
      </p:pic>
      <p:grpSp>
        <p:nvGrpSpPr>
          <p:cNvPr id="1025" name="Csoportba foglalás 1024">
            <a:extLst>
              <a:ext uri="{FF2B5EF4-FFF2-40B4-BE49-F238E27FC236}">
                <a16:creationId xmlns:a16="http://schemas.microsoft.com/office/drawing/2014/main" id="{7BC1F2FD-C63E-B41E-CB89-8EA2B1A0DDE8}"/>
              </a:ext>
            </a:extLst>
          </p:cNvPr>
          <p:cNvGrpSpPr/>
          <p:nvPr/>
        </p:nvGrpSpPr>
        <p:grpSpPr>
          <a:xfrm>
            <a:off x="19741288" y="1817423"/>
            <a:ext cx="7924802" cy="5068026"/>
            <a:chOff x="1543048" y="1158240"/>
            <a:chExt cx="5495927" cy="3573780"/>
          </a:xfrm>
          <a:solidFill>
            <a:schemeClr val="accent2">
              <a:lumMod val="40000"/>
              <a:lumOff val="60000"/>
            </a:schemeClr>
          </a:solidFill>
        </p:grpSpPr>
        <p:sp>
          <p:nvSpPr>
            <p:cNvPr id="1027" name="Téglalap 1026">
              <a:extLst>
                <a:ext uri="{FF2B5EF4-FFF2-40B4-BE49-F238E27FC236}">
                  <a16:creationId xmlns:a16="http://schemas.microsoft.com/office/drawing/2014/main" id="{6DDA23A0-D447-6388-EBAA-2A55C8105D31}"/>
                </a:ext>
              </a:extLst>
            </p:cNvPr>
            <p:cNvSpPr/>
            <p:nvPr/>
          </p:nvSpPr>
          <p:spPr>
            <a:xfrm>
              <a:off x="1543048" y="1275484"/>
              <a:ext cx="5495927" cy="3456536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grpSp>
          <p:nvGrpSpPr>
            <p:cNvPr id="1028" name="Csoportba foglalás 1027">
              <a:extLst>
                <a:ext uri="{FF2B5EF4-FFF2-40B4-BE49-F238E27FC236}">
                  <a16:creationId xmlns:a16="http://schemas.microsoft.com/office/drawing/2014/main" id="{9D110C38-D929-2A96-F1EF-37EA280AC395}"/>
                </a:ext>
              </a:extLst>
            </p:cNvPr>
            <p:cNvGrpSpPr/>
            <p:nvPr/>
          </p:nvGrpSpPr>
          <p:grpSpPr>
            <a:xfrm>
              <a:off x="1543048" y="1158240"/>
              <a:ext cx="1216820" cy="739140"/>
              <a:chOff x="1543048" y="1158240"/>
              <a:chExt cx="1216820" cy="739140"/>
            </a:xfrm>
            <a:grpFill/>
          </p:grpSpPr>
          <p:sp>
            <p:nvSpPr>
              <p:cNvPr id="1033" name="Téglalap: lekerekített 1032">
                <a:extLst>
                  <a:ext uri="{FF2B5EF4-FFF2-40B4-BE49-F238E27FC236}">
                    <a16:creationId xmlns:a16="http://schemas.microsoft.com/office/drawing/2014/main" id="{F2932CE8-0430-C647-3AFF-26355FB105ED}"/>
                  </a:ext>
                </a:extLst>
              </p:cNvPr>
              <p:cNvSpPr/>
              <p:nvPr/>
            </p:nvSpPr>
            <p:spPr>
              <a:xfrm>
                <a:off x="1543048" y="1158240"/>
                <a:ext cx="821551" cy="739140"/>
              </a:xfrm>
              <a:prstGeom prst="roundRect">
                <a:avLst>
                  <a:gd name="adj" fmla="val 23883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34" name="Háromszög 1033">
                <a:extLst>
                  <a:ext uri="{FF2B5EF4-FFF2-40B4-BE49-F238E27FC236}">
                    <a16:creationId xmlns:a16="http://schemas.microsoft.com/office/drawing/2014/main" id="{BE93139D-5B37-EA90-E33D-2EBB26D23CA6}"/>
                  </a:ext>
                </a:extLst>
              </p:cNvPr>
              <p:cNvSpPr/>
              <p:nvPr/>
            </p:nvSpPr>
            <p:spPr>
              <a:xfrm>
                <a:off x="2364599" y="1158240"/>
                <a:ext cx="395269" cy="118110"/>
              </a:xfrm>
              <a:prstGeom prst="triangle">
                <a:avLst>
                  <a:gd name="adj" fmla="val 76364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35" name="Téglalap 1034">
                <a:extLst>
                  <a:ext uri="{FF2B5EF4-FFF2-40B4-BE49-F238E27FC236}">
                    <a16:creationId xmlns:a16="http://schemas.microsoft.com/office/drawing/2014/main" id="{98EC04F9-37DC-8440-49DE-668EFCD10CE0}"/>
                  </a:ext>
                </a:extLst>
              </p:cNvPr>
              <p:cNvSpPr/>
              <p:nvPr/>
            </p:nvSpPr>
            <p:spPr>
              <a:xfrm>
                <a:off x="2185988" y="1158240"/>
                <a:ext cx="481011" cy="23448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grpSp>
          <p:nvGrpSpPr>
            <p:cNvPr id="1029" name="Csoportba foglalás 1028">
              <a:extLst>
                <a:ext uri="{FF2B5EF4-FFF2-40B4-BE49-F238E27FC236}">
                  <a16:creationId xmlns:a16="http://schemas.microsoft.com/office/drawing/2014/main" id="{6BD87D9B-5815-A510-512E-2B2E21B3BB9F}"/>
                </a:ext>
              </a:extLst>
            </p:cNvPr>
            <p:cNvGrpSpPr/>
            <p:nvPr/>
          </p:nvGrpSpPr>
          <p:grpSpPr>
            <a:xfrm flipH="1">
              <a:off x="5818343" y="1158240"/>
              <a:ext cx="1216820" cy="739140"/>
              <a:chOff x="1543048" y="1158240"/>
              <a:chExt cx="1216820" cy="739140"/>
            </a:xfrm>
            <a:grpFill/>
          </p:grpSpPr>
          <p:sp>
            <p:nvSpPr>
              <p:cNvPr id="1030" name="Téglalap: lekerekített 1029">
                <a:extLst>
                  <a:ext uri="{FF2B5EF4-FFF2-40B4-BE49-F238E27FC236}">
                    <a16:creationId xmlns:a16="http://schemas.microsoft.com/office/drawing/2014/main" id="{0A86ADBB-5A50-B181-AAF4-564032B630F1}"/>
                  </a:ext>
                </a:extLst>
              </p:cNvPr>
              <p:cNvSpPr/>
              <p:nvPr/>
            </p:nvSpPr>
            <p:spPr>
              <a:xfrm>
                <a:off x="1543048" y="1158240"/>
                <a:ext cx="821551" cy="739140"/>
              </a:xfrm>
              <a:prstGeom prst="roundRect">
                <a:avLst>
                  <a:gd name="adj" fmla="val 23883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31" name="Háromszög 1030">
                <a:extLst>
                  <a:ext uri="{FF2B5EF4-FFF2-40B4-BE49-F238E27FC236}">
                    <a16:creationId xmlns:a16="http://schemas.microsoft.com/office/drawing/2014/main" id="{F33DC759-B0F5-9EBE-209F-87556191A5A8}"/>
                  </a:ext>
                </a:extLst>
              </p:cNvPr>
              <p:cNvSpPr/>
              <p:nvPr/>
            </p:nvSpPr>
            <p:spPr>
              <a:xfrm>
                <a:off x="2364599" y="1158240"/>
                <a:ext cx="395269" cy="118110"/>
              </a:xfrm>
              <a:prstGeom prst="triangle">
                <a:avLst>
                  <a:gd name="adj" fmla="val 76364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32" name="Téglalap 1031">
                <a:extLst>
                  <a:ext uri="{FF2B5EF4-FFF2-40B4-BE49-F238E27FC236}">
                    <a16:creationId xmlns:a16="http://schemas.microsoft.com/office/drawing/2014/main" id="{B5136208-8186-39C5-3380-3B485BEC0E00}"/>
                  </a:ext>
                </a:extLst>
              </p:cNvPr>
              <p:cNvSpPr/>
              <p:nvPr/>
            </p:nvSpPr>
            <p:spPr>
              <a:xfrm>
                <a:off x="2185988" y="1158240"/>
                <a:ext cx="481011" cy="23448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</p:grpSp>
      <p:sp>
        <p:nvSpPr>
          <p:cNvPr id="1050" name="Téglalap 1049">
            <a:extLst>
              <a:ext uri="{FF2B5EF4-FFF2-40B4-BE49-F238E27FC236}">
                <a16:creationId xmlns:a16="http://schemas.microsoft.com/office/drawing/2014/main" id="{5774546D-A200-C377-8B2D-09B92021B699}"/>
              </a:ext>
            </a:extLst>
          </p:cNvPr>
          <p:cNvSpPr/>
          <p:nvPr/>
        </p:nvSpPr>
        <p:spPr>
          <a:xfrm>
            <a:off x="10069655" y="6072649"/>
            <a:ext cx="4324574" cy="1080226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1051" name="Téglalap: felső két sarkán levágva 1050">
            <a:extLst>
              <a:ext uri="{FF2B5EF4-FFF2-40B4-BE49-F238E27FC236}">
                <a16:creationId xmlns:a16="http://schemas.microsoft.com/office/drawing/2014/main" id="{8B30B3D7-9564-032B-48C2-25BA6D760CCA}"/>
              </a:ext>
            </a:extLst>
          </p:cNvPr>
          <p:cNvSpPr/>
          <p:nvPr/>
        </p:nvSpPr>
        <p:spPr>
          <a:xfrm rot="10800000">
            <a:off x="9899052" y="5758071"/>
            <a:ext cx="4608000" cy="314577"/>
          </a:xfrm>
          <a:prstGeom prst="snip2SameRect">
            <a:avLst>
              <a:gd name="adj1" fmla="val 27265"/>
              <a:gd name="adj2" fmla="val 0"/>
            </a:avLst>
          </a:prstGeom>
          <a:solidFill>
            <a:srgbClr val="D9D9D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pic>
        <p:nvPicPr>
          <p:cNvPr id="1047" name="Kép 1046">
            <a:extLst>
              <a:ext uri="{FF2B5EF4-FFF2-40B4-BE49-F238E27FC236}">
                <a16:creationId xmlns:a16="http://schemas.microsoft.com/office/drawing/2014/main" id="{E9DBACB8-8DE1-1F6E-7685-CCEF2997611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65871" y="2367538"/>
            <a:ext cx="3968441" cy="3968441"/>
          </a:xfrm>
          <a:prstGeom prst="rect">
            <a:avLst/>
          </a:prstGeom>
        </p:spPr>
      </p:pic>
      <p:pic>
        <p:nvPicPr>
          <p:cNvPr id="1049" name="Kép 1048">
            <a:extLst>
              <a:ext uri="{FF2B5EF4-FFF2-40B4-BE49-F238E27FC236}">
                <a16:creationId xmlns:a16="http://schemas.microsoft.com/office/drawing/2014/main" id="{83B4740C-CB5B-EDF1-104E-709DD1879AFF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92693" y="2367539"/>
            <a:ext cx="3968441" cy="3968441"/>
          </a:xfrm>
          <a:prstGeom prst="rect">
            <a:avLst/>
          </a:prstGeom>
        </p:spPr>
      </p:pic>
      <p:pic>
        <p:nvPicPr>
          <p:cNvPr id="1074" name="Kép 1073">
            <a:extLst>
              <a:ext uri="{FF2B5EF4-FFF2-40B4-BE49-F238E27FC236}">
                <a16:creationId xmlns:a16="http://schemas.microsoft.com/office/drawing/2014/main" id="{5573AC65-7BF2-83C2-20A8-9380CD4455BB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80417" y="-5158151"/>
            <a:ext cx="8985673" cy="5990449"/>
          </a:xfrm>
          <a:prstGeom prst="rect">
            <a:avLst/>
          </a:prstGeom>
        </p:spPr>
      </p:pic>
      <p:pic>
        <p:nvPicPr>
          <p:cNvPr id="2" name="Picture 2">
            <a:extLst>
              <a:ext uri="{FF2B5EF4-FFF2-40B4-BE49-F238E27FC236}">
                <a16:creationId xmlns:a16="http://schemas.microsoft.com/office/drawing/2014/main" id="{D26E479A-45FE-D744-B8AC-18A45FDAEA3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96953" y="290047"/>
            <a:ext cx="1347833" cy="1347833"/>
          </a:xfrm>
          <a:prstGeom prst="rect">
            <a:avLst/>
          </a:prstGeom>
          <a:solidFill>
            <a:srgbClr val="DF6266"/>
          </a:solidFill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C44D3A4F-F351-294C-E6B7-49F758EDFD28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97846" y="2710322"/>
            <a:ext cx="3539905" cy="3539905"/>
          </a:xfrm>
          <a:prstGeom prst="rect">
            <a:avLst/>
          </a:prstGeom>
        </p:spPr>
      </p:pic>
      <p:pic>
        <p:nvPicPr>
          <p:cNvPr id="4" name="Kép 3">
            <a:extLst>
              <a:ext uri="{FF2B5EF4-FFF2-40B4-BE49-F238E27FC236}">
                <a16:creationId xmlns:a16="http://schemas.microsoft.com/office/drawing/2014/main" id="{C3BD46D0-322D-3180-C40F-CCFC78E91F48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83" t="4253" r="2083" b="4253"/>
          <a:stretch>
            <a:fillRect/>
          </a:stretch>
        </p:blipFill>
        <p:spPr>
          <a:xfrm>
            <a:off x="-51583" y="2992205"/>
            <a:ext cx="9755179" cy="3968441"/>
          </a:xfrm>
          <a:prstGeom prst="rect">
            <a:avLst/>
          </a:prstGeom>
        </p:spPr>
      </p:pic>
      <p:pic>
        <p:nvPicPr>
          <p:cNvPr id="10" name="Kép 9">
            <a:extLst>
              <a:ext uri="{FF2B5EF4-FFF2-40B4-BE49-F238E27FC236}">
                <a16:creationId xmlns:a16="http://schemas.microsoft.com/office/drawing/2014/main" id="{0A03A7BE-AC15-83D0-C738-BDAB36C06B18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61019" y="7991840"/>
            <a:ext cx="5734050" cy="2257425"/>
          </a:xfrm>
          <a:prstGeom prst="rect">
            <a:avLst/>
          </a:prstGeom>
        </p:spPr>
      </p:pic>
      <p:pic>
        <p:nvPicPr>
          <p:cNvPr id="12" name="Kép 11">
            <a:extLst>
              <a:ext uri="{FF2B5EF4-FFF2-40B4-BE49-F238E27FC236}">
                <a16:creationId xmlns:a16="http://schemas.microsoft.com/office/drawing/2014/main" id="{F3301CAD-F883-7CBF-762F-3185DC81D20B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665849" y="8177328"/>
            <a:ext cx="4160076" cy="18861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0169562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1250">
        <p15:prstTrans prst="peelOff"/>
      </p:transition>
    </mc:Choice>
    <mc:Fallback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0AC8E5-6BFB-54C9-AE09-82AEA12673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5" name="Csoportba foglalás 54">
            <a:extLst>
              <a:ext uri="{FF2B5EF4-FFF2-40B4-BE49-F238E27FC236}">
                <a16:creationId xmlns:a16="http://schemas.microsoft.com/office/drawing/2014/main" id="{E424257C-4989-33E8-5831-661705F37277}"/>
              </a:ext>
            </a:extLst>
          </p:cNvPr>
          <p:cNvGrpSpPr/>
          <p:nvPr/>
        </p:nvGrpSpPr>
        <p:grpSpPr>
          <a:xfrm>
            <a:off x="19735570" y="1679293"/>
            <a:ext cx="7924802" cy="5153180"/>
            <a:chOff x="1543048" y="1158240"/>
            <a:chExt cx="5495927" cy="3573780"/>
          </a:xfrm>
          <a:solidFill>
            <a:schemeClr val="accent2">
              <a:lumMod val="60000"/>
              <a:lumOff val="40000"/>
            </a:schemeClr>
          </a:solidFill>
        </p:grpSpPr>
        <p:sp>
          <p:nvSpPr>
            <p:cNvPr id="56" name="Téglalap 55">
              <a:extLst>
                <a:ext uri="{FF2B5EF4-FFF2-40B4-BE49-F238E27FC236}">
                  <a16:creationId xmlns:a16="http://schemas.microsoft.com/office/drawing/2014/main" id="{11C0398B-9E1B-85F9-ACC2-0A2E7250C916}"/>
                </a:ext>
              </a:extLst>
            </p:cNvPr>
            <p:cNvSpPr/>
            <p:nvPr/>
          </p:nvSpPr>
          <p:spPr>
            <a:xfrm>
              <a:off x="1543048" y="1275484"/>
              <a:ext cx="5495927" cy="3456536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grpSp>
          <p:nvGrpSpPr>
            <p:cNvPr id="57" name="Csoportba foglalás 56">
              <a:extLst>
                <a:ext uri="{FF2B5EF4-FFF2-40B4-BE49-F238E27FC236}">
                  <a16:creationId xmlns:a16="http://schemas.microsoft.com/office/drawing/2014/main" id="{39FD937E-3229-7E22-9A0E-D179A44D3FE6}"/>
                </a:ext>
              </a:extLst>
            </p:cNvPr>
            <p:cNvGrpSpPr/>
            <p:nvPr/>
          </p:nvGrpSpPr>
          <p:grpSpPr>
            <a:xfrm>
              <a:off x="1543048" y="1158240"/>
              <a:ext cx="1216820" cy="739140"/>
              <a:chOff x="1543048" y="1158240"/>
              <a:chExt cx="1216820" cy="739140"/>
            </a:xfrm>
            <a:grpFill/>
          </p:grpSpPr>
          <p:sp>
            <p:nvSpPr>
              <p:cNvPr id="62" name="Téglalap: lekerekített 61">
                <a:extLst>
                  <a:ext uri="{FF2B5EF4-FFF2-40B4-BE49-F238E27FC236}">
                    <a16:creationId xmlns:a16="http://schemas.microsoft.com/office/drawing/2014/main" id="{88910487-681B-944F-8272-4B26831B5F1F}"/>
                  </a:ext>
                </a:extLst>
              </p:cNvPr>
              <p:cNvSpPr/>
              <p:nvPr/>
            </p:nvSpPr>
            <p:spPr>
              <a:xfrm>
                <a:off x="1543048" y="1158240"/>
                <a:ext cx="821551" cy="739140"/>
              </a:xfrm>
              <a:prstGeom prst="roundRect">
                <a:avLst>
                  <a:gd name="adj" fmla="val 23883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63" name="Háromszög 62">
                <a:extLst>
                  <a:ext uri="{FF2B5EF4-FFF2-40B4-BE49-F238E27FC236}">
                    <a16:creationId xmlns:a16="http://schemas.microsoft.com/office/drawing/2014/main" id="{02C0CD4D-12B5-FF5B-7262-7B1C39161D1C}"/>
                  </a:ext>
                </a:extLst>
              </p:cNvPr>
              <p:cNvSpPr/>
              <p:nvPr/>
            </p:nvSpPr>
            <p:spPr>
              <a:xfrm>
                <a:off x="2364599" y="1158240"/>
                <a:ext cx="395269" cy="118110"/>
              </a:xfrm>
              <a:prstGeom prst="triangle">
                <a:avLst>
                  <a:gd name="adj" fmla="val 76364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24" name="Téglalap 1023">
                <a:extLst>
                  <a:ext uri="{FF2B5EF4-FFF2-40B4-BE49-F238E27FC236}">
                    <a16:creationId xmlns:a16="http://schemas.microsoft.com/office/drawing/2014/main" id="{AFEF7450-9542-F329-1300-971523F46385}"/>
                  </a:ext>
                </a:extLst>
              </p:cNvPr>
              <p:cNvSpPr/>
              <p:nvPr/>
            </p:nvSpPr>
            <p:spPr>
              <a:xfrm>
                <a:off x="2185988" y="1158240"/>
                <a:ext cx="481011" cy="23448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grpSp>
          <p:nvGrpSpPr>
            <p:cNvPr id="58" name="Csoportba foglalás 57">
              <a:extLst>
                <a:ext uri="{FF2B5EF4-FFF2-40B4-BE49-F238E27FC236}">
                  <a16:creationId xmlns:a16="http://schemas.microsoft.com/office/drawing/2014/main" id="{9492EBF6-FB2D-1F6D-1ECA-B6E746FD1FE0}"/>
                </a:ext>
              </a:extLst>
            </p:cNvPr>
            <p:cNvGrpSpPr/>
            <p:nvPr/>
          </p:nvGrpSpPr>
          <p:grpSpPr>
            <a:xfrm flipH="1">
              <a:off x="5818343" y="1158240"/>
              <a:ext cx="1216820" cy="739140"/>
              <a:chOff x="1543048" y="1158240"/>
              <a:chExt cx="1216820" cy="739140"/>
            </a:xfrm>
            <a:grpFill/>
          </p:grpSpPr>
          <p:sp>
            <p:nvSpPr>
              <p:cNvPr id="59" name="Téglalap: lekerekített 58">
                <a:extLst>
                  <a:ext uri="{FF2B5EF4-FFF2-40B4-BE49-F238E27FC236}">
                    <a16:creationId xmlns:a16="http://schemas.microsoft.com/office/drawing/2014/main" id="{D663EFF8-84B2-1C86-28B1-C64542F7B4F3}"/>
                  </a:ext>
                </a:extLst>
              </p:cNvPr>
              <p:cNvSpPr/>
              <p:nvPr/>
            </p:nvSpPr>
            <p:spPr>
              <a:xfrm>
                <a:off x="1543048" y="1158240"/>
                <a:ext cx="821551" cy="739140"/>
              </a:xfrm>
              <a:prstGeom prst="roundRect">
                <a:avLst>
                  <a:gd name="adj" fmla="val 23883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60" name="Háromszög 59">
                <a:extLst>
                  <a:ext uri="{FF2B5EF4-FFF2-40B4-BE49-F238E27FC236}">
                    <a16:creationId xmlns:a16="http://schemas.microsoft.com/office/drawing/2014/main" id="{73C57867-3D3C-6668-C407-EA465EAAE394}"/>
                  </a:ext>
                </a:extLst>
              </p:cNvPr>
              <p:cNvSpPr/>
              <p:nvPr/>
            </p:nvSpPr>
            <p:spPr>
              <a:xfrm>
                <a:off x="2364599" y="1158240"/>
                <a:ext cx="395269" cy="118110"/>
              </a:xfrm>
              <a:prstGeom prst="triangle">
                <a:avLst>
                  <a:gd name="adj" fmla="val 76364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61" name="Téglalap 60">
                <a:extLst>
                  <a:ext uri="{FF2B5EF4-FFF2-40B4-BE49-F238E27FC236}">
                    <a16:creationId xmlns:a16="http://schemas.microsoft.com/office/drawing/2014/main" id="{053676C6-C206-5AC6-0EAA-AECF312FDFD8}"/>
                  </a:ext>
                </a:extLst>
              </p:cNvPr>
              <p:cNvSpPr/>
              <p:nvPr/>
            </p:nvSpPr>
            <p:spPr>
              <a:xfrm>
                <a:off x="2185988" y="1158240"/>
                <a:ext cx="481011" cy="23448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</p:grpSp>
      <p:sp>
        <p:nvSpPr>
          <p:cNvPr id="1075" name="Téglalap 1074">
            <a:extLst>
              <a:ext uri="{FF2B5EF4-FFF2-40B4-BE49-F238E27FC236}">
                <a16:creationId xmlns:a16="http://schemas.microsoft.com/office/drawing/2014/main" id="{395FCD8F-EF81-A656-2487-FFE90B02D981}"/>
              </a:ext>
            </a:extLst>
          </p:cNvPr>
          <p:cNvSpPr/>
          <p:nvPr/>
        </p:nvSpPr>
        <p:spPr>
          <a:xfrm>
            <a:off x="19856074" y="1764447"/>
            <a:ext cx="7571770" cy="50680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endParaRPr lang="hu-HU" dirty="0"/>
          </a:p>
        </p:txBody>
      </p:sp>
      <p:grpSp>
        <p:nvGrpSpPr>
          <p:cNvPr id="34" name="Csoportba foglalás 33">
            <a:extLst>
              <a:ext uri="{FF2B5EF4-FFF2-40B4-BE49-F238E27FC236}">
                <a16:creationId xmlns:a16="http://schemas.microsoft.com/office/drawing/2014/main" id="{B3A453BF-0F11-B0A5-A57E-96D48361A069}"/>
              </a:ext>
            </a:extLst>
          </p:cNvPr>
          <p:cNvGrpSpPr/>
          <p:nvPr/>
        </p:nvGrpSpPr>
        <p:grpSpPr>
          <a:xfrm>
            <a:off x="-8724657" y="1679293"/>
            <a:ext cx="7924802" cy="5153180"/>
            <a:chOff x="1543048" y="1158240"/>
            <a:chExt cx="5495927" cy="3573780"/>
          </a:xfrm>
          <a:solidFill>
            <a:schemeClr val="bg1">
              <a:lumMod val="65000"/>
            </a:schemeClr>
          </a:solidFill>
        </p:grpSpPr>
        <p:sp>
          <p:nvSpPr>
            <p:cNvPr id="16" name="Téglalap 15">
              <a:extLst>
                <a:ext uri="{FF2B5EF4-FFF2-40B4-BE49-F238E27FC236}">
                  <a16:creationId xmlns:a16="http://schemas.microsoft.com/office/drawing/2014/main" id="{FB64AEE8-0F41-F4B7-30A9-C3FD2A22A678}"/>
                </a:ext>
              </a:extLst>
            </p:cNvPr>
            <p:cNvSpPr/>
            <p:nvPr/>
          </p:nvSpPr>
          <p:spPr>
            <a:xfrm>
              <a:off x="1543048" y="1275484"/>
              <a:ext cx="5495927" cy="3456536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grpSp>
          <p:nvGrpSpPr>
            <p:cNvPr id="25" name="Csoportba foglalás 24">
              <a:extLst>
                <a:ext uri="{FF2B5EF4-FFF2-40B4-BE49-F238E27FC236}">
                  <a16:creationId xmlns:a16="http://schemas.microsoft.com/office/drawing/2014/main" id="{70EF7813-CE94-D9A5-75B7-5761D4331644}"/>
                </a:ext>
              </a:extLst>
            </p:cNvPr>
            <p:cNvGrpSpPr/>
            <p:nvPr/>
          </p:nvGrpSpPr>
          <p:grpSpPr>
            <a:xfrm>
              <a:off x="1543048" y="1158240"/>
              <a:ext cx="1216820" cy="739140"/>
              <a:chOff x="1543048" y="1158240"/>
              <a:chExt cx="1216820" cy="739140"/>
            </a:xfrm>
            <a:grpFill/>
          </p:grpSpPr>
          <p:sp>
            <p:nvSpPr>
              <p:cNvPr id="17" name="Téglalap: lekerekített 16">
                <a:extLst>
                  <a:ext uri="{FF2B5EF4-FFF2-40B4-BE49-F238E27FC236}">
                    <a16:creationId xmlns:a16="http://schemas.microsoft.com/office/drawing/2014/main" id="{6798117F-F14E-3C7D-0B78-EEFA182D68B2}"/>
                  </a:ext>
                </a:extLst>
              </p:cNvPr>
              <p:cNvSpPr/>
              <p:nvPr/>
            </p:nvSpPr>
            <p:spPr>
              <a:xfrm>
                <a:off x="1543048" y="1158240"/>
                <a:ext cx="821551" cy="739140"/>
              </a:xfrm>
              <a:prstGeom prst="roundRect">
                <a:avLst>
                  <a:gd name="adj" fmla="val 23883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9" name="Háromszög 18">
                <a:extLst>
                  <a:ext uri="{FF2B5EF4-FFF2-40B4-BE49-F238E27FC236}">
                    <a16:creationId xmlns:a16="http://schemas.microsoft.com/office/drawing/2014/main" id="{01458E0C-BE17-7E16-D01F-2B036BBF56A2}"/>
                  </a:ext>
                </a:extLst>
              </p:cNvPr>
              <p:cNvSpPr/>
              <p:nvPr/>
            </p:nvSpPr>
            <p:spPr>
              <a:xfrm>
                <a:off x="2364599" y="1158240"/>
                <a:ext cx="395269" cy="118110"/>
              </a:xfrm>
              <a:prstGeom prst="triangle">
                <a:avLst>
                  <a:gd name="adj" fmla="val 76364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20" name="Téglalap 19">
                <a:extLst>
                  <a:ext uri="{FF2B5EF4-FFF2-40B4-BE49-F238E27FC236}">
                    <a16:creationId xmlns:a16="http://schemas.microsoft.com/office/drawing/2014/main" id="{A6EB93DA-6E38-E50D-1D71-AF2100DBC623}"/>
                  </a:ext>
                </a:extLst>
              </p:cNvPr>
              <p:cNvSpPr/>
              <p:nvPr/>
            </p:nvSpPr>
            <p:spPr>
              <a:xfrm>
                <a:off x="2185988" y="1158240"/>
                <a:ext cx="481011" cy="23448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grpSp>
          <p:nvGrpSpPr>
            <p:cNvPr id="30" name="Csoportba foglalás 29">
              <a:extLst>
                <a:ext uri="{FF2B5EF4-FFF2-40B4-BE49-F238E27FC236}">
                  <a16:creationId xmlns:a16="http://schemas.microsoft.com/office/drawing/2014/main" id="{341BA823-3323-17CC-A4D6-CF0BA4829477}"/>
                </a:ext>
              </a:extLst>
            </p:cNvPr>
            <p:cNvGrpSpPr/>
            <p:nvPr/>
          </p:nvGrpSpPr>
          <p:grpSpPr>
            <a:xfrm flipH="1">
              <a:off x="5818343" y="1158240"/>
              <a:ext cx="1216820" cy="739140"/>
              <a:chOff x="1543048" y="1158240"/>
              <a:chExt cx="1216820" cy="739140"/>
            </a:xfrm>
            <a:grpFill/>
          </p:grpSpPr>
          <p:sp>
            <p:nvSpPr>
              <p:cNvPr id="31" name="Téglalap: lekerekített 30">
                <a:extLst>
                  <a:ext uri="{FF2B5EF4-FFF2-40B4-BE49-F238E27FC236}">
                    <a16:creationId xmlns:a16="http://schemas.microsoft.com/office/drawing/2014/main" id="{78DF187A-DBD4-4AC2-7736-5D824AEF8F5E}"/>
                  </a:ext>
                </a:extLst>
              </p:cNvPr>
              <p:cNvSpPr/>
              <p:nvPr/>
            </p:nvSpPr>
            <p:spPr>
              <a:xfrm>
                <a:off x="1543048" y="1158240"/>
                <a:ext cx="821551" cy="739140"/>
              </a:xfrm>
              <a:prstGeom prst="roundRect">
                <a:avLst>
                  <a:gd name="adj" fmla="val 23883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2" name="Háromszög 31">
                <a:extLst>
                  <a:ext uri="{FF2B5EF4-FFF2-40B4-BE49-F238E27FC236}">
                    <a16:creationId xmlns:a16="http://schemas.microsoft.com/office/drawing/2014/main" id="{EF41C4EA-D4F8-CA92-1D4E-164E2D037D49}"/>
                  </a:ext>
                </a:extLst>
              </p:cNvPr>
              <p:cNvSpPr/>
              <p:nvPr/>
            </p:nvSpPr>
            <p:spPr>
              <a:xfrm>
                <a:off x="2364599" y="1158240"/>
                <a:ext cx="395269" cy="118110"/>
              </a:xfrm>
              <a:prstGeom prst="triangle">
                <a:avLst>
                  <a:gd name="adj" fmla="val 76364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" name="Téglalap 32">
                <a:extLst>
                  <a:ext uri="{FF2B5EF4-FFF2-40B4-BE49-F238E27FC236}">
                    <a16:creationId xmlns:a16="http://schemas.microsoft.com/office/drawing/2014/main" id="{2831180A-AFC9-AB67-8C43-BE09319CBBD1}"/>
                  </a:ext>
                </a:extLst>
              </p:cNvPr>
              <p:cNvSpPr/>
              <p:nvPr/>
            </p:nvSpPr>
            <p:spPr>
              <a:xfrm>
                <a:off x="2185988" y="1158240"/>
                <a:ext cx="481011" cy="23448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</p:grpSp>
      <p:sp>
        <p:nvSpPr>
          <p:cNvPr id="1076" name="Téglalap 1075">
            <a:extLst>
              <a:ext uri="{FF2B5EF4-FFF2-40B4-BE49-F238E27FC236}">
                <a16:creationId xmlns:a16="http://schemas.microsoft.com/office/drawing/2014/main" id="{E7EF2F4F-480D-F5B8-1996-C985E7D5975D}"/>
              </a:ext>
            </a:extLst>
          </p:cNvPr>
          <p:cNvSpPr/>
          <p:nvPr/>
        </p:nvSpPr>
        <p:spPr>
          <a:xfrm>
            <a:off x="-51361" y="0"/>
            <a:ext cx="12288196" cy="688577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hu-HU" sz="6000" dirty="0" err="1">
                <a:solidFill>
                  <a:schemeClr val="tx1"/>
                </a:solidFill>
                <a:latin typeface="Bodoni MT" panose="02070603080606020203" pitchFamily="18" charset="0"/>
              </a:rPr>
              <a:t>Feed</a:t>
            </a:r>
            <a:endParaRPr lang="hu-HU" sz="6000" dirty="0">
              <a:solidFill>
                <a:schemeClr val="tx1"/>
              </a:solidFill>
              <a:latin typeface="Bodoni MT" panose="02070603080606020203" pitchFamily="18" charset="0"/>
            </a:endParaRPr>
          </a:p>
        </p:txBody>
      </p:sp>
      <p:pic>
        <p:nvPicPr>
          <p:cNvPr id="1044" name="Kép 1043">
            <a:extLst>
              <a:ext uri="{FF2B5EF4-FFF2-40B4-BE49-F238E27FC236}">
                <a16:creationId xmlns:a16="http://schemas.microsoft.com/office/drawing/2014/main" id="{C424FBA2-0778-5503-DFCE-E9ED7A080C95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0"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artisticBlur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82550" y="1789974"/>
            <a:ext cx="7552866" cy="480060"/>
          </a:xfrm>
          <a:prstGeom prst="rect">
            <a:avLst/>
          </a:prstGeom>
          <a:effectLst/>
        </p:spPr>
      </p:pic>
      <p:grpSp>
        <p:nvGrpSpPr>
          <p:cNvPr id="45" name="Csoportba foglalás 44">
            <a:extLst>
              <a:ext uri="{FF2B5EF4-FFF2-40B4-BE49-F238E27FC236}">
                <a16:creationId xmlns:a16="http://schemas.microsoft.com/office/drawing/2014/main" id="{271712DB-FB9E-48BC-7C3A-615B8EE2C923}"/>
              </a:ext>
            </a:extLst>
          </p:cNvPr>
          <p:cNvGrpSpPr/>
          <p:nvPr/>
        </p:nvGrpSpPr>
        <p:grpSpPr>
          <a:xfrm>
            <a:off x="-8730153" y="5416324"/>
            <a:ext cx="7924802" cy="1614829"/>
            <a:chOff x="1543048" y="1158240"/>
            <a:chExt cx="5495927" cy="3573780"/>
          </a:xfrm>
          <a:solidFill>
            <a:schemeClr val="bg2">
              <a:lumMod val="90000"/>
            </a:schemeClr>
          </a:solidFill>
        </p:grpSpPr>
        <p:sp>
          <p:nvSpPr>
            <p:cNvPr id="46" name="Téglalap 45">
              <a:extLst>
                <a:ext uri="{FF2B5EF4-FFF2-40B4-BE49-F238E27FC236}">
                  <a16:creationId xmlns:a16="http://schemas.microsoft.com/office/drawing/2014/main" id="{0606674C-09B6-A846-EB89-B65108C1D6CB}"/>
                </a:ext>
              </a:extLst>
            </p:cNvPr>
            <p:cNvSpPr/>
            <p:nvPr/>
          </p:nvSpPr>
          <p:spPr>
            <a:xfrm>
              <a:off x="1543048" y="1275484"/>
              <a:ext cx="5495927" cy="3456536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grpSp>
          <p:nvGrpSpPr>
            <p:cNvPr id="47" name="Csoportba foglalás 46">
              <a:extLst>
                <a:ext uri="{FF2B5EF4-FFF2-40B4-BE49-F238E27FC236}">
                  <a16:creationId xmlns:a16="http://schemas.microsoft.com/office/drawing/2014/main" id="{AC7CF931-B132-03FD-2614-81E029A353E6}"/>
                </a:ext>
              </a:extLst>
            </p:cNvPr>
            <p:cNvGrpSpPr/>
            <p:nvPr/>
          </p:nvGrpSpPr>
          <p:grpSpPr>
            <a:xfrm>
              <a:off x="1543048" y="1158240"/>
              <a:ext cx="1216820" cy="739140"/>
              <a:chOff x="1543048" y="1158240"/>
              <a:chExt cx="1216820" cy="739140"/>
            </a:xfrm>
            <a:grpFill/>
          </p:grpSpPr>
          <p:sp>
            <p:nvSpPr>
              <p:cNvPr id="52" name="Téglalap: lekerekített 51">
                <a:extLst>
                  <a:ext uri="{FF2B5EF4-FFF2-40B4-BE49-F238E27FC236}">
                    <a16:creationId xmlns:a16="http://schemas.microsoft.com/office/drawing/2014/main" id="{B9A86F0D-D287-BCBE-4D01-D75616F7BBF1}"/>
                  </a:ext>
                </a:extLst>
              </p:cNvPr>
              <p:cNvSpPr/>
              <p:nvPr/>
            </p:nvSpPr>
            <p:spPr>
              <a:xfrm>
                <a:off x="1543048" y="1158240"/>
                <a:ext cx="821551" cy="739140"/>
              </a:xfrm>
              <a:prstGeom prst="roundRect">
                <a:avLst>
                  <a:gd name="adj" fmla="val 23883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53" name="Háromszög 52">
                <a:extLst>
                  <a:ext uri="{FF2B5EF4-FFF2-40B4-BE49-F238E27FC236}">
                    <a16:creationId xmlns:a16="http://schemas.microsoft.com/office/drawing/2014/main" id="{42200BDD-B7CB-A5C4-413C-AE73DE6035E9}"/>
                  </a:ext>
                </a:extLst>
              </p:cNvPr>
              <p:cNvSpPr/>
              <p:nvPr/>
            </p:nvSpPr>
            <p:spPr>
              <a:xfrm>
                <a:off x="2364599" y="1158240"/>
                <a:ext cx="395269" cy="118110"/>
              </a:xfrm>
              <a:prstGeom prst="triangle">
                <a:avLst>
                  <a:gd name="adj" fmla="val 76364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54" name="Téglalap 53">
                <a:extLst>
                  <a:ext uri="{FF2B5EF4-FFF2-40B4-BE49-F238E27FC236}">
                    <a16:creationId xmlns:a16="http://schemas.microsoft.com/office/drawing/2014/main" id="{1A8844AD-5220-59B2-EB1F-09446249FB54}"/>
                  </a:ext>
                </a:extLst>
              </p:cNvPr>
              <p:cNvSpPr/>
              <p:nvPr/>
            </p:nvSpPr>
            <p:spPr>
              <a:xfrm>
                <a:off x="2185988" y="1158240"/>
                <a:ext cx="481011" cy="23448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grpSp>
          <p:nvGrpSpPr>
            <p:cNvPr id="48" name="Csoportba foglalás 47">
              <a:extLst>
                <a:ext uri="{FF2B5EF4-FFF2-40B4-BE49-F238E27FC236}">
                  <a16:creationId xmlns:a16="http://schemas.microsoft.com/office/drawing/2014/main" id="{51661154-B79E-BF6E-CDCB-D33F4D8C84AA}"/>
                </a:ext>
              </a:extLst>
            </p:cNvPr>
            <p:cNvGrpSpPr/>
            <p:nvPr/>
          </p:nvGrpSpPr>
          <p:grpSpPr>
            <a:xfrm flipH="1">
              <a:off x="5818343" y="1158240"/>
              <a:ext cx="1216820" cy="739140"/>
              <a:chOff x="1543048" y="1158240"/>
              <a:chExt cx="1216820" cy="739140"/>
            </a:xfrm>
            <a:grpFill/>
          </p:grpSpPr>
          <p:sp>
            <p:nvSpPr>
              <p:cNvPr id="49" name="Téglalap: lekerekített 48">
                <a:extLst>
                  <a:ext uri="{FF2B5EF4-FFF2-40B4-BE49-F238E27FC236}">
                    <a16:creationId xmlns:a16="http://schemas.microsoft.com/office/drawing/2014/main" id="{ABFA2E3D-C010-DEFD-C7FA-AE78DB6A38E4}"/>
                  </a:ext>
                </a:extLst>
              </p:cNvPr>
              <p:cNvSpPr/>
              <p:nvPr/>
            </p:nvSpPr>
            <p:spPr>
              <a:xfrm>
                <a:off x="1543048" y="1158240"/>
                <a:ext cx="821551" cy="739140"/>
              </a:xfrm>
              <a:prstGeom prst="roundRect">
                <a:avLst>
                  <a:gd name="adj" fmla="val 23883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50" name="Háromszög 49">
                <a:extLst>
                  <a:ext uri="{FF2B5EF4-FFF2-40B4-BE49-F238E27FC236}">
                    <a16:creationId xmlns:a16="http://schemas.microsoft.com/office/drawing/2014/main" id="{382815EE-EA88-6EC1-E2A2-1FE35FE55D15}"/>
                  </a:ext>
                </a:extLst>
              </p:cNvPr>
              <p:cNvSpPr/>
              <p:nvPr/>
            </p:nvSpPr>
            <p:spPr>
              <a:xfrm>
                <a:off x="2364599" y="1158240"/>
                <a:ext cx="395269" cy="118110"/>
              </a:xfrm>
              <a:prstGeom prst="triangle">
                <a:avLst>
                  <a:gd name="adj" fmla="val 76364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51" name="Téglalap 50">
                <a:extLst>
                  <a:ext uri="{FF2B5EF4-FFF2-40B4-BE49-F238E27FC236}">
                    <a16:creationId xmlns:a16="http://schemas.microsoft.com/office/drawing/2014/main" id="{9BD89ECA-FA43-40A5-3C47-A870EAF61F75}"/>
                  </a:ext>
                </a:extLst>
              </p:cNvPr>
              <p:cNvSpPr/>
              <p:nvPr/>
            </p:nvSpPr>
            <p:spPr>
              <a:xfrm>
                <a:off x="2185988" y="1158240"/>
                <a:ext cx="481011" cy="23448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</p:grpSp>
      <p:pic>
        <p:nvPicPr>
          <p:cNvPr id="1045" name="Kép 1044">
            <a:extLst>
              <a:ext uri="{FF2B5EF4-FFF2-40B4-BE49-F238E27FC236}">
                <a16:creationId xmlns:a16="http://schemas.microsoft.com/office/drawing/2014/main" id="{D6057367-CEBA-01F8-9DC1-BD28E686778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artisticBlur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9865526" y="1789974"/>
            <a:ext cx="7552866" cy="480060"/>
          </a:xfrm>
          <a:prstGeom prst="rect">
            <a:avLst/>
          </a:prstGeom>
          <a:effectLst/>
        </p:spPr>
      </p:pic>
      <p:grpSp>
        <p:nvGrpSpPr>
          <p:cNvPr id="1025" name="Csoportba foglalás 1024">
            <a:extLst>
              <a:ext uri="{FF2B5EF4-FFF2-40B4-BE49-F238E27FC236}">
                <a16:creationId xmlns:a16="http://schemas.microsoft.com/office/drawing/2014/main" id="{7DDD426C-680C-A42B-7676-FB69B36773AD}"/>
              </a:ext>
            </a:extLst>
          </p:cNvPr>
          <p:cNvGrpSpPr/>
          <p:nvPr/>
        </p:nvGrpSpPr>
        <p:grpSpPr>
          <a:xfrm>
            <a:off x="19741288" y="1817423"/>
            <a:ext cx="7924802" cy="5068026"/>
            <a:chOff x="1543048" y="1158240"/>
            <a:chExt cx="5495927" cy="3573780"/>
          </a:xfrm>
          <a:solidFill>
            <a:schemeClr val="accent2">
              <a:lumMod val="40000"/>
              <a:lumOff val="60000"/>
            </a:schemeClr>
          </a:solidFill>
        </p:grpSpPr>
        <p:sp>
          <p:nvSpPr>
            <p:cNvPr id="1027" name="Téglalap 1026">
              <a:extLst>
                <a:ext uri="{FF2B5EF4-FFF2-40B4-BE49-F238E27FC236}">
                  <a16:creationId xmlns:a16="http://schemas.microsoft.com/office/drawing/2014/main" id="{2BBD7F49-8B3D-23FE-8BE3-4AA34F0183AC}"/>
                </a:ext>
              </a:extLst>
            </p:cNvPr>
            <p:cNvSpPr/>
            <p:nvPr/>
          </p:nvSpPr>
          <p:spPr>
            <a:xfrm>
              <a:off x="1543048" y="1275484"/>
              <a:ext cx="5495927" cy="3456536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grpSp>
          <p:nvGrpSpPr>
            <p:cNvPr id="1028" name="Csoportba foglalás 1027">
              <a:extLst>
                <a:ext uri="{FF2B5EF4-FFF2-40B4-BE49-F238E27FC236}">
                  <a16:creationId xmlns:a16="http://schemas.microsoft.com/office/drawing/2014/main" id="{F3B6DBB2-AB40-D1EB-C349-85C7ACDD8431}"/>
                </a:ext>
              </a:extLst>
            </p:cNvPr>
            <p:cNvGrpSpPr/>
            <p:nvPr/>
          </p:nvGrpSpPr>
          <p:grpSpPr>
            <a:xfrm>
              <a:off x="1543048" y="1158240"/>
              <a:ext cx="1216820" cy="739140"/>
              <a:chOff x="1543048" y="1158240"/>
              <a:chExt cx="1216820" cy="739140"/>
            </a:xfrm>
            <a:grpFill/>
          </p:grpSpPr>
          <p:sp>
            <p:nvSpPr>
              <p:cNvPr id="1033" name="Téglalap: lekerekített 1032">
                <a:extLst>
                  <a:ext uri="{FF2B5EF4-FFF2-40B4-BE49-F238E27FC236}">
                    <a16:creationId xmlns:a16="http://schemas.microsoft.com/office/drawing/2014/main" id="{7684557F-874A-1436-09A5-B92591C5C710}"/>
                  </a:ext>
                </a:extLst>
              </p:cNvPr>
              <p:cNvSpPr/>
              <p:nvPr/>
            </p:nvSpPr>
            <p:spPr>
              <a:xfrm>
                <a:off x="1543048" y="1158240"/>
                <a:ext cx="821551" cy="739140"/>
              </a:xfrm>
              <a:prstGeom prst="roundRect">
                <a:avLst>
                  <a:gd name="adj" fmla="val 23883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34" name="Háromszög 1033">
                <a:extLst>
                  <a:ext uri="{FF2B5EF4-FFF2-40B4-BE49-F238E27FC236}">
                    <a16:creationId xmlns:a16="http://schemas.microsoft.com/office/drawing/2014/main" id="{E06CD8B3-14AE-2F3A-BE1B-CD2105D61615}"/>
                  </a:ext>
                </a:extLst>
              </p:cNvPr>
              <p:cNvSpPr/>
              <p:nvPr/>
            </p:nvSpPr>
            <p:spPr>
              <a:xfrm>
                <a:off x="2364599" y="1158240"/>
                <a:ext cx="395269" cy="118110"/>
              </a:xfrm>
              <a:prstGeom prst="triangle">
                <a:avLst>
                  <a:gd name="adj" fmla="val 76364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35" name="Téglalap 1034">
                <a:extLst>
                  <a:ext uri="{FF2B5EF4-FFF2-40B4-BE49-F238E27FC236}">
                    <a16:creationId xmlns:a16="http://schemas.microsoft.com/office/drawing/2014/main" id="{C547CFB6-A34A-0F5E-61B8-A799F3D1DB98}"/>
                  </a:ext>
                </a:extLst>
              </p:cNvPr>
              <p:cNvSpPr/>
              <p:nvPr/>
            </p:nvSpPr>
            <p:spPr>
              <a:xfrm>
                <a:off x="2185988" y="1158240"/>
                <a:ext cx="481011" cy="23448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grpSp>
          <p:nvGrpSpPr>
            <p:cNvPr id="1029" name="Csoportba foglalás 1028">
              <a:extLst>
                <a:ext uri="{FF2B5EF4-FFF2-40B4-BE49-F238E27FC236}">
                  <a16:creationId xmlns:a16="http://schemas.microsoft.com/office/drawing/2014/main" id="{B66FDB6D-C5D8-63A2-43F7-0989D68C42B8}"/>
                </a:ext>
              </a:extLst>
            </p:cNvPr>
            <p:cNvGrpSpPr/>
            <p:nvPr/>
          </p:nvGrpSpPr>
          <p:grpSpPr>
            <a:xfrm flipH="1">
              <a:off x="5818343" y="1158240"/>
              <a:ext cx="1216820" cy="739140"/>
              <a:chOff x="1543048" y="1158240"/>
              <a:chExt cx="1216820" cy="739140"/>
            </a:xfrm>
            <a:grpFill/>
          </p:grpSpPr>
          <p:sp>
            <p:nvSpPr>
              <p:cNvPr id="1030" name="Téglalap: lekerekített 1029">
                <a:extLst>
                  <a:ext uri="{FF2B5EF4-FFF2-40B4-BE49-F238E27FC236}">
                    <a16:creationId xmlns:a16="http://schemas.microsoft.com/office/drawing/2014/main" id="{4612E62C-3809-0BA1-1EB0-7BDA70D7AE2D}"/>
                  </a:ext>
                </a:extLst>
              </p:cNvPr>
              <p:cNvSpPr/>
              <p:nvPr/>
            </p:nvSpPr>
            <p:spPr>
              <a:xfrm>
                <a:off x="1543048" y="1158240"/>
                <a:ext cx="821551" cy="739140"/>
              </a:xfrm>
              <a:prstGeom prst="roundRect">
                <a:avLst>
                  <a:gd name="adj" fmla="val 23883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31" name="Háromszög 1030">
                <a:extLst>
                  <a:ext uri="{FF2B5EF4-FFF2-40B4-BE49-F238E27FC236}">
                    <a16:creationId xmlns:a16="http://schemas.microsoft.com/office/drawing/2014/main" id="{F9EC9A0C-0222-4240-101E-341678E9A592}"/>
                  </a:ext>
                </a:extLst>
              </p:cNvPr>
              <p:cNvSpPr/>
              <p:nvPr/>
            </p:nvSpPr>
            <p:spPr>
              <a:xfrm>
                <a:off x="2364599" y="1158240"/>
                <a:ext cx="395269" cy="118110"/>
              </a:xfrm>
              <a:prstGeom prst="triangle">
                <a:avLst>
                  <a:gd name="adj" fmla="val 76364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32" name="Téglalap 1031">
                <a:extLst>
                  <a:ext uri="{FF2B5EF4-FFF2-40B4-BE49-F238E27FC236}">
                    <a16:creationId xmlns:a16="http://schemas.microsoft.com/office/drawing/2014/main" id="{04F8EED5-CC23-393A-37CA-9EAF077E293C}"/>
                  </a:ext>
                </a:extLst>
              </p:cNvPr>
              <p:cNvSpPr/>
              <p:nvPr/>
            </p:nvSpPr>
            <p:spPr>
              <a:xfrm>
                <a:off x="2185988" y="1158240"/>
                <a:ext cx="481011" cy="23448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</p:grpSp>
      <p:sp>
        <p:nvSpPr>
          <p:cNvPr id="1050" name="Téglalap 1049">
            <a:extLst>
              <a:ext uri="{FF2B5EF4-FFF2-40B4-BE49-F238E27FC236}">
                <a16:creationId xmlns:a16="http://schemas.microsoft.com/office/drawing/2014/main" id="{0F266279-5BAE-BEE3-F8B4-AFE44E06434C}"/>
              </a:ext>
            </a:extLst>
          </p:cNvPr>
          <p:cNvSpPr/>
          <p:nvPr/>
        </p:nvSpPr>
        <p:spPr>
          <a:xfrm>
            <a:off x="10069655" y="6072649"/>
            <a:ext cx="4324574" cy="1080226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1051" name="Téglalap: felső két sarkán levágva 1050">
            <a:extLst>
              <a:ext uri="{FF2B5EF4-FFF2-40B4-BE49-F238E27FC236}">
                <a16:creationId xmlns:a16="http://schemas.microsoft.com/office/drawing/2014/main" id="{E02007D4-59EA-0DCA-0D46-EDA72CA10DED}"/>
              </a:ext>
            </a:extLst>
          </p:cNvPr>
          <p:cNvSpPr/>
          <p:nvPr/>
        </p:nvSpPr>
        <p:spPr>
          <a:xfrm rot="10800000">
            <a:off x="9899052" y="5758071"/>
            <a:ext cx="4608000" cy="314577"/>
          </a:xfrm>
          <a:prstGeom prst="snip2SameRect">
            <a:avLst>
              <a:gd name="adj1" fmla="val 27265"/>
              <a:gd name="adj2" fmla="val 0"/>
            </a:avLst>
          </a:prstGeom>
          <a:solidFill>
            <a:srgbClr val="D9D9D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pic>
        <p:nvPicPr>
          <p:cNvPr id="1047" name="Kép 1046">
            <a:extLst>
              <a:ext uri="{FF2B5EF4-FFF2-40B4-BE49-F238E27FC236}">
                <a16:creationId xmlns:a16="http://schemas.microsoft.com/office/drawing/2014/main" id="{A3B93E86-BCC9-9077-8E8C-D555E81724E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65871" y="2367538"/>
            <a:ext cx="3968441" cy="3968441"/>
          </a:xfrm>
          <a:prstGeom prst="rect">
            <a:avLst/>
          </a:prstGeom>
        </p:spPr>
      </p:pic>
      <p:pic>
        <p:nvPicPr>
          <p:cNvPr id="1049" name="Kép 1048">
            <a:extLst>
              <a:ext uri="{FF2B5EF4-FFF2-40B4-BE49-F238E27FC236}">
                <a16:creationId xmlns:a16="http://schemas.microsoft.com/office/drawing/2014/main" id="{9D5C011F-78F8-CAB6-ADB6-2A9C55B1FA9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92693" y="2367539"/>
            <a:ext cx="3968441" cy="3968441"/>
          </a:xfrm>
          <a:prstGeom prst="rect">
            <a:avLst/>
          </a:prstGeom>
        </p:spPr>
      </p:pic>
      <p:pic>
        <p:nvPicPr>
          <p:cNvPr id="1074" name="Kép 1073">
            <a:extLst>
              <a:ext uri="{FF2B5EF4-FFF2-40B4-BE49-F238E27FC236}">
                <a16:creationId xmlns:a16="http://schemas.microsoft.com/office/drawing/2014/main" id="{EF18A1F4-DA50-29D0-FED1-787E54B5426B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80417" y="-5158151"/>
            <a:ext cx="8985673" cy="5990449"/>
          </a:xfrm>
          <a:prstGeom prst="rect">
            <a:avLst/>
          </a:prstGeom>
        </p:spPr>
      </p:pic>
      <p:pic>
        <p:nvPicPr>
          <p:cNvPr id="2" name="Picture 2">
            <a:extLst>
              <a:ext uri="{FF2B5EF4-FFF2-40B4-BE49-F238E27FC236}">
                <a16:creationId xmlns:a16="http://schemas.microsoft.com/office/drawing/2014/main" id="{3F9C0656-EA22-630A-4F09-9AE0660EE0E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96953" y="290047"/>
            <a:ext cx="1347833" cy="1347833"/>
          </a:xfrm>
          <a:prstGeom prst="rect">
            <a:avLst/>
          </a:prstGeom>
          <a:solidFill>
            <a:srgbClr val="DF6266"/>
          </a:solidFill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92D1FDBB-CBD4-0F5A-788E-83039E5D6A14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97846" y="2710322"/>
            <a:ext cx="3539905" cy="3539905"/>
          </a:xfrm>
          <a:prstGeom prst="rect">
            <a:avLst/>
          </a:prstGeom>
        </p:spPr>
      </p:pic>
      <p:pic>
        <p:nvPicPr>
          <p:cNvPr id="4" name="Kép 3">
            <a:extLst>
              <a:ext uri="{FF2B5EF4-FFF2-40B4-BE49-F238E27FC236}">
                <a16:creationId xmlns:a16="http://schemas.microsoft.com/office/drawing/2014/main" id="{D974DC43-EE3C-5EB9-1679-AB1A52880248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83" t="4253" r="2083" b="4253"/>
          <a:stretch>
            <a:fillRect/>
          </a:stretch>
        </p:blipFill>
        <p:spPr>
          <a:xfrm>
            <a:off x="-51583" y="2992205"/>
            <a:ext cx="9755179" cy="3968441"/>
          </a:xfrm>
          <a:prstGeom prst="rect">
            <a:avLst/>
          </a:prstGeom>
        </p:spPr>
      </p:pic>
      <p:pic>
        <p:nvPicPr>
          <p:cNvPr id="10" name="Kép 9">
            <a:extLst>
              <a:ext uri="{FF2B5EF4-FFF2-40B4-BE49-F238E27FC236}">
                <a16:creationId xmlns:a16="http://schemas.microsoft.com/office/drawing/2014/main" id="{98EC35E8-3865-973F-02A3-98E36F11AEDD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254206" y="3815223"/>
            <a:ext cx="5734050" cy="2257425"/>
          </a:xfrm>
          <a:prstGeom prst="rect">
            <a:avLst/>
          </a:prstGeom>
        </p:spPr>
      </p:pic>
      <p:pic>
        <p:nvPicPr>
          <p:cNvPr id="12" name="Kép 11">
            <a:extLst>
              <a:ext uri="{FF2B5EF4-FFF2-40B4-BE49-F238E27FC236}">
                <a16:creationId xmlns:a16="http://schemas.microsoft.com/office/drawing/2014/main" id="{FE66EAFB-86EF-70C4-63B2-6823402AA0C9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665849" y="8177328"/>
            <a:ext cx="4160076" cy="18861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6516090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EC265E-72A5-9E2D-64D8-4D2338AB82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5" name="Csoportba foglalás 54">
            <a:extLst>
              <a:ext uri="{FF2B5EF4-FFF2-40B4-BE49-F238E27FC236}">
                <a16:creationId xmlns:a16="http://schemas.microsoft.com/office/drawing/2014/main" id="{2C70094C-58C6-2A2A-2950-6F92CCD7009B}"/>
              </a:ext>
            </a:extLst>
          </p:cNvPr>
          <p:cNvGrpSpPr/>
          <p:nvPr/>
        </p:nvGrpSpPr>
        <p:grpSpPr>
          <a:xfrm>
            <a:off x="19735570" y="1679293"/>
            <a:ext cx="7924802" cy="5153180"/>
            <a:chOff x="1543048" y="1158240"/>
            <a:chExt cx="5495927" cy="3573780"/>
          </a:xfrm>
          <a:solidFill>
            <a:schemeClr val="accent2">
              <a:lumMod val="60000"/>
              <a:lumOff val="40000"/>
            </a:schemeClr>
          </a:solidFill>
        </p:grpSpPr>
        <p:sp>
          <p:nvSpPr>
            <p:cNvPr id="56" name="Téglalap 55">
              <a:extLst>
                <a:ext uri="{FF2B5EF4-FFF2-40B4-BE49-F238E27FC236}">
                  <a16:creationId xmlns:a16="http://schemas.microsoft.com/office/drawing/2014/main" id="{341F0228-341C-8B62-AC07-42B648CC0A6B}"/>
                </a:ext>
              </a:extLst>
            </p:cNvPr>
            <p:cNvSpPr/>
            <p:nvPr/>
          </p:nvSpPr>
          <p:spPr>
            <a:xfrm>
              <a:off x="1543048" y="1275484"/>
              <a:ext cx="5495927" cy="3456536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grpSp>
          <p:nvGrpSpPr>
            <p:cNvPr id="57" name="Csoportba foglalás 56">
              <a:extLst>
                <a:ext uri="{FF2B5EF4-FFF2-40B4-BE49-F238E27FC236}">
                  <a16:creationId xmlns:a16="http://schemas.microsoft.com/office/drawing/2014/main" id="{1E9FCF76-B8A2-6C0F-C2B9-3DAD3B6045B0}"/>
                </a:ext>
              </a:extLst>
            </p:cNvPr>
            <p:cNvGrpSpPr/>
            <p:nvPr/>
          </p:nvGrpSpPr>
          <p:grpSpPr>
            <a:xfrm>
              <a:off x="1543048" y="1158240"/>
              <a:ext cx="1216820" cy="739140"/>
              <a:chOff x="1543048" y="1158240"/>
              <a:chExt cx="1216820" cy="739140"/>
            </a:xfrm>
            <a:grpFill/>
          </p:grpSpPr>
          <p:sp>
            <p:nvSpPr>
              <p:cNvPr id="62" name="Téglalap: lekerekített 61">
                <a:extLst>
                  <a:ext uri="{FF2B5EF4-FFF2-40B4-BE49-F238E27FC236}">
                    <a16:creationId xmlns:a16="http://schemas.microsoft.com/office/drawing/2014/main" id="{6605B15B-7005-D59B-89DC-1F443D438BFA}"/>
                  </a:ext>
                </a:extLst>
              </p:cNvPr>
              <p:cNvSpPr/>
              <p:nvPr/>
            </p:nvSpPr>
            <p:spPr>
              <a:xfrm>
                <a:off x="1543048" y="1158240"/>
                <a:ext cx="821551" cy="739140"/>
              </a:xfrm>
              <a:prstGeom prst="roundRect">
                <a:avLst>
                  <a:gd name="adj" fmla="val 23883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63" name="Háromszög 62">
                <a:extLst>
                  <a:ext uri="{FF2B5EF4-FFF2-40B4-BE49-F238E27FC236}">
                    <a16:creationId xmlns:a16="http://schemas.microsoft.com/office/drawing/2014/main" id="{C85CC4DD-B22F-F239-ADCD-11A6CBE74463}"/>
                  </a:ext>
                </a:extLst>
              </p:cNvPr>
              <p:cNvSpPr/>
              <p:nvPr/>
            </p:nvSpPr>
            <p:spPr>
              <a:xfrm>
                <a:off x="2364599" y="1158240"/>
                <a:ext cx="395269" cy="118110"/>
              </a:xfrm>
              <a:prstGeom prst="triangle">
                <a:avLst>
                  <a:gd name="adj" fmla="val 76364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24" name="Téglalap 1023">
                <a:extLst>
                  <a:ext uri="{FF2B5EF4-FFF2-40B4-BE49-F238E27FC236}">
                    <a16:creationId xmlns:a16="http://schemas.microsoft.com/office/drawing/2014/main" id="{91B10108-5951-87DA-37D7-609C021AE017}"/>
                  </a:ext>
                </a:extLst>
              </p:cNvPr>
              <p:cNvSpPr/>
              <p:nvPr/>
            </p:nvSpPr>
            <p:spPr>
              <a:xfrm>
                <a:off x="2185988" y="1158240"/>
                <a:ext cx="481011" cy="23448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grpSp>
          <p:nvGrpSpPr>
            <p:cNvPr id="58" name="Csoportba foglalás 57">
              <a:extLst>
                <a:ext uri="{FF2B5EF4-FFF2-40B4-BE49-F238E27FC236}">
                  <a16:creationId xmlns:a16="http://schemas.microsoft.com/office/drawing/2014/main" id="{9D61EFB1-01FD-0441-42DD-B974FA62EC10}"/>
                </a:ext>
              </a:extLst>
            </p:cNvPr>
            <p:cNvGrpSpPr/>
            <p:nvPr/>
          </p:nvGrpSpPr>
          <p:grpSpPr>
            <a:xfrm flipH="1">
              <a:off x="5818343" y="1158240"/>
              <a:ext cx="1216820" cy="739140"/>
              <a:chOff x="1543048" y="1158240"/>
              <a:chExt cx="1216820" cy="739140"/>
            </a:xfrm>
            <a:grpFill/>
          </p:grpSpPr>
          <p:sp>
            <p:nvSpPr>
              <p:cNvPr id="59" name="Téglalap: lekerekített 58">
                <a:extLst>
                  <a:ext uri="{FF2B5EF4-FFF2-40B4-BE49-F238E27FC236}">
                    <a16:creationId xmlns:a16="http://schemas.microsoft.com/office/drawing/2014/main" id="{B61D99D8-624D-FE1D-A355-1CBD2536EA4B}"/>
                  </a:ext>
                </a:extLst>
              </p:cNvPr>
              <p:cNvSpPr/>
              <p:nvPr/>
            </p:nvSpPr>
            <p:spPr>
              <a:xfrm>
                <a:off x="1543048" y="1158240"/>
                <a:ext cx="821551" cy="739140"/>
              </a:xfrm>
              <a:prstGeom prst="roundRect">
                <a:avLst>
                  <a:gd name="adj" fmla="val 23883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60" name="Háromszög 59">
                <a:extLst>
                  <a:ext uri="{FF2B5EF4-FFF2-40B4-BE49-F238E27FC236}">
                    <a16:creationId xmlns:a16="http://schemas.microsoft.com/office/drawing/2014/main" id="{9DFD89BF-D2EC-2E80-30CA-7E3A675BA071}"/>
                  </a:ext>
                </a:extLst>
              </p:cNvPr>
              <p:cNvSpPr/>
              <p:nvPr/>
            </p:nvSpPr>
            <p:spPr>
              <a:xfrm>
                <a:off x="2364599" y="1158240"/>
                <a:ext cx="395269" cy="118110"/>
              </a:xfrm>
              <a:prstGeom prst="triangle">
                <a:avLst>
                  <a:gd name="adj" fmla="val 76364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61" name="Téglalap 60">
                <a:extLst>
                  <a:ext uri="{FF2B5EF4-FFF2-40B4-BE49-F238E27FC236}">
                    <a16:creationId xmlns:a16="http://schemas.microsoft.com/office/drawing/2014/main" id="{50E597EC-8515-EDFA-AF37-83A8F3D201FA}"/>
                  </a:ext>
                </a:extLst>
              </p:cNvPr>
              <p:cNvSpPr/>
              <p:nvPr/>
            </p:nvSpPr>
            <p:spPr>
              <a:xfrm>
                <a:off x="2185988" y="1158240"/>
                <a:ext cx="481011" cy="23448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</p:grpSp>
      <p:sp>
        <p:nvSpPr>
          <p:cNvPr id="1075" name="Téglalap 1074">
            <a:extLst>
              <a:ext uri="{FF2B5EF4-FFF2-40B4-BE49-F238E27FC236}">
                <a16:creationId xmlns:a16="http://schemas.microsoft.com/office/drawing/2014/main" id="{F4C560F1-4A9F-C55D-B95A-B8ED78055FE0}"/>
              </a:ext>
            </a:extLst>
          </p:cNvPr>
          <p:cNvSpPr/>
          <p:nvPr/>
        </p:nvSpPr>
        <p:spPr>
          <a:xfrm>
            <a:off x="19856074" y="1764447"/>
            <a:ext cx="7571770" cy="50680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endParaRPr lang="hu-HU" dirty="0"/>
          </a:p>
        </p:txBody>
      </p:sp>
      <p:grpSp>
        <p:nvGrpSpPr>
          <p:cNvPr id="34" name="Csoportba foglalás 33">
            <a:extLst>
              <a:ext uri="{FF2B5EF4-FFF2-40B4-BE49-F238E27FC236}">
                <a16:creationId xmlns:a16="http://schemas.microsoft.com/office/drawing/2014/main" id="{8F25A6FE-0EFB-E9E6-B902-8E48197D1196}"/>
              </a:ext>
            </a:extLst>
          </p:cNvPr>
          <p:cNvGrpSpPr/>
          <p:nvPr/>
        </p:nvGrpSpPr>
        <p:grpSpPr>
          <a:xfrm>
            <a:off x="-8724657" y="1679293"/>
            <a:ext cx="7924802" cy="5153180"/>
            <a:chOff x="1543048" y="1158240"/>
            <a:chExt cx="5495927" cy="3573780"/>
          </a:xfrm>
          <a:solidFill>
            <a:schemeClr val="bg1">
              <a:lumMod val="65000"/>
            </a:schemeClr>
          </a:solidFill>
        </p:grpSpPr>
        <p:sp>
          <p:nvSpPr>
            <p:cNvPr id="16" name="Téglalap 15">
              <a:extLst>
                <a:ext uri="{FF2B5EF4-FFF2-40B4-BE49-F238E27FC236}">
                  <a16:creationId xmlns:a16="http://schemas.microsoft.com/office/drawing/2014/main" id="{E0748674-C86D-BF84-894C-BA7B5BA1D927}"/>
                </a:ext>
              </a:extLst>
            </p:cNvPr>
            <p:cNvSpPr/>
            <p:nvPr/>
          </p:nvSpPr>
          <p:spPr>
            <a:xfrm>
              <a:off x="1543048" y="1275484"/>
              <a:ext cx="5495927" cy="3456536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grpSp>
          <p:nvGrpSpPr>
            <p:cNvPr id="25" name="Csoportba foglalás 24">
              <a:extLst>
                <a:ext uri="{FF2B5EF4-FFF2-40B4-BE49-F238E27FC236}">
                  <a16:creationId xmlns:a16="http://schemas.microsoft.com/office/drawing/2014/main" id="{81F50AFD-8C4F-1CB6-9013-4B242EC517F4}"/>
                </a:ext>
              </a:extLst>
            </p:cNvPr>
            <p:cNvGrpSpPr/>
            <p:nvPr/>
          </p:nvGrpSpPr>
          <p:grpSpPr>
            <a:xfrm>
              <a:off x="1543048" y="1158240"/>
              <a:ext cx="1216820" cy="739140"/>
              <a:chOff x="1543048" y="1158240"/>
              <a:chExt cx="1216820" cy="739140"/>
            </a:xfrm>
            <a:grpFill/>
          </p:grpSpPr>
          <p:sp>
            <p:nvSpPr>
              <p:cNvPr id="17" name="Téglalap: lekerekített 16">
                <a:extLst>
                  <a:ext uri="{FF2B5EF4-FFF2-40B4-BE49-F238E27FC236}">
                    <a16:creationId xmlns:a16="http://schemas.microsoft.com/office/drawing/2014/main" id="{E8D55FDE-AEB4-6E0F-8277-B9395AACAFCC}"/>
                  </a:ext>
                </a:extLst>
              </p:cNvPr>
              <p:cNvSpPr/>
              <p:nvPr/>
            </p:nvSpPr>
            <p:spPr>
              <a:xfrm>
                <a:off x="1543048" y="1158240"/>
                <a:ext cx="821551" cy="739140"/>
              </a:xfrm>
              <a:prstGeom prst="roundRect">
                <a:avLst>
                  <a:gd name="adj" fmla="val 23883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9" name="Háromszög 18">
                <a:extLst>
                  <a:ext uri="{FF2B5EF4-FFF2-40B4-BE49-F238E27FC236}">
                    <a16:creationId xmlns:a16="http://schemas.microsoft.com/office/drawing/2014/main" id="{6BC2BDE9-A38E-CF08-9F1A-A6F122ECE7C6}"/>
                  </a:ext>
                </a:extLst>
              </p:cNvPr>
              <p:cNvSpPr/>
              <p:nvPr/>
            </p:nvSpPr>
            <p:spPr>
              <a:xfrm>
                <a:off x="2364599" y="1158240"/>
                <a:ext cx="395269" cy="118110"/>
              </a:xfrm>
              <a:prstGeom prst="triangle">
                <a:avLst>
                  <a:gd name="adj" fmla="val 76364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20" name="Téglalap 19">
                <a:extLst>
                  <a:ext uri="{FF2B5EF4-FFF2-40B4-BE49-F238E27FC236}">
                    <a16:creationId xmlns:a16="http://schemas.microsoft.com/office/drawing/2014/main" id="{95AF5071-D461-7CFF-D843-E66C3BFCDC35}"/>
                  </a:ext>
                </a:extLst>
              </p:cNvPr>
              <p:cNvSpPr/>
              <p:nvPr/>
            </p:nvSpPr>
            <p:spPr>
              <a:xfrm>
                <a:off x="2185988" y="1158240"/>
                <a:ext cx="481011" cy="23448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grpSp>
          <p:nvGrpSpPr>
            <p:cNvPr id="30" name="Csoportba foglalás 29">
              <a:extLst>
                <a:ext uri="{FF2B5EF4-FFF2-40B4-BE49-F238E27FC236}">
                  <a16:creationId xmlns:a16="http://schemas.microsoft.com/office/drawing/2014/main" id="{8A037A73-8BA0-5835-F411-6646D0764BED}"/>
                </a:ext>
              </a:extLst>
            </p:cNvPr>
            <p:cNvGrpSpPr/>
            <p:nvPr/>
          </p:nvGrpSpPr>
          <p:grpSpPr>
            <a:xfrm flipH="1">
              <a:off x="5818343" y="1158240"/>
              <a:ext cx="1216820" cy="739140"/>
              <a:chOff x="1543048" y="1158240"/>
              <a:chExt cx="1216820" cy="739140"/>
            </a:xfrm>
            <a:grpFill/>
          </p:grpSpPr>
          <p:sp>
            <p:nvSpPr>
              <p:cNvPr id="31" name="Téglalap: lekerekített 30">
                <a:extLst>
                  <a:ext uri="{FF2B5EF4-FFF2-40B4-BE49-F238E27FC236}">
                    <a16:creationId xmlns:a16="http://schemas.microsoft.com/office/drawing/2014/main" id="{5579492B-72C2-A538-CD12-BF50E88CA2B4}"/>
                  </a:ext>
                </a:extLst>
              </p:cNvPr>
              <p:cNvSpPr/>
              <p:nvPr/>
            </p:nvSpPr>
            <p:spPr>
              <a:xfrm>
                <a:off x="1543048" y="1158240"/>
                <a:ext cx="821551" cy="739140"/>
              </a:xfrm>
              <a:prstGeom prst="roundRect">
                <a:avLst>
                  <a:gd name="adj" fmla="val 23883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2" name="Háromszög 31">
                <a:extLst>
                  <a:ext uri="{FF2B5EF4-FFF2-40B4-BE49-F238E27FC236}">
                    <a16:creationId xmlns:a16="http://schemas.microsoft.com/office/drawing/2014/main" id="{4FD50934-F28E-EC63-E9DD-80542E7ABE4F}"/>
                  </a:ext>
                </a:extLst>
              </p:cNvPr>
              <p:cNvSpPr/>
              <p:nvPr/>
            </p:nvSpPr>
            <p:spPr>
              <a:xfrm>
                <a:off x="2364599" y="1158240"/>
                <a:ext cx="395269" cy="118110"/>
              </a:xfrm>
              <a:prstGeom prst="triangle">
                <a:avLst>
                  <a:gd name="adj" fmla="val 76364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" name="Téglalap 32">
                <a:extLst>
                  <a:ext uri="{FF2B5EF4-FFF2-40B4-BE49-F238E27FC236}">
                    <a16:creationId xmlns:a16="http://schemas.microsoft.com/office/drawing/2014/main" id="{95E99904-AC20-2000-790E-84C23F7F20C1}"/>
                  </a:ext>
                </a:extLst>
              </p:cNvPr>
              <p:cNvSpPr/>
              <p:nvPr/>
            </p:nvSpPr>
            <p:spPr>
              <a:xfrm>
                <a:off x="2185988" y="1158240"/>
                <a:ext cx="481011" cy="23448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</p:grpSp>
      <p:sp>
        <p:nvSpPr>
          <p:cNvPr id="1076" name="Téglalap 1075">
            <a:extLst>
              <a:ext uri="{FF2B5EF4-FFF2-40B4-BE49-F238E27FC236}">
                <a16:creationId xmlns:a16="http://schemas.microsoft.com/office/drawing/2014/main" id="{2140C3F4-FFF7-6B02-F8D8-373B3F9EE4E8}"/>
              </a:ext>
            </a:extLst>
          </p:cNvPr>
          <p:cNvSpPr/>
          <p:nvPr/>
        </p:nvSpPr>
        <p:spPr>
          <a:xfrm>
            <a:off x="-51361" y="0"/>
            <a:ext cx="12288196" cy="688577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hu-HU" sz="6000" dirty="0" err="1">
                <a:solidFill>
                  <a:schemeClr val="tx1"/>
                </a:solidFill>
                <a:latin typeface="Bodoni MT" panose="02070603080606020203" pitchFamily="18" charset="0"/>
              </a:rPr>
              <a:t>Feed</a:t>
            </a:r>
            <a:endParaRPr lang="hu-HU" sz="6000" dirty="0">
              <a:solidFill>
                <a:schemeClr val="tx1"/>
              </a:solidFill>
              <a:latin typeface="Bodoni MT" panose="02070603080606020203" pitchFamily="18" charset="0"/>
            </a:endParaRPr>
          </a:p>
        </p:txBody>
      </p:sp>
      <p:pic>
        <p:nvPicPr>
          <p:cNvPr id="1044" name="Kép 1043">
            <a:extLst>
              <a:ext uri="{FF2B5EF4-FFF2-40B4-BE49-F238E27FC236}">
                <a16:creationId xmlns:a16="http://schemas.microsoft.com/office/drawing/2014/main" id="{8AFB9D8A-290C-5F02-0374-A1CAAF8AA43C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0"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artisticBlur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82550" y="1789974"/>
            <a:ext cx="7552866" cy="480060"/>
          </a:xfrm>
          <a:prstGeom prst="rect">
            <a:avLst/>
          </a:prstGeom>
          <a:effectLst/>
        </p:spPr>
      </p:pic>
      <p:cxnSp>
        <p:nvCxnSpPr>
          <p:cNvPr id="39" name="Egyenes összekötő nyíllal 38">
            <a:extLst>
              <a:ext uri="{FF2B5EF4-FFF2-40B4-BE49-F238E27FC236}">
                <a16:creationId xmlns:a16="http://schemas.microsoft.com/office/drawing/2014/main" id="{6FB11AA9-BAB7-FA86-5A98-739DBD4EFAE3}"/>
              </a:ext>
            </a:extLst>
          </p:cNvPr>
          <p:cNvCxnSpPr>
            <a:cxnSpLocks/>
          </p:cNvCxnSpPr>
          <p:nvPr/>
        </p:nvCxnSpPr>
        <p:spPr>
          <a:xfrm flipH="1">
            <a:off x="4609069" y="3471069"/>
            <a:ext cx="290337" cy="1748685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grpSp>
        <p:nvGrpSpPr>
          <p:cNvPr id="45" name="Csoportba foglalás 44">
            <a:extLst>
              <a:ext uri="{FF2B5EF4-FFF2-40B4-BE49-F238E27FC236}">
                <a16:creationId xmlns:a16="http://schemas.microsoft.com/office/drawing/2014/main" id="{9AA35313-D83B-8875-A2F1-87CD8DC6317A}"/>
              </a:ext>
            </a:extLst>
          </p:cNvPr>
          <p:cNvGrpSpPr/>
          <p:nvPr/>
        </p:nvGrpSpPr>
        <p:grpSpPr>
          <a:xfrm>
            <a:off x="-8730153" y="5416324"/>
            <a:ext cx="7924802" cy="1614829"/>
            <a:chOff x="1543048" y="1158240"/>
            <a:chExt cx="5495927" cy="3573780"/>
          </a:xfrm>
          <a:solidFill>
            <a:schemeClr val="bg2">
              <a:lumMod val="90000"/>
            </a:schemeClr>
          </a:solidFill>
        </p:grpSpPr>
        <p:sp>
          <p:nvSpPr>
            <p:cNvPr id="46" name="Téglalap 45">
              <a:extLst>
                <a:ext uri="{FF2B5EF4-FFF2-40B4-BE49-F238E27FC236}">
                  <a16:creationId xmlns:a16="http://schemas.microsoft.com/office/drawing/2014/main" id="{12C913C7-D28E-BC13-ED6A-2EBD1F9E47AA}"/>
                </a:ext>
              </a:extLst>
            </p:cNvPr>
            <p:cNvSpPr/>
            <p:nvPr/>
          </p:nvSpPr>
          <p:spPr>
            <a:xfrm>
              <a:off x="1543048" y="1275484"/>
              <a:ext cx="5495927" cy="3456536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grpSp>
          <p:nvGrpSpPr>
            <p:cNvPr id="47" name="Csoportba foglalás 46">
              <a:extLst>
                <a:ext uri="{FF2B5EF4-FFF2-40B4-BE49-F238E27FC236}">
                  <a16:creationId xmlns:a16="http://schemas.microsoft.com/office/drawing/2014/main" id="{114AB250-8628-4B72-A16B-BBDF91C40680}"/>
                </a:ext>
              </a:extLst>
            </p:cNvPr>
            <p:cNvGrpSpPr/>
            <p:nvPr/>
          </p:nvGrpSpPr>
          <p:grpSpPr>
            <a:xfrm>
              <a:off x="1543048" y="1158240"/>
              <a:ext cx="1216820" cy="739140"/>
              <a:chOff x="1543048" y="1158240"/>
              <a:chExt cx="1216820" cy="739140"/>
            </a:xfrm>
            <a:grpFill/>
          </p:grpSpPr>
          <p:sp>
            <p:nvSpPr>
              <p:cNvPr id="52" name="Téglalap: lekerekített 51">
                <a:extLst>
                  <a:ext uri="{FF2B5EF4-FFF2-40B4-BE49-F238E27FC236}">
                    <a16:creationId xmlns:a16="http://schemas.microsoft.com/office/drawing/2014/main" id="{8A440B3D-2984-F729-B06D-4DB921235909}"/>
                  </a:ext>
                </a:extLst>
              </p:cNvPr>
              <p:cNvSpPr/>
              <p:nvPr/>
            </p:nvSpPr>
            <p:spPr>
              <a:xfrm>
                <a:off x="1543048" y="1158240"/>
                <a:ext cx="821551" cy="739140"/>
              </a:xfrm>
              <a:prstGeom prst="roundRect">
                <a:avLst>
                  <a:gd name="adj" fmla="val 23883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53" name="Háromszög 52">
                <a:extLst>
                  <a:ext uri="{FF2B5EF4-FFF2-40B4-BE49-F238E27FC236}">
                    <a16:creationId xmlns:a16="http://schemas.microsoft.com/office/drawing/2014/main" id="{3A88431E-2A34-6B5C-F14E-B0E538DB8222}"/>
                  </a:ext>
                </a:extLst>
              </p:cNvPr>
              <p:cNvSpPr/>
              <p:nvPr/>
            </p:nvSpPr>
            <p:spPr>
              <a:xfrm>
                <a:off x="2364599" y="1158240"/>
                <a:ext cx="395269" cy="118110"/>
              </a:xfrm>
              <a:prstGeom prst="triangle">
                <a:avLst>
                  <a:gd name="adj" fmla="val 76364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54" name="Téglalap 53">
                <a:extLst>
                  <a:ext uri="{FF2B5EF4-FFF2-40B4-BE49-F238E27FC236}">
                    <a16:creationId xmlns:a16="http://schemas.microsoft.com/office/drawing/2014/main" id="{93901296-F497-DECE-C020-4B366B10751C}"/>
                  </a:ext>
                </a:extLst>
              </p:cNvPr>
              <p:cNvSpPr/>
              <p:nvPr/>
            </p:nvSpPr>
            <p:spPr>
              <a:xfrm>
                <a:off x="2185988" y="1158240"/>
                <a:ext cx="481011" cy="23448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grpSp>
          <p:nvGrpSpPr>
            <p:cNvPr id="48" name="Csoportba foglalás 47">
              <a:extLst>
                <a:ext uri="{FF2B5EF4-FFF2-40B4-BE49-F238E27FC236}">
                  <a16:creationId xmlns:a16="http://schemas.microsoft.com/office/drawing/2014/main" id="{4B64FA51-15C7-3ED5-000E-92AD7A2FE4DF}"/>
                </a:ext>
              </a:extLst>
            </p:cNvPr>
            <p:cNvGrpSpPr/>
            <p:nvPr/>
          </p:nvGrpSpPr>
          <p:grpSpPr>
            <a:xfrm flipH="1">
              <a:off x="5818343" y="1158240"/>
              <a:ext cx="1216820" cy="739140"/>
              <a:chOff x="1543048" y="1158240"/>
              <a:chExt cx="1216820" cy="739140"/>
            </a:xfrm>
            <a:grpFill/>
          </p:grpSpPr>
          <p:sp>
            <p:nvSpPr>
              <p:cNvPr id="49" name="Téglalap: lekerekített 48">
                <a:extLst>
                  <a:ext uri="{FF2B5EF4-FFF2-40B4-BE49-F238E27FC236}">
                    <a16:creationId xmlns:a16="http://schemas.microsoft.com/office/drawing/2014/main" id="{FE47FAD9-655C-5255-F205-AF6F9D234308}"/>
                  </a:ext>
                </a:extLst>
              </p:cNvPr>
              <p:cNvSpPr/>
              <p:nvPr/>
            </p:nvSpPr>
            <p:spPr>
              <a:xfrm>
                <a:off x="1543048" y="1158240"/>
                <a:ext cx="821551" cy="739140"/>
              </a:xfrm>
              <a:prstGeom prst="roundRect">
                <a:avLst>
                  <a:gd name="adj" fmla="val 23883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50" name="Háromszög 49">
                <a:extLst>
                  <a:ext uri="{FF2B5EF4-FFF2-40B4-BE49-F238E27FC236}">
                    <a16:creationId xmlns:a16="http://schemas.microsoft.com/office/drawing/2014/main" id="{233C188E-E8C2-708A-375B-11E1E1D8F1DF}"/>
                  </a:ext>
                </a:extLst>
              </p:cNvPr>
              <p:cNvSpPr/>
              <p:nvPr/>
            </p:nvSpPr>
            <p:spPr>
              <a:xfrm>
                <a:off x="2364599" y="1158240"/>
                <a:ext cx="395269" cy="118110"/>
              </a:xfrm>
              <a:prstGeom prst="triangle">
                <a:avLst>
                  <a:gd name="adj" fmla="val 76364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51" name="Téglalap 50">
                <a:extLst>
                  <a:ext uri="{FF2B5EF4-FFF2-40B4-BE49-F238E27FC236}">
                    <a16:creationId xmlns:a16="http://schemas.microsoft.com/office/drawing/2014/main" id="{485EC195-F624-A889-5127-D868FE58BA4D}"/>
                  </a:ext>
                </a:extLst>
              </p:cNvPr>
              <p:cNvSpPr/>
              <p:nvPr/>
            </p:nvSpPr>
            <p:spPr>
              <a:xfrm>
                <a:off x="2185988" y="1158240"/>
                <a:ext cx="481011" cy="23448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</p:grpSp>
      <p:pic>
        <p:nvPicPr>
          <p:cNvPr id="1045" name="Kép 1044">
            <a:extLst>
              <a:ext uri="{FF2B5EF4-FFF2-40B4-BE49-F238E27FC236}">
                <a16:creationId xmlns:a16="http://schemas.microsoft.com/office/drawing/2014/main" id="{5DF170B6-BC5B-D66C-9EE4-EA18902879B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artisticBlur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9865526" y="1789974"/>
            <a:ext cx="7552866" cy="480060"/>
          </a:xfrm>
          <a:prstGeom prst="rect">
            <a:avLst/>
          </a:prstGeom>
          <a:effectLst/>
        </p:spPr>
      </p:pic>
      <p:grpSp>
        <p:nvGrpSpPr>
          <p:cNvPr id="1025" name="Csoportba foglalás 1024">
            <a:extLst>
              <a:ext uri="{FF2B5EF4-FFF2-40B4-BE49-F238E27FC236}">
                <a16:creationId xmlns:a16="http://schemas.microsoft.com/office/drawing/2014/main" id="{F5497E03-B992-7305-173E-898C8E337CB3}"/>
              </a:ext>
            </a:extLst>
          </p:cNvPr>
          <p:cNvGrpSpPr/>
          <p:nvPr/>
        </p:nvGrpSpPr>
        <p:grpSpPr>
          <a:xfrm>
            <a:off x="19741288" y="1817423"/>
            <a:ext cx="7924802" cy="5068026"/>
            <a:chOff x="1543048" y="1158240"/>
            <a:chExt cx="5495927" cy="3573780"/>
          </a:xfrm>
          <a:solidFill>
            <a:schemeClr val="accent2">
              <a:lumMod val="40000"/>
              <a:lumOff val="60000"/>
            </a:schemeClr>
          </a:solidFill>
        </p:grpSpPr>
        <p:sp>
          <p:nvSpPr>
            <p:cNvPr id="1027" name="Téglalap 1026">
              <a:extLst>
                <a:ext uri="{FF2B5EF4-FFF2-40B4-BE49-F238E27FC236}">
                  <a16:creationId xmlns:a16="http://schemas.microsoft.com/office/drawing/2014/main" id="{71CDA833-B394-E2B1-875F-36AE9BB62F94}"/>
                </a:ext>
              </a:extLst>
            </p:cNvPr>
            <p:cNvSpPr/>
            <p:nvPr/>
          </p:nvSpPr>
          <p:spPr>
            <a:xfrm>
              <a:off x="1543048" y="1275484"/>
              <a:ext cx="5495927" cy="3456536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grpSp>
          <p:nvGrpSpPr>
            <p:cNvPr id="1028" name="Csoportba foglalás 1027">
              <a:extLst>
                <a:ext uri="{FF2B5EF4-FFF2-40B4-BE49-F238E27FC236}">
                  <a16:creationId xmlns:a16="http://schemas.microsoft.com/office/drawing/2014/main" id="{3FA926D2-E7BA-24AE-E548-A202546AADFB}"/>
                </a:ext>
              </a:extLst>
            </p:cNvPr>
            <p:cNvGrpSpPr/>
            <p:nvPr/>
          </p:nvGrpSpPr>
          <p:grpSpPr>
            <a:xfrm>
              <a:off x="1543048" y="1158240"/>
              <a:ext cx="1216820" cy="739140"/>
              <a:chOff x="1543048" y="1158240"/>
              <a:chExt cx="1216820" cy="739140"/>
            </a:xfrm>
            <a:grpFill/>
          </p:grpSpPr>
          <p:sp>
            <p:nvSpPr>
              <p:cNvPr id="1033" name="Téglalap: lekerekített 1032">
                <a:extLst>
                  <a:ext uri="{FF2B5EF4-FFF2-40B4-BE49-F238E27FC236}">
                    <a16:creationId xmlns:a16="http://schemas.microsoft.com/office/drawing/2014/main" id="{D1976BA8-25ED-B46E-F16C-AB0E2E3FB416}"/>
                  </a:ext>
                </a:extLst>
              </p:cNvPr>
              <p:cNvSpPr/>
              <p:nvPr/>
            </p:nvSpPr>
            <p:spPr>
              <a:xfrm>
                <a:off x="1543048" y="1158240"/>
                <a:ext cx="821551" cy="739140"/>
              </a:xfrm>
              <a:prstGeom prst="roundRect">
                <a:avLst>
                  <a:gd name="adj" fmla="val 23883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34" name="Háromszög 1033">
                <a:extLst>
                  <a:ext uri="{FF2B5EF4-FFF2-40B4-BE49-F238E27FC236}">
                    <a16:creationId xmlns:a16="http://schemas.microsoft.com/office/drawing/2014/main" id="{C37912AC-F01F-6813-296E-B0ABAEA3042C}"/>
                  </a:ext>
                </a:extLst>
              </p:cNvPr>
              <p:cNvSpPr/>
              <p:nvPr/>
            </p:nvSpPr>
            <p:spPr>
              <a:xfrm>
                <a:off x="2364599" y="1158240"/>
                <a:ext cx="395269" cy="118110"/>
              </a:xfrm>
              <a:prstGeom prst="triangle">
                <a:avLst>
                  <a:gd name="adj" fmla="val 76364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35" name="Téglalap 1034">
                <a:extLst>
                  <a:ext uri="{FF2B5EF4-FFF2-40B4-BE49-F238E27FC236}">
                    <a16:creationId xmlns:a16="http://schemas.microsoft.com/office/drawing/2014/main" id="{37E11493-1D00-1470-6CA4-43CF5D72CB43}"/>
                  </a:ext>
                </a:extLst>
              </p:cNvPr>
              <p:cNvSpPr/>
              <p:nvPr/>
            </p:nvSpPr>
            <p:spPr>
              <a:xfrm>
                <a:off x="2185988" y="1158240"/>
                <a:ext cx="481011" cy="23448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grpSp>
          <p:nvGrpSpPr>
            <p:cNvPr id="1029" name="Csoportba foglalás 1028">
              <a:extLst>
                <a:ext uri="{FF2B5EF4-FFF2-40B4-BE49-F238E27FC236}">
                  <a16:creationId xmlns:a16="http://schemas.microsoft.com/office/drawing/2014/main" id="{4EF96E47-7A72-C2A1-77CB-B35852B9D0E9}"/>
                </a:ext>
              </a:extLst>
            </p:cNvPr>
            <p:cNvGrpSpPr/>
            <p:nvPr/>
          </p:nvGrpSpPr>
          <p:grpSpPr>
            <a:xfrm flipH="1">
              <a:off x="5818343" y="1158240"/>
              <a:ext cx="1216820" cy="739140"/>
              <a:chOff x="1543048" y="1158240"/>
              <a:chExt cx="1216820" cy="739140"/>
            </a:xfrm>
            <a:grpFill/>
          </p:grpSpPr>
          <p:sp>
            <p:nvSpPr>
              <p:cNvPr id="1030" name="Téglalap: lekerekített 1029">
                <a:extLst>
                  <a:ext uri="{FF2B5EF4-FFF2-40B4-BE49-F238E27FC236}">
                    <a16:creationId xmlns:a16="http://schemas.microsoft.com/office/drawing/2014/main" id="{A25B56C3-1C9A-D037-C7CA-817F47EBED47}"/>
                  </a:ext>
                </a:extLst>
              </p:cNvPr>
              <p:cNvSpPr/>
              <p:nvPr/>
            </p:nvSpPr>
            <p:spPr>
              <a:xfrm>
                <a:off x="1543048" y="1158240"/>
                <a:ext cx="821551" cy="739140"/>
              </a:xfrm>
              <a:prstGeom prst="roundRect">
                <a:avLst>
                  <a:gd name="adj" fmla="val 23883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31" name="Háromszög 1030">
                <a:extLst>
                  <a:ext uri="{FF2B5EF4-FFF2-40B4-BE49-F238E27FC236}">
                    <a16:creationId xmlns:a16="http://schemas.microsoft.com/office/drawing/2014/main" id="{69282F22-7E28-59F3-770D-E42AAB171422}"/>
                  </a:ext>
                </a:extLst>
              </p:cNvPr>
              <p:cNvSpPr/>
              <p:nvPr/>
            </p:nvSpPr>
            <p:spPr>
              <a:xfrm>
                <a:off x="2364599" y="1158240"/>
                <a:ext cx="395269" cy="118110"/>
              </a:xfrm>
              <a:prstGeom prst="triangle">
                <a:avLst>
                  <a:gd name="adj" fmla="val 76364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32" name="Téglalap 1031">
                <a:extLst>
                  <a:ext uri="{FF2B5EF4-FFF2-40B4-BE49-F238E27FC236}">
                    <a16:creationId xmlns:a16="http://schemas.microsoft.com/office/drawing/2014/main" id="{9E4C03C2-FA28-FCB6-1082-913D2907E898}"/>
                  </a:ext>
                </a:extLst>
              </p:cNvPr>
              <p:cNvSpPr/>
              <p:nvPr/>
            </p:nvSpPr>
            <p:spPr>
              <a:xfrm>
                <a:off x="2185988" y="1158240"/>
                <a:ext cx="481011" cy="23448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</p:grpSp>
      <p:sp>
        <p:nvSpPr>
          <p:cNvPr id="1050" name="Téglalap 1049">
            <a:extLst>
              <a:ext uri="{FF2B5EF4-FFF2-40B4-BE49-F238E27FC236}">
                <a16:creationId xmlns:a16="http://schemas.microsoft.com/office/drawing/2014/main" id="{9F67557A-6115-90AA-BA99-DF7F31A4FF9A}"/>
              </a:ext>
            </a:extLst>
          </p:cNvPr>
          <p:cNvSpPr/>
          <p:nvPr/>
        </p:nvSpPr>
        <p:spPr>
          <a:xfrm>
            <a:off x="10069655" y="6072649"/>
            <a:ext cx="4324574" cy="1080226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1051" name="Téglalap: felső két sarkán levágva 1050">
            <a:extLst>
              <a:ext uri="{FF2B5EF4-FFF2-40B4-BE49-F238E27FC236}">
                <a16:creationId xmlns:a16="http://schemas.microsoft.com/office/drawing/2014/main" id="{B4EF453C-05E5-9F5B-A32A-4C5161D070E2}"/>
              </a:ext>
            </a:extLst>
          </p:cNvPr>
          <p:cNvSpPr/>
          <p:nvPr/>
        </p:nvSpPr>
        <p:spPr>
          <a:xfrm rot="10800000">
            <a:off x="9899052" y="5758071"/>
            <a:ext cx="4608000" cy="314577"/>
          </a:xfrm>
          <a:prstGeom prst="snip2SameRect">
            <a:avLst>
              <a:gd name="adj1" fmla="val 27265"/>
              <a:gd name="adj2" fmla="val 0"/>
            </a:avLst>
          </a:prstGeom>
          <a:solidFill>
            <a:srgbClr val="D9D9D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pic>
        <p:nvPicPr>
          <p:cNvPr id="1047" name="Kép 1046">
            <a:extLst>
              <a:ext uri="{FF2B5EF4-FFF2-40B4-BE49-F238E27FC236}">
                <a16:creationId xmlns:a16="http://schemas.microsoft.com/office/drawing/2014/main" id="{5E1B3EBB-687A-401B-FE6E-9ED84BF823E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65871" y="2367538"/>
            <a:ext cx="3968441" cy="3968441"/>
          </a:xfrm>
          <a:prstGeom prst="rect">
            <a:avLst/>
          </a:prstGeom>
        </p:spPr>
      </p:pic>
      <p:pic>
        <p:nvPicPr>
          <p:cNvPr id="1049" name="Kép 1048">
            <a:extLst>
              <a:ext uri="{FF2B5EF4-FFF2-40B4-BE49-F238E27FC236}">
                <a16:creationId xmlns:a16="http://schemas.microsoft.com/office/drawing/2014/main" id="{DE8D1E0D-210C-B057-D88F-6B23D37E9C8C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92693" y="2367539"/>
            <a:ext cx="3968441" cy="3968441"/>
          </a:xfrm>
          <a:prstGeom prst="rect">
            <a:avLst/>
          </a:prstGeom>
        </p:spPr>
      </p:pic>
      <p:pic>
        <p:nvPicPr>
          <p:cNvPr id="1074" name="Kép 1073">
            <a:extLst>
              <a:ext uri="{FF2B5EF4-FFF2-40B4-BE49-F238E27FC236}">
                <a16:creationId xmlns:a16="http://schemas.microsoft.com/office/drawing/2014/main" id="{BE4E189C-83D7-F724-A1FA-6C272F7E062C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80417" y="-5158151"/>
            <a:ext cx="8985673" cy="5990449"/>
          </a:xfrm>
          <a:prstGeom prst="rect">
            <a:avLst/>
          </a:prstGeom>
        </p:spPr>
      </p:pic>
      <p:pic>
        <p:nvPicPr>
          <p:cNvPr id="2" name="Picture 2">
            <a:extLst>
              <a:ext uri="{FF2B5EF4-FFF2-40B4-BE49-F238E27FC236}">
                <a16:creationId xmlns:a16="http://schemas.microsoft.com/office/drawing/2014/main" id="{5D55BFE9-6D41-89D2-5B5B-B2AD99AA232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96953" y="290047"/>
            <a:ext cx="1347833" cy="1347833"/>
          </a:xfrm>
          <a:prstGeom prst="rect">
            <a:avLst/>
          </a:prstGeom>
          <a:solidFill>
            <a:srgbClr val="DF6266"/>
          </a:solidFill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1F06B608-B58A-8E04-75CC-76F949C0CF63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97846" y="2710322"/>
            <a:ext cx="3539905" cy="3539905"/>
          </a:xfrm>
          <a:prstGeom prst="rect">
            <a:avLst/>
          </a:prstGeom>
        </p:spPr>
      </p:pic>
      <p:pic>
        <p:nvPicPr>
          <p:cNvPr id="4" name="Kép 3">
            <a:extLst>
              <a:ext uri="{FF2B5EF4-FFF2-40B4-BE49-F238E27FC236}">
                <a16:creationId xmlns:a16="http://schemas.microsoft.com/office/drawing/2014/main" id="{CD30D740-8265-399E-F435-BA576A2F7E26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83" t="4253" r="2083" b="4253"/>
          <a:stretch>
            <a:fillRect/>
          </a:stretch>
        </p:blipFill>
        <p:spPr>
          <a:xfrm>
            <a:off x="-4928951" y="8246491"/>
            <a:ext cx="9755179" cy="3968441"/>
          </a:xfrm>
          <a:prstGeom prst="rect">
            <a:avLst/>
          </a:prstGeom>
        </p:spPr>
      </p:pic>
      <p:pic>
        <p:nvPicPr>
          <p:cNvPr id="10" name="Kép 9">
            <a:extLst>
              <a:ext uri="{FF2B5EF4-FFF2-40B4-BE49-F238E27FC236}">
                <a16:creationId xmlns:a16="http://schemas.microsoft.com/office/drawing/2014/main" id="{56850701-E753-39EA-5860-FE349067DCA7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-2623162" y="9069509"/>
            <a:ext cx="5734050" cy="2257425"/>
          </a:xfrm>
          <a:prstGeom prst="rect">
            <a:avLst/>
          </a:prstGeom>
        </p:spPr>
      </p:pic>
      <p:pic>
        <p:nvPicPr>
          <p:cNvPr id="12" name="Kép 11">
            <a:extLst>
              <a:ext uri="{FF2B5EF4-FFF2-40B4-BE49-F238E27FC236}">
                <a16:creationId xmlns:a16="http://schemas.microsoft.com/office/drawing/2014/main" id="{DAEBA405-9A23-C24E-5E38-296227FEB08F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43863" y="2915966"/>
            <a:ext cx="4160076" cy="1886136"/>
          </a:xfrm>
          <a:prstGeom prst="rect">
            <a:avLst/>
          </a:prstGeom>
        </p:spPr>
      </p:pic>
      <p:cxnSp>
        <p:nvCxnSpPr>
          <p:cNvPr id="5" name="Egyenes összekötő nyíllal 4">
            <a:extLst>
              <a:ext uri="{FF2B5EF4-FFF2-40B4-BE49-F238E27FC236}">
                <a16:creationId xmlns:a16="http://schemas.microsoft.com/office/drawing/2014/main" id="{8F0C92AC-741A-1512-D373-52944F8FE274}"/>
              </a:ext>
            </a:extLst>
          </p:cNvPr>
          <p:cNvCxnSpPr>
            <a:cxnSpLocks/>
          </p:cNvCxnSpPr>
          <p:nvPr/>
        </p:nvCxnSpPr>
        <p:spPr>
          <a:xfrm flipH="1">
            <a:off x="3376522" y="2212191"/>
            <a:ext cx="1363118" cy="851586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3" name="Egyenes összekötő nyíllal 12">
            <a:extLst>
              <a:ext uri="{FF2B5EF4-FFF2-40B4-BE49-F238E27FC236}">
                <a16:creationId xmlns:a16="http://schemas.microsoft.com/office/drawing/2014/main" id="{3458B28E-6337-F5EC-A6B0-81A2B8299681}"/>
              </a:ext>
            </a:extLst>
          </p:cNvPr>
          <p:cNvCxnSpPr>
            <a:cxnSpLocks/>
          </p:cNvCxnSpPr>
          <p:nvPr/>
        </p:nvCxnSpPr>
        <p:spPr>
          <a:xfrm flipH="1">
            <a:off x="2887976" y="3429000"/>
            <a:ext cx="1938252" cy="430034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8" name="Egyenes összekötő nyíllal 17">
            <a:extLst>
              <a:ext uri="{FF2B5EF4-FFF2-40B4-BE49-F238E27FC236}">
                <a16:creationId xmlns:a16="http://schemas.microsoft.com/office/drawing/2014/main" id="{C619BDC0-EBDE-1B9E-CA49-5D557930079F}"/>
              </a:ext>
            </a:extLst>
          </p:cNvPr>
          <p:cNvCxnSpPr>
            <a:cxnSpLocks/>
          </p:cNvCxnSpPr>
          <p:nvPr/>
        </p:nvCxnSpPr>
        <p:spPr>
          <a:xfrm flipH="1" flipV="1">
            <a:off x="2573093" y="4239531"/>
            <a:ext cx="2100150" cy="39584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22" name="Egyenes összekötő nyíllal 21">
            <a:extLst>
              <a:ext uri="{FF2B5EF4-FFF2-40B4-BE49-F238E27FC236}">
                <a16:creationId xmlns:a16="http://schemas.microsoft.com/office/drawing/2014/main" id="{1BB8F794-46A7-65BB-4FF6-43D8C82F256A}"/>
              </a:ext>
            </a:extLst>
          </p:cNvPr>
          <p:cNvCxnSpPr>
            <a:cxnSpLocks/>
          </p:cNvCxnSpPr>
          <p:nvPr/>
        </p:nvCxnSpPr>
        <p:spPr>
          <a:xfrm flipH="1" flipV="1">
            <a:off x="2491751" y="4659612"/>
            <a:ext cx="1803158" cy="756712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24" name="Szövegdoboz 23">
            <a:extLst>
              <a:ext uri="{FF2B5EF4-FFF2-40B4-BE49-F238E27FC236}">
                <a16:creationId xmlns:a16="http://schemas.microsoft.com/office/drawing/2014/main" id="{D6E1480B-92A9-FDEA-A0D1-456894332FD8}"/>
              </a:ext>
            </a:extLst>
          </p:cNvPr>
          <p:cNvSpPr txBox="1"/>
          <p:nvPr/>
        </p:nvSpPr>
        <p:spPr>
          <a:xfrm>
            <a:off x="4926084" y="2019647"/>
            <a:ext cx="371986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 sz="2000" dirty="0">
                <a:latin typeface="Bodoni MT" panose="02070603080606020203" pitchFamily="18" charset="0"/>
              </a:rPr>
              <a:t>Kommentért felelős komponens</a:t>
            </a:r>
          </a:p>
        </p:txBody>
      </p:sp>
      <p:sp>
        <p:nvSpPr>
          <p:cNvPr id="26" name="Szövegdoboz 25">
            <a:extLst>
              <a:ext uri="{FF2B5EF4-FFF2-40B4-BE49-F238E27FC236}">
                <a16:creationId xmlns:a16="http://schemas.microsoft.com/office/drawing/2014/main" id="{C202FAC6-CD21-7CFA-32B5-412FF8B83999}"/>
              </a:ext>
            </a:extLst>
          </p:cNvPr>
          <p:cNvSpPr txBox="1"/>
          <p:nvPr/>
        </p:nvSpPr>
        <p:spPr>
          <a:xfrm>
            <a:off x="4926084" y="3243907"/>
            <a:ext cx="283680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 sz="2000" dirty="0">
                <a:latin typeface="Bodoni MT" panose="02070603080606020203" pitchFamily="18" charset="0"/>
              </a:rPr>
              <a:t>A bejegyzés komponense</a:t>
            </a:r>
          </a:p>
        </p:txBody>
      </p:sp>
      <p:sp>
        <p:nvSpPr>
          <p:cNvPr id="28" name="Szövegdoboz 27">
            <a:extLst>
              <a:ext uri="{FF2B5EF4-FFF2-40B4-BE49-F238E27FC236}">
                <a16:creationId xmlns:a16="http://schemas.microsoft.com/office/drawing/2014/main" id="{3C36E25D-E77A-17C0-3ABA-72E100CA7F0E}"/>
              </a:ext>
            </a:extLst>
          </p:cNvPr>
          <p:cNvSpPr txBox="1"/>
          <p:nvPr/>
        </p:nvSpPr>
        <p:spPr>
          <a:xfrm>
            <a:off x="4368087" y="5248828"/>
            <a:ext cx="340176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 sz="2000" dirty="0">
                <a:latin typeface="Bodoni MT" panose="02070603080606020203" pitchFamily="18" charset="0"/>
              </a:rPr>
              <a:t>A </a:t>
            </a:r>
            <a:r>
              <a:rPr lang="hu-HU" sz="2000" dirty="0" err="1">
                <a:latin typeface="Bodoni MT" panose="02070603080606020203" pitchFamily="18" charset="0"/>
              </a:rPr>
              <a:t>feed</a:t>
            </a:r>
            <a:r>
              <a:rPr lang="hu-HU" sz="2000" dirty="0">
                <a:latin typeface="Bodoni MT" panose="02070603080606020203" pitchFamily="18" charset="0"/>
              </a:rPr>
              <a:t> tartó kerete (</a:t>
            </a:r>
            <a:r>
              <a:rPr lang="hu-HU" sz="2000" dirty="0" err="1">
                <a:latin typeface="Bodoni MT" panose="02070603080606020203" pitchFamily="18" charset="0"/>
              </a:rPr>
              <a:t>frame</a:t>
            </a:r>
            <a:r>
              <a:rPr lang="hu-HU" sz="2000" dirty="0">
                <a:latin typeface="Bodoni MT" panose="02070603080606020203" pitchFamily="18" charset="0"/>
              </a:rPr>
              <a:t>-je).</a:t>
            </a:r>
          </a:p>
        </p:txBody>
      </p:sp>
      <p:cxnSp>
        <p:nvCxnSpPr>
          <p:cNvPr id="29" name="Egyenes összekötő nyíllal 28">
            <a:extLst>
              <a:ext uri="{FF2B5EF4-FFF2-40B4-BE49-F238E27FC236}">
                <a16:creationId xmlns:a16="http://schemas.microsoft.com/office/drawing/2014/main" id="{556785AB-6AC2-3AAA-8C32-1ADF518AF897}"/>
              </a:ext>
            </a:extLst>
          </p:cNvPr>
          <p:cNvCxnSpPr>
            <a:cxnSpLocks/>
          </p:cNvCxnSpPr>
          <p:nvPr/>
        </p:nvCxnSpPr>
        <p:spPr>
          <a:xfrm>
            <a:off x="5642643" y="2458255"/>
            <a:ext cx="0" cy="817184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27" name="Szövegdoboz 26">
            <a:extLst>
              <a:ext uri="{FF2B5EF4-FFF2-40B4-BE49-F238E27FC236}">
                <a16:creationId xmlns:a16="http://schemas.microsoft.com/office/drawing/2014/main" id="{79DFF90B-A599-3681-0968-D2F286520D43}"/>
              </a:ext>
            </a:extLst>
          </p:cNvPr>
          <p:cNvSpPr txBox="1"/>
          <p:nvPr/>
        </p:nvSpPr>
        <p:spPr>
          <a:xfrm>
            <a:off x="4788029" y="4097726"/>
            <a:ext cx="527548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 sz="2000" dirty="0"/>
              <a:t>A bejegyzés létrehozásáért felelős komponens</a:t>
            </a:r>
            <a:endParaRPr lang="hu-HU" sz="2000" dirty="0">
              <a:latin typeface="Bodoni MT" panose="02070603080606020203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49576288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7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"/>
                            </p:stCondLst>
                            <p:childTnLst>
                              <p:par>
                                <p:cTn id="50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2" dur="5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3" dur="5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/>
      <p:bldP spid="26" grpId="0"/>
      <p:bldP spid="28" grpId="0"/>
      <p:bldP spid="27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B3C6B0-3A99-80AB-001A-499EC935B0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5" name="Csoportba foglalás 54">
            <a:extLst>
              <a:ext uri="{FF2B5EF4-FFF2-40B4-BE49-F238E27FC236}">
                <a16:creationId xmlns:a16="http://schemas.microsoft.com/office/drawing/2014/main" id="{C451BBC2-FC26-293E-3741-7BE5D4F7A2D1}"/>
              </a:ext>
            </a:extLst>
          </p:cNvPr>
          <p:cNvGrpSpPr/>
          <p:nvPr/>
        </p:nvGrpSpPr>
        <p:grpSpPr>
          <a:xfrm>
            <a:off x="19735570" y="1679293"/>
            <a:ext cx="7924802" cy="5153180"/>
            <a:chOff x="1543048" y="1158240"/>
            <a:chExt cx="5495927" cy="3573780"/>
          </a:xfrm>
          <a:solidFill>
            <a:schemeClr val="accent2">
              <a:lumMod val="60000"/>
              <a:lumOff val="40000"/>
            </a:schemeClr>
          </a:solidFill>
        </p:grpSpPr>
        <p:sp>
          <p:nvSpPr>
            <p:cNvPr id="56" name="Téglalap 55">
              <a:extLst>
                <a:ext uri="{FF2B5EF4-FFF2-40B4-BE49-F238E27FC236}">
                  <a16:creationId xmlns:a16="http://schemas.microsoft.com/office/drawing/2014/main" id="{39157FE6-6FC5-44B3-E3A7-6109B4267997}"/>
                </a:ext>
              </a:extLst>
            </p:cNvPr>
            <p:cNvSpPr/>
            <p:nvPr/>
          </p:nvSpPr>
          <p:spPr>
            <a:xfrm>
              <a:off x="1543048" y="1275484"/>
              <a:ext cx="5495927" cy="3456536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grpSp>
          <p:nvGrpSpPr>
            <p:cNvPr id="57" name="Csoportba foglalás 56">
              <a:extLst>
                <a:ext uri="{FF2B5EF4-FFF2-40B4-BE49-F238E27FC236}">
                  <a16:creationId xmlns:a16="http://schemas.microsoft.com/office/drawing/2014/main" id="{4124D21F-653E-68AF-BC84-6F7862E92CCE}"/>
                </a:ext>
              </a:extLst>
            </p:cNvPr>
            <p:cNvGrpSpPr/>
            <p:nvPr/>
          </p:nvGrpSpPr>
          <p:grpSpPr>
            <a:xfrm>
              <a:off x="1543048" y="1158240"/>
              <a:ext cx="1216820" cy="739140"/>
              <a:chOff x="1543048" y="1158240"/>
              <a:chExt cx="1216820" cy="739140"/>
            </a:xfrm>
            <a:grpFill/>
          </p:grpSpPr>
          <p:sp>
            <p:nvSpPr>
              <p:cNvPr id="62" name="Téglalap: lekerekített 61">
                <a:extLst>
                  <a:ext uri="{FF2B5EF4-FFF2-40B4-BE49-F238E27FC236}">
                    <a16:creationId xmlns:a16="http://schemas.microsoft.com/office/drawing/2014/main" id="{0F17E669-E3A0-C4A7-D260-3F7289DB5892}"/>
                  </a:ext>
                </a:extLst>
              </p:cNvPr>
              <p:cNvSpPr/>
              <p:nvPr/>
            </p:nvSpPr>
            <p:spPr>
              <a:xfrm>
                <a:off x="1543048" y="1158240"/>
                <a:ext cx="821551" cy="739140"/>
              </a:xfrm>
              <a:prstGeom prst="roundRect">
                <a:avLst>
                  <a:gd name="adj" fmla="val 23883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63" name="Háromszög 62">
                <a:extLst>
                  <a:ext uri="{FF2B5EF4-FFF2-40B4-BE49-F238E27FC236}">
                    <a16:creationId xmlns:a16="http://schemas.microsoft.com/office/drawing/2014/main" id="{BB7FEFF8-D61D-AE89-C21F-D7609E41BAA9}"/>
                  </a:ext>
                </a:extLst>
              </p:cNvPr>
              <p:cNvSpPr/>
              <p:nvPr/>
            </p:nvSpPr>
            <p:spPr>
              <a:xfrm>
                <a:off x="2364599" y="1158240"/>
                <a:ext cx="395269" cy="118110"/>
              </a:xfrm>
              <a:prstGeom prst="triangle">
                <a:avLst>
                  <a:gd name="adj" fmla="val 76364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24" name="Téglalap 1023">
                <a:extLst>
                  <a:ext uri="{FF2B5EF4-FFF2-40B4-BE49-F238E27FC236}">
                    <a16:creationId xmlns:a16="http://schemas.microsoft.com/office/drawing/2014/main" id="{77636559-6ED8-6630-CDCC-2C73A146161A}"/>
                  </a:ext>
                </a:extLst>
              </p:cNvPr>
              <p:cNvSpPr/>
              <p:nvPr/>
            </p:nvSpPr>
            <p:spPr>
              <a:xfrm>
                <a:off x="2185988" y="1158240"/>
                <a:ext cx="481011" cy="23448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grpSp>
          <p:nvGrpSpPr>
            <p:cNvPr id="58" name="Csoportba foglalás 57">
              <a:extLst>
                <a:ext uri="{FF2B5EF4-FFF2-40B4-BE49-F238E27FC236}">
                  <a16:creationId xmlns:a16="http://schemas.microsoft.com/office/drawing/2014/main" id="{AB60455B-9B45-6155-F19E-DDEB94C36DC7}"/>
                </a:ext>
              </a:extLst>
            </p:cNvPr>
            <p:cNvGrpSpPr/>
            <p:nvPr/>
          </p:nvGrpSpPr>
          <p:grpSpPr>
            <a:xfrm flipH="1">
              <a:off x="5818343" y="1158240"/>
              <a:ext cx="1216820" cy="739140"/>
              <a:chOff x="1543048" y="1158240"/>
              <a:chExt cx="1216820" cy="739140"/>
            </a:xfrm>
            <a:grpFill/>
          </p:grpSpPr>
          <p:sp>
            <p:nvSpPr>
              <p:cNvPr id="59" name="Téglalap: lekerekített 58">
                <a:extLst>
                  <a:ext uri="{FF2B5EF4-FFF2-40B4-BE49-F238E27FC236}">
                    <a16:creationId xmlns:a16="http://schemas.microsoft.com/office/drawing/2014/main" id="{816DE48B-F16F-06E4-FA67-29DA9E3DAB6C}"/>
                  </a:ext>
                </a:extLst>
              </p:cNvPr>
              <p:cNvSpPr/>
              <p:nvPr/>
            </p:nvSpPr>
            <p:spPr>
              <a:xfrm>
                <a:off x="1543048" y="1158240"/>
                <a:ext cx="821551" cy="739140"/>
              </a:xfrm>
              <a:prstGeom prst="roundRect">
                <a:avLst>
                  <a:gd name="adj" fmla="val 23883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60" name="Háromszög 59">
                <a:extLst>
                  <a:ext uri="{FF2B5EF4-FFF2-40B4-BE49-F238E27FC236}">
                    <a16:creationId xmlns:a16="http://schemas.microsoft.com/office/drawing/2014/main" id="{98F9A4C1-7B13-DF92-436C-4CFE5FD1B4C2}"/>
                  </a:ext>
                </a:extLst>
              </p:cNvPr>
              <p:cNvSpPr/>
              <p:nvPr/>
            </p:nvSpPr>
            <p:spPr>
              <a:xfrm>
                <a:off x="2364599" y="1158240"/>
                <a:ext cx="395269" cy="118110"/>
              </a:xfrm>
              <a:prstGeom prst="triangle">
                <a:avLst>
                  <a:gd name="adj" fmla="val 76364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61" name="Téglalap 60">
                <a:extLst>
                  <a:ext uri="{FF2B5EF4-FFF2-40B4-BE49-F238E27FC236}">
                    <a16:creationId xmlns:a16="http://schemas.microsoft.com/office/drawing/2014/main" id="{2F22DD92-4C19-B9D3-C30C-13DB3246CBB3}"/>
                  </a:ext>
                </a:extLst>
              </p:cNvPr>
              <p:cNvSpPr/>
              <p:nvPr/>
            </p:nvSpPr>
            <p:spPr>
              <a:xfrm>
                <a:off x="2185988" y="1158240"/>
                <a:ext cx="481011" cy="23448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</p:grpSp>
      <p:sp>
        <p:nvSpPr>
          <p:cNvPr id="1075" name="Téglalap 1074">
            <a:extLst>
              <a:ext uri="{FF2B5EF4-FFF2-40B4-BE49-F238E27FC236}">
                <a16:creationId xmlns:a16="http://schemas.microsoft.com/office/drawing/2014/main" id="{60DFE0C8-27DF-4E62-4296-14E855CB37D7}"/>
              </a:ext>
            </a:extLst>
          </p:cNvPr>
          <p:cNvSpPr/>
          <p:nvPr/>
        </p:nvSpPr>
        <p:spPr>
          <a:xfrm>
            <a:off x="19856074" y="1764447"/>
            <a:ext cx="7571770" cy="50680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endParaRPr lang="hu-HU" dirty="0"/>
          </a:p>
        </p:txBody>
      </p:sp>
      <p:grpSp>
        <p:nvGrpSpPr>
          <p:cNvPr id="34" name="Csoportba foglalás 33">
            <a:extLst>
              <a:ext uri="{FF2B5EF4-FFF2-40B4-BE49-F238E27FC236}">
                <a16:creationId xmlns:a16="http://schemas.microsoft.com/office/drawing/2014/main" id="{C8424BFD-95BA-69E9-001D-239B8D8D8980}"/>
              </a:ext>
            </a:extLst>
          </p:cNvPr>
          <p:cNvGrpSpPr/>
          <p:nvPr/>
        </p:nvGrpSpPr>
        <p:grpSpPr>
          <a:xfrm>
            <a:off x="-8724657" y="1679293"/>
            <a:ext cx="7924802" cy="5153180"/>
            <a:chOff x="1543048" y="1158240"/>
            <a:chExt cx="5495927" cy="3573780"/>
          </a:xfrm>
          <a:solidFill>
            <a:schemeClr val="bg1">
              <a:lumMod val="65000"/>
            </a:schemeClr>
          </a:solidFill>
        </p:grpSpPr>
        <p:sp>
          <p:nvSpPr>
            <p:cNvPr id="16" name="Téglalap 15">
              <a:extLst>
                <a:ext uri="{FF2B5EF4-FFF2-40B4-BE49-F238E27FC236}">
                  <a16:creationId xmlns:a16="http://schemas.microsoft.com/office/drawing/2014/main" id="{D278ADCE-849F-505A-8FFD-03DE6119F747}"/>
                </a:ext>
              </a:extLst>
            </p:cNvPr>
            <p:cNvSpPr/>
            <p:nvPr/>
          </p:nvSpPr>
          <p:spPr>
            <a:xfrm>
              <a:off x="1543048" y="1275484"/>
              <a:ext cx="5495927" cy="3456536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grpSp>
          <p:nvGrpSpPr>
            <p:cNvPr id="25" name="Csoportba foglalás 24">
              <a:extLst>
                <a:ext uri="{FF2B5EF4-FFF2-40B4-BE49-F238E27FC236}">
                  <a16:creationId xmlns:a16="http://schemas.microsoft.com/office/drawing/2014/main" id="{FF70207D-A7C8-069C-8DFC-1978FD2DA319}"/>
                </a:ext>
              </a:extLst>
            </p:cNvPr>
            <p:cNvGrpSpPr/>
            <p:nvPr/>
          </p:nvGrpSpPr>
          <p:grpSpPr>
            <a:xfrm>
              <a:off x="1543048" y="1158240"/>
              <a:ext cx="1216820" cy="739140"/>
              <a:chOff x="1543048" y="1158240"/>
              <a:chExt cx="1216820" cy="739140"/>
            </a:xfrm>
            <a:grpFill/>
          </p:grpSpPr>
          <p:sp>
            <p:nvSpPr>
              <p:cNvPr id="17" name="Téglalap: lekerekített 16">
                <a:extLst>
                  <a:ext uri="{FF2B5EF4-FFF2-40B4-BE49-F238E27FC236}">
                    <a16:creationId xmlns:a16="http://schemas.microsoft.com/office/drawing/2014/main" id="{80ACDB75-A18B-1A1D-8F5D-85BD79CB9A7B}"/>
                  </a:ext>
                </a:extLst>
              </p:cNvPr>
              <p:cNvSpPr/>
              <p:nvPr/>
            </p:nvSpPr>
            <p:spPr>
              <a:xfrm>
                <a:off x="1543048" y="1158240"/>
                <a:ext cx="821551" cy="739140"/>
              </a:xfrm>
              <a:prstGeom prst="roundRect">
                <a:avLst>
                  <a:gd name="adj" fmla="val 23883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9" name="Háromszög 18">
                <a:extLst>
                  <a:ext uri="{FF2B5EF4-FFF2-40B4-BE49-F238E27FC236}">
                    <a16:creationId xmlns:a16="http://schemas.microsoft.com/office/drawing/2014/main" id="{7D37403D-D6AC-D449-6FA4-9D1582C6D45E}"/>
                  </a:ext>
                </a:extLst>
              </p:cNvPr>
              <p:cNvSpPr/>
              <p:nvPr/>
            </p:nvSpPr>
            <p:spPr>
              <a:xfrm>
                <a:off x="2364599" y="1158240"/>
                <a:ext cx="395269" cy="118110"/>
              </a:xfrm>
              <a:prstGeom prst="triangle">
                <a:avLst>
                  <a:gd name="adj" fmla="val 76364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20" name="Téglalap 19">
                <a:extLst>
                  <a:ext uri="{FF2B5EF4-FFF2-40B4-BE49-F238E27FC236}">
                    <a16:creationId xmlns:a16="http://schemas.microsoft.com/office/drawing/2014/main" id="{21562B2F-CD11-170F-A14F-A9E15B0C8DFB}"/>
                  </a:ext>
                </a:extLst>
              </p:cNvPr>
              <p:cNvSpPr/>
              <p:nvPr/>
            </p:nvSpPr>
            <p:spPr>
              <a:xfrm>
                <a:off x="2185988" y="1158240"/>
                <a:ext cx="481011" cy="23448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grpSp>
          <p:nvGrpSpPr>
            <p:cNvPr id="30" name="Csoportba foglalás 29">
              <a:extLst>
                <a:ext uri="{FF2B5EF4-FFF2-40B4-BE49-F238E27FC236}">
                  <a16:creationId xmlns:a16="http://schemas.microsoft.com/office/drawing/2014/main" id="{AD056246-F2CF-749B-470D-A3A2F7860BC2}"/>
                </a:ext>
              </a:extLst>
            </p:cNvPr>
            <p:cNvGrpSpPr/>
            <p:nvPr/>
          </p:nvGrpSpPr>
          <p:grpSpPr>
            <a:xfrm flipH="1">
              <a:off x="5818343" y="1158240"/>
              <a:ext cx="1216820" cy="739140"/>
              <a:chOff x="1543048" y="1158240"/>
              <a:chExt cx="1216820" cy="739140"/>
            </a:xfrm>
            <a:grpFill/>
          </p:grpSpPr>
          <p:sp>
            <p:nvSpPr>
              <p:cNvPr id="31" name="Téglalap: lekerekített 30">
                <a:extLst>
                  <a:ext uri="{FF2B5EF4-FFF2-40B4-BE49-F238E27FC236}">
                    <a16:creationId xmlns:a16="http://schemas.microsoft.com/office/drawing/2014/main" id="{F9A149E1-CEE0-350B-DF1F-80E94B449B55}"/>
                  </a:ext>
                </a:extLst>
              </p:cNvPr>
              <p:cNvSpPr/>
              <p:nvPr/>
            </p:nvSpPr>
            <p:spPr>
              <a:xfrm>
                <a:off x="1543048" y="1158240"/>
                <a:ext cx="821551" cy="739140"/>
              </a:xfrm>
              <a:prstGeom prst="roundRect">
                <a:avLst>
                  <a:gd name="adj" fmla="val 23883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2" name="Háromszög 31">
                <a:extLst>
                  <a:ext uri="{FF2B5EF4-FFF2-40B4-BE49-F238E27FC236}">
                    <a16:creationId xmlns:a16="http://schemas.microsoft.com/office/drawing/2014/main" id="{C0790A1B-9CE1-597E-8055-78EBB2E23E8B}"/>
                  </a:ext>
                </a:extLst>
              </p:cNvPr>
              <p:cNvSpPr/>
              <p:nvPr/>
            </p:nvSpPr>
            <p:spPr>
              <a:xfrm>
                <a:off x="2364599" y="1158240"/>
                <a:ext cx="395269" cy="118110"/>
              </a:xfrm>
              <a:prstGeom prst="triangle">
                <a:avLst>
                  <a:gd name="adj" fmla="val 76364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" name="Téglalap 32">
                <a:extLst>
                  <a:ext uri="{FF2B5EF4-FFF2-40B4-BE49-F238E27FC236}">
                    <a16:creationId xmlns:a16="http://schemas.microsoft.com/office/drawing/2014/main" id="{CECB7E54-A94D-B5F8-99F7-FAD7E123DEA5}"/>
                  </a:ext>
                </a:extLst>
              </p:cNvPr>
              <p:cNvSpPr/>
              <p:nvPr/>
            </p:nvSpPr>
            <p:spPr>
              <a:xfrm>
                <a:off x="2185988" y="1158240"/>
                <a:ext cx="481011" cy="23448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</p:grpSp>
      <p:sp>
        <p:nvSpPr>
          <p:cNvPr id="1076" name="Téglalap 1075">
            <a:extLst>
              <a:ext uri="{FF2B5EF4-FFF2-40B4-BE49-F238E27FC236}">
                <a16:creationId xmlns:a16="http://schemas.microsoft.com/office/drawing/2014/main" id="{7F42E19B-EC35-17F6-5624-A92729C818C8}"/>
              </a:ext>
            </a:extLst>
          </p:cNvPr>
          <p:cNvSpPr/>
          <p:nvPr/>
        </p:nvSpPr>
        <p:spPr>
          <a:xfrm>
            <a:off x="-51361" y="0"/>
            <a:ext cx="12288196" cy="688577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r>
              <a:rPr lang="hu-HU" sz="6000" dirty="0">
                <a:solidFill>
                  <a:schemeClr val="tx1"/>
                </a:solidFill>
                <a:latin typeface="Bodoni MT" panose="02070603080606020203" pitchFamily="18" charset="0"/>
              </a:rPr>
              <a:t>Asztali alkalmazás</a:t>
            </a:r>
          </a:p>
        </p:txBody>
      </p:sp>
      <p:grpSp>
        <p:nvGrpSpPr>
          <p:cNvPr id="45" name="Csoportba foglalás 44">
            <a:extLst>
              <a:ext uri="{FF2B5EF4-FFF2-40B4-BE49-F238E27FC236}">
                <a16:creationId xmlns:a16="http://schemas.microsoft.com/office/drawing/2014/main" id="{2C15678A-AEE1-48C8-6565-2BACEA965B7E}"/>
              </a:ext>
            </a:extLst>
          </p:cNvPr>
          <p:cNvGrpSpPr/>
          <p:nvPr/>
        </p:nvGrpSpPr>
        <p:grpSpPr>
          <a:xfrm>
            <a:off x="-8730153" y="5416324"/>
            <a:ext cx="7924802" cy="1614829"/>
            <a:chOff x="1543048" y="1158240"/>
            <a:chExt cx="5495927" cy="3573780"/>
          </a:xfrm>
          <a:solidFill>
            <a:schemeClr val="bg2">
              <a:lumMod val="90000"/>
            </a:schemeClr>
          </a:solidFill>
        </p:grpSpPr>
        <p:sp>
          <p:nvSpPr>
            <p:cNvPr id="46" name="Téglalap 45">
              <a:extLst>
                <a:ext uri="{FF2B5EF4-FFF2-40B4-BE49-F238E27FC236}">
                  <a16:creationId xmlns:a16="http://schemas.microsoft.com/office/drawing/2014/main" id="{879F49CB-B3B8-E928-C0EE-1EA448943A85}"/>
                </a:ext>
              </a:extLst>
            </p:cNvPr>
            <p:cNvSpPr/>
            <p:nvPr/>
          </p:nvSpPr>
          <p:spPr>
            <a:xfrm>
              <a:off x="1543048" y="1275484"/>
              <a:ext cx="5495927" cy="3456536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grpSp>
          <p:nvGrpSpPr>
            <p:cNvPr id="47" name="Csoportba foglalás 46">
              <a:extLst>
                <a:ext uri="{FF2B5EF4-FFF2-40B4-BE49-F238E27FC236}">
                  <a16:creationId xmlns:a16="http://schemas.microsoft.com/office/drawing/2014/main" id="{9C556D37-A23E-512D-8ED5-1A0A37EA18AB}"/>
                </a:ext>
              </a:extLst>
            </p:cNvPr>
            <p:cNvGrpSpPr/>
            <p:nvPr/>
          </p:nvGrpSpPr>
          <p:grpSpPr>
            <a:xfrm>
              <a:off x="1543048" y="1158240"/>
              <a:ext cx="1216820" cy="739140"/>
              <a:chOff x="1543048" y="1158240"/>
              <a:chExt cx="1216820" cy="739140"/>
            </a:xfrm>
            <a:grpFill/>
          </p:grpSpPr>
          <p:sp>
            <p:nvSpPr>
              <p:cNvPr id="52" name="Téglalap: lekerekített 51">
                <a:extLst>
                  <a:ext uri="{FF2B5EF4-FFF2-40B4-BE49-F238E27FC236}">
                    <a16:creationId xmlns:a16="http://schemas.microsoft.com/office/drawing/2014/main" id="{647D3C83-6853-57FC-BE2E-BFC897F8AB18}"/>
                  </a:ext>
                </a:extLst>
              </p:cNvPr>
              <p:cNvSpPr/>
              <p:nvPr/>
            </p:nvSpPr>
            <p:spPr>
              <a:xfrm>
                <a:off x="1543048" y="1158240"/>
                <a:ext cx="821551" cy="739140"/>
              </a:xfrm>
              <a:prstGeom prst="roundRect">
                <a:avLst>
                  <a:gd name="adj" fmla="val 23883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53" name="Háromszög 52">
                <a:extLst>
                  <a:ext uri="{FF2B5EF4-FFF2-40B4-BE49-F238E27FC236}">
                    <a16:creationId xmlns:a16="http://schemas.microsoft.com/office/drawing/2014/main" id="{643866E2-A393-78C2-C598-945B4CF2BA05}"/>
                  </a:ext>
                </a:extLst>
              </p:cNvPr>
              <p:cNvSpPr/>
              <p:nvPr/>
            </p:nvSpPr>
            <p:spPr>
              <a:xfrm>
                <a:off x="2364599" y="1158240"/>
                <a:ext cx="395269" cy="118110"/>
              </a:xfrm>
              <a:prstGeom prst="triangle">
                <a:avLst>
                  <a:gd name="adj" fmla="val 76364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54" name="Téglalap 53">
                <a:extLst>
                  <a:ext uri="{FF2B5EF4-FFF2-40B4-BE49-F238E27FC236}">
                    <a16:creationId xmlns:a16="http://schemas.microsoft.com/office/drawing/2014/main" id="{58737A13-BC2E-8D19-B313-EC8586E7BD07}"/>
                  </a:ext>
                </a:extLst>
              </p:cNvPr>
              <p:cNvSpPr/>
              <p:nvPr/>
            </p:nvSpPr>
            <p:spPr>
              <a:xfrm>
                <a:off x="2185988" y="1158240"/>
                <a:ext cx="481011" cy="23448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grpSp>
          <p:nvGrpSpPr>
            <p:cNvPr id="48" name="Csoportba foglalás 47">
              <a:extLst>
                <a:ext uri="{FF2B5EF4-FFF2-40B4-BE49-F238E27FC236}">
                  <a16:creationId xmlns:a16="http://schemas.microsoft.com/office/drawing/2014/main" id="{0FDA9707-3E2E-9890-C410-DE9696456E23}"/>
                </a:ext>
              </a:extLst>
            </p:cNvPr>
            <p:cNvGrpSpPr/>
            <p:nvPr/>
          </p:nvGrpSpPr>
          <p:grpSpPr>
            <a:xfrm flipH="1">
              <a:off x="5818343" y="1158240"/>
              <a:ext cx="1216820" cy="739140"/>
              <a:chOff x="1543048" y="1158240"/>
              <a:chExt cx="1216820" cy="739140"/>
            </a:xfrm>
            <a:grpFill/>
          </p:grpSpPr>
          <p:sp>
            <p:nvSpPr>
              <p:cNvPr id="49" name="Téglalap: lekerekített 48">
                <a:extLst>
                  <a:ext uri="{FF2B5EF4-FFF2-40B4-BE49-F238E27FC236}">
                    <a16:creationId xmlns:a16="http://schemas.microsoft.com/office/drawing/2014/main" id="{BBD7DAD1-818F-CD82-C7DE-CF9307901A78}"/>
                  </a:ext>
                </a:extLst>
              </p:cNvPr>
              <p:cNvSpPr/>
              <p:nvPr/>
            </p:nvSpPr>
            <p:spPr>
              <a:xfrm>
                <a:off x="1543048" y="1158240"/>
                <a:ext cx="821551" cy="739140"/>
              </a:xfrm>
              <a:prstGeom prst="roundRect">
                <a:avLst>
                  <a:gd name="adj" fmla="val 23883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50" name="Háromszög 49">
                <a:extLst>
                  <a:ext uri="{FF2B5EF4-FFF2-40B4-BE49-F238E27FC236}">
                    <a16:creationId xmlns:a16="http://schemas.microsoft.com/office/drawing/2014/main" id="{7DAAFF7B-8F24-6D99-B1E6-A02880DDF661}"/>
                  </a:ext>
                </a:extLst>
              </p:cNvPr>
              <p:cNvSpPr/>
              <p:nvPr/>
            </p:nvSpPr>
            <p:spPr>
              <a:xfrm>
                <a:off x="2364599" y="1158240"/>
                <a:ext cx="395269" cy="118110"/>
              </a:xfrm>
              <a:prstGeom prst="triangle">
                <a:avLst>
                  <a:gd name="adj" fmla="val 76364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51" name="Téglalap 50">
                <a:extLst>
                  <a:ext uri="{FF2B5EF4-FFF2-40B4-BE49-F238E27FC236}">
                    <a16:creationId xmlns:a16="http://schemas.microsoft.com/office/drawing/2014/main" id="{F408B3FE-1432-46A1-8D0E-F54B6670B276}"/>
                  </a:ext>
                </a:extLst>
              </p:cNvPr>
              <p:cNvSpPr/>
              <p:nvPr/>
            </p:nvSpPr>
            <p:spPr>
              <a:xfrm>
                <a:off x="2185988" y="1158240"/>
                <a:ext cx="481011" cy="23448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</p:grpSp>
      <p:pic>
        <p:nvPicPr>
          <p:cNvPr id="1045" name="Kép 1044">
            <a:extLst>
              <a:ext uri="{FF2B5EF4-FFF2-40B4-BE49-F238E27FC236}">
                <a16:creationId xmlns:a16="http://schemas.microsoft.com/office/drawing/2014/main" id="{0A94E64E-01F6-D6B7-D2CF-905A2FB108B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artisticBlur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9865526" y="1789974"/>
            <a:ext cx="7552866" cy="480060"/>
          </a:xfrm>
          <a:prstGeom prst="rect">
            <a:avLst/>
          </a:prstGeom>
          <a:effectLst/>
        </p:spPr>
      </p:pic>
      <p:grpSp>
        <p:nvGrpSpPr>
          <p:cNvPr id="1025" name="Csoportba foglalás 1024">
            <a:extLst>
              <a:ext uri="{FF2B5EF4-FFF2-40B4-BE49-F238E27FC236}">
                <a16:creationId xmlns:a16="http://schemas.microsoft.com/office/drawing/2014/main" id="{9C1217FA-03BD-2AD6-714B-513A88FDA9FE}"/>
              </a:ext>
            </a:extLst>
          </p:cNvPr>
          <p:cNvGrpSpPr/>
          <p:nvPr/>
        </p:nvGrpSpPr>
        <p:grpSpPr>
          <a:xfrm>
            <a:off x="19741288" y="1817423"/>
            <a:ext cx="7924802" cy="5068026"/>
            <a:chOff x="1543048" y="1158240"/>
            <a:chExt cx="5495927" cy="3573780"/>
          </a:xfrm>
          <a:solidFill>
            <a:schemeClr val="accent2">
              <a:lumMod val="40000"/>
              <a:lumOff val="60000"/>
            </a:schemeClr>
          </a:solidFill>
        </p:grpSpPr>
        <p:sp>
          <p:nvSpPr>
            <p:cNvPr id="1027" name="Téglalap 1026">
              <a:extLst>
                <a:ext uri="{FF2B5EF4-FFF2-40B4-BE49-F238E27FC236}">
                  <a16:creationId xmlns:a16="http://schemas.microsoft.com/office/drawing/2014/main" id="{3AB4ABF2-C503-180B-B011-C4A506C99CC7}"/>
                </a:ext>
              </a:extLst>
            </p:cNvPr>
            <p:cNvSpPr/>
            <p:nvPr/>
          </p:nvSpPr>
          <p:spPr>
            <a:xfrm>
              <a:off x="1543048" y="1275484"/>
              <a:ext cx="5495927" cy="3456536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grpSp>
          <p:nvGrpSpPr>
            <p:cNvPr id="1028" name="Csoportba foglalás 1027">
              <a:extLst>
                <a:ext uri="{FF2B5EF4-FFF2-40B4-BE49-F238E27FC236}">
                  <a16:creationId xmlns:a16="http://schemas.microsoft.com/office/drawing/2014/main" id="{6F714E62-F895-2A90-3022-7F7DBDB89685}"/>
                </a:ext>
              </a:extLst>
            </p:cNvPr>
            <p:cNvGrpSpPr/>
            <p:nvPr/>
          </p:nvGrpSpPr>
          <p:grpSpPr>
            <a:xfrm>
              <a:off x="1543048" y="1158240"/>
              <a:ext cx="1216820" cy="739140"/>
              <a:chOff x="1543048" y="1158240"/>
              <a:chExt cx="1216820" cy="739140"/>
            </a:xfrm>
            <a:grpFill/>
          </p:grpSpPr>
          <p:sp>
            <p:nvSpPr>
              <p:cNvPr id="1033" name="Téglalap: lekerekített 1032">
                <a:extLst>
                  <a:ext uri="{FF2B5EF4-FFF2-40B4-BE49-F238E27FC236}">
                    <a16:creationId xmlns:a16="http://schemas.microsoft.com/office/drawing/2014/main" id="{31A55ED3-4C99-DF07-FA9F-15BCFF883E14}"/>
                  </a:ext>
                </a:extLst>
              </p:cNvPr>
              <p:cNvSpPr/>
              <p:nvPr/>
            </p:nvSpPr>
            <p:spPr>
              <a:xfrm>
                <a:off x="1543048" y="1158240"/>
                <a:ext cx="821551" cy="739140"/>
              </a:xfrm>
              <a:prstGeom prst="roundRect">
                <a:avLst>
                  <a:gd name="adj" fmla="val 23883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34" name="Háromszög 1033">
                <a:extLst>
                  <a:ext uri="{FF2B5EF4-FFF2-40B4-BE49-F238E27FC236}">
                    <a16:creationId xmlns:a16="http://schemas.microsoft.com/office/drawing/2014/main" id="{71A575F8-FFE8-B7D9-7565-D7559674B7FC}"/>
                  </a:ext>
                </a:extLst>
              </p:cNvPr>
              <p:cNvSpPr/>
              <p:nvPr/>
            </p:nvSpPr>
            <p:spPr>
              <a:xfrm>
                <a:off x="2364599" y="1158240"/>
                <a:ext cx="395269" cy="118110"/>
              </a:xfrm>
              <a:prstGeom prst="triangle">
                <a:avLst>
                  <a:gd name="adj" fmla="val 76364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35" name="Téglalap 1034">
                <a:extLst>
                  <a:ext uri="{FF2B5EF4-FFF2-40B4-BE49-F238E27FC236}">
                    <a16:creationId xmlns:a16="http://schemas.microsoft.com/office/drawing/2014/main" id="{6534D672-636D-C091-5879-D28DE5D1539B}"/>
                  </a:ext>
                </a:extLst>
              </p:cNvPr>
              <p:cNvSpPr/>
              <p:nvPr/>
            </p:nvSpPr>
            <p:spPr>
              <a:xfrm>
                <a:off x="2185988" y="1158240"/>
                <a:ext cx="481011" cy="23448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grpSp>
          <p:nvGrpSpPr>
            <p:cNvPr id="1029" name="Csoportba foglalás 1028">
              <a:extLst>
                <a:ext uri="{FF2B5EF4-FFF2-40B4-BE49-F238E27FC236}">
                  <a16:creationId xmlns:a16="http://schemas.microsoft.com/office/drawing/2014/main" id="{A301405F-AD19-CBE1-C1C4-E7D714280F49}"/>
                </a:ext>
              </a:extLst>
            </p:cNvPr>
            <p:cNvGrpSpPr/>
            <p:nvPr/>
          </p:nvGrpSpPr>
          <p:grpSpPr>
            <a:xfrm flipH="1">
              <a:off x="5818343" y="1158240"/>
              <a:ext cx="1216820" cy="739140"/>
              <a:chOff x="1543048" y="1158240"/>
              <a:chExt cx="1216820" cy="739140"/>
            </a:xfrm>
            <a:grpFill/>
          </p:grpSpPr>
          <p:sp>
            <p:nvSpPr>
              <p:cNvPr id="1030" name="Téglalap: lekerekített 1029">
                <a:extLst>
                  <a:ext uri="{FF2B5EF4-FFF2-40B4-BE49-F238E27FC236}">
                    <a16:creationId xmlns:a16="http://schemas.microsoft.com/office/drawing/2014/main" id="{08FD2270-3113-3E37-C4A5-33FC06E1FF23}"/>
                  </a:ext>
                </a:extLst>
              </p:cNvPr>
              <p:cNvSpPr/>
              <p:nvPr/>
            </p:nvSpPr>
            <p:spPr>
              <a:xfrm>
                <a:off x="1543048" y="1158240"/>
                <a:ext cx="821551" cy="739140"/>
              </a:xfrm>
              <a:prstGeom prst="roundRect">
                <a:avLst>
                  <a:gd name="adj" fmla="val 23883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31" name="Háromszög 1030">
                <a:extLst>
                  <a:ext uri="{FF2B5EF4-FFF2-40B4-BE49-F238E27FC236}">
                    <a16:creationId xmlns:a16="http://schemas.microsoft.com/office/drawing/2014/main" id="{101F7D44-897E-6FA7-F3CA-E55CBC29F952}"/>
                  </a:ext>
                </a:extLst>
              </p:cNvPr>
              <p:cNvSpPr/>
              <p:nvPr/>
            </p:nvSpPr>
            <p:spPr>
              <a:xfrm>
                <a:off x="2364599" y="1158240"/>
                <a:ext cx="395269" cy="118110"/>
              </a:xfrm>
              <a:prstGeom prst="triangle">
                <a:avLst>
                  <a:gd name="adj" fmla="val 76364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32" name="Téglalap 1031">
                <a:extLst>
                  <a:ext uri="{FF2B5EF4-FFF2-40B4-BE49-F238E27FC236}">
                    <a16:creationId xmlns:a16="http://schemas.microsoft.com/office/drawing/2014/main" id="{B4DA2D39-784C-BFD9-3258-BFDA85C54ECD}"/>
                  </a:ext>
                </a:extLst>
              </p:cNvPr>
              <p:cNvSpPr/>
              <p:nvPr/>
            </p:nvSpPr>
            <p:spPr>
              <a:xfrm>
                <a:off x="2185988" y="1158240"/>
                <a:ext cx="481011" cy="23448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</p:grpSp>
      <p:sp>
        <p:nvSpPr>
          <p:cNvPr id="1050" name="Téglalap 1049">
            <a:extLst>
              <a:ext uri="{FF2B5EF4-FFF2-40B4-BE49-F238E27FC236}">
                <a16:creationId xmlns:a16="http://schemas.microsoft.com/office/drawing/2014/main" id="{F549B7E6-844B-FE87-AD52-244CE59A70CC}"/>
              </a:ext>
            </a:extLst>
          </p:cNvPr>
          <p:cNvSpPr/>
          <p:nvPr/>
        </p:nvSpPr>
        <p:spPr>
          <a:xfrm>
            <a:off x="10069655" y="6072649"/>
            <a:ext cx="4324574" cy="1080226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1051" name="Téglalap: felső két sarkán levágva 1050">
            <a:extLst>
              <a:ext uri="{FF2B5EF4-FFF2-40B4-BE49-F238E27FC236}">
                <a16:creationId xmlns:a16="http://schemas.microsoft.com/office/drawing/2014/main" id="{F93282ED-BF8F-3EA7-0002-B9BDC54B5D25}"/>
              </a:ext>
            </a:extLst>
          </p:cNvPr>
          <p:cNvSpPr/>
          <p:nvPr/>
        </p:nvSpPr>
        <p:spPr>
          <a:xfrm rot="10800000">
            <a:off x="9899052" y="5758071"/>
            <a:ext cx="4608000" cy="314577"/>
          </a:xfrm>
          <a:prstGeom prst="snip2SameRect">
            <a:avLst>
              <a:gd name="adj1" fmla="val 27265"/>
              <a:gd name="adj2" fmla="val 0"/>
            </a:avLst>
          </a:prstGeom>
          <a:solidFill>
            <a:srgbClr val="D9D9D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pic>
        <p:nvPicPr>
          <p:cNvPr id="1047" name="Kép 1046">
            <a:extLst>
              <a:ext uri="{FF2B5EF4-FFF2-40B4-BE49-F238E27FC236}">
                <a16:creationId xmlns:a16="http://schemas.microsoft.com/office/drawing/2014/main" id="{EF711606-62F4-0E9F-0911-623E4118806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65871" y="2367538"/>
            <a:ext cx="3968441" cy="3968441"/>
          </a:xfrm>
          <a:prstGeom prst="rect">
            <a:avLst/>
          </a:prstGeom>
        </p:spPr>
      </p:pic>
      <p:pic>
        <p:nvPicPr>
          <p:cNvPr id="1049" name="Kép 1048">
            <a:extLst>
              <a:ext uri="{FF2B5EF4-FFF2-40B4-BE49-F238E27FC236}">
                <a16:creationId xmlns:a16="http://schemas.microsoft.com/office/drawing/2014/main" id="{4CF29AE9-6427-1DCF-0EA7-693A4AD45C8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92693" y="2367539"/>
            <a:ext cx="3968441" cy="3968441"/>
          </a:xfrm>
          <a:prstGeom prst="rect">
            <a:avLst/>
          </a:prstGeom>
        </p:spPr>
      </p:pic>
      <p:pic>
        <p:nvPicPr>
          <p:cNvPr id="1074" name="Kép 1073">
            <a:extLst>
              <a:ext uri="{FF2B5EF4-FFF2-40B4-BE49-F238E27FC236}">
                <a16:creationId xmlns:a16="http://schemas.microsoft.com/office/drawing/2014/main" id="{A9B65F16-370C-D08C-7396-F8D041885D59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80417" y="-5158151"/>
            <a:ext cx="8985673" cy="5990449"/>
          </a:xfrm>
          <a:prstGeom prst="rect">
            <a:avLst/>
          </a:prstGeom>
        </p:spPr>
      </p:pic>
      <p:pic>
        <p:nvPicPr>
          <p:cNvPr id="2" name="Picture 2">
            <a:extLst>
              <a:ext uri="{FF2B5EF4-FFF2-40B4-BE49-F238E27FC236}">
                <a16:creationId xmlns:a16="http://schemas.microsoft.com/office/drawing/2014/main" id="{52293CD7-9826-18E8-A734-C7D6C16AD7F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96953" y="290047"/>
            <a:ext cx="1347833" cy="1347833"/>
          </a:xfrm>
          <a:prstGeom prst="rect">
            <a:avLst/>
          </a:prstGeom>
          <a:solidFill>
            <a:srgbClr val="DF6266"/>
          </a:solidFill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49D02D72-EEAE-588E-7168-8B8089B70022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97846" y="2710322"/>
            <a:ext cx="3539905" cy="35399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5894956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1250">
        <p15:prstTrans prst="peelOff"/>
      </p:transition>
    </mc:Choice>
    <mc:Fallback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7FC5ED-A7D6-684C-0D78-61E437C364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5" name="Csoportba foglalás 54">
            <a:extLst>
              <a:ext uri="{FF2B5EF4-FFF2-40B4-BE49-F238E27FC236}">
                <a16:creationId xmlns:a16="http://schemas.microsoft.com/office/drawing/2014/main" id="{F5B192E2-AC5C-C048-F46D-8B739595A2DC}"/>
              </a:ext>
            </a:extLst>
          </p:cNvPr>
          <p:cNvGrpSpPr/>
          <p:nvPr/>
        </p:nvGrpSpPr>
        <p:grpSpPr>
          <a:xfrm>
            <a:off x="19735570" y="1679293"/>
            <a:ext cx="7924802" cy="5153180"/>
            <a:chOff x="1543048" y="1158240"/>
            <a:chExt cx="5495927" cy="3573780"/>
          </a:xfrm>
          <a:solidFill>
            <a:schemeClr val="accent2">
              <a:lumMod val="60000"/>
              <a:lumOff val="40000"/>
            </a:schemeClr>
          </a:solidFill>
        </p:grpSpPr>
        <p:sp>
          <p:nvSpPr>
            <p:cNvPr id="56" name="Téglalap 55">
              <a:extLst>
                <a:ext uri="{FF2B5EF4-FFF2-40B4-BE49-F238E27FC236}">
                  <a16:creationId xmlns:a16="http://schemas.microsoft.com/office/drawing/2014/main" id="{F4C1D4E4-2A36-EF35-E712-A11FC0E3D76D}"/>
                </a:ext>
              </a:extLst>
            </p:cNvPr>
            <p:cNvSpPr/>
            <p:nvPr/>
          </p:nvSpPr>
          <p:spPr>
            <a:xfrm>
              <a:off x="1543048" y="1275484"/>
              <a:ext cx="5495927" cy="3456536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grpSp>
          <p:nvGrpSpPr>
            <p:cNvPr id="57" name="Csoportba foglalás 56">
              <a:extLst>
                <a:ext uri="{FF2B5EF4-FFF2-40B4-BE49-F238E27FC236}">
                  <a16:creationId xmlns:a16="http://schemas.microsoft.com/office/drawing/2014/main" id="{48A96EA0-CC53-56EA-5DE6-A242E78F3FEF}"/>
                </a:ext>
              </a:extLst>
            </p:cNvPr>
            <p:cNvGrpSpPr/>
            <p:nvPr/>
          </p:nvGrpSpPr>
          <p:grpSpPr>
            <a:xfrm>
              <a:off x="1543048" y="1158240"/>
              <a:ext cx="1216820" cy="739140"/>
              <a:chOff x="1543048" y="1158240"/>
              <a:chExt cx="1216820" cy="739140"/>
            </a:xfrm>
            <a:grpFill/>
          </p:grpSpPr>
          <p:sp>
            <p:nvSpPr>
              <p:cNvPr id="62" name="Téglalap: lekerekített 61">
                <a:extLst>
                  <a:ext uri="{FF2B5EF4-FFF2-40B4-BE49-F238E27FC236}">
                    <a16:creationId xmlns:a16="http://schemas.microsoft.com/office/drawing/2014/main" id="{220D64A9-FE4E-78F0-1715-679215752E91}"/>
                  </a:ext>
                </a:extLst>
              </p:cNvPr>
              <p:cNvSpPr/>
              <p:nvPr/>
            </p:nvSpPr>
            <p:spPr>
              <a:xfrm>
                <a:off x="1543048" y="1158240"/>
                <a:ext cx="821551" cy="739140"/>
              </a:xfrm>
              <a:prstGeom prst="roundRect">
                <a:avLst>
                  <a:gd name="adj" fmla="val 23883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63" name="Háromszög 62">
                <a:extLst>
                  <a:ext uri="{FF2B5EF4-FFF2-40B4-BE49-F238E27FC236}">
                    <a16:creationId xmlns:a16="http://schemas.microsoft.com/office/drawing/2014/main" id="{3C6A2B5E-49C4-A14C-9B09-1484C253592C}"/>
                  </a:ext>
                </a:extLst>
              </p:cNvPr>
              <p:cNvSpPr/>
              <p:nvPr/>
            </p:nvSpPr>
            <p:spPr>
              <a:xfrm>
                <a:off x="2364599" y="1158240"/>
                <a:ext cx="395269" cy="118110"/>
              </a:xfrm>
              <a:prstGeom prst="triangle">
                <a:avLst>
                  <a:gd name="adj" fmla="val 76364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24" name="Téglalap 1023">
                <a:extLst>
                  <a:ext uri="{FF2B5EF4-FFF2-40B4-BE49-F238E27FC236}">
                    <a16:creationId xmlns:a16="http://schemas.microsoft.com/office/drawing/2014/main" id="{40264417-BADF-5185-25A3-4C2D2AF09203}"/>
                  </a:ext>
                </a:extLst>
              </p:cNvPr>
              <p:cNvSpPr/>
              <p:nvPr/>
            </p:nvSpPr>
            <p:spPr>
              <a:xfrm>
                <a:off x="2185988" y="1158240"/>
                <a:ext cx="481011" cy="23448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grpSp>
          <p:nvGrpSpPr>
            <p:cNvPr id="58" name="Csoportba foglalás 57">
              <a:extLst>
                <a:ext uri="{FF2B5EF4-FFF2-40B4-BE49-F238E27FC236}">
                  <a16:creationId xmlns:a16="http://schemas.microsoft.com/office/drawing/2014/main" id="{59DD9793-0683-1373-A130-5ADAE2FB36A4}"/>
                </a:ext>
              </a:extLst>
            </p:cNvPr>
            <p:cNvGrpSpPr/>
            <p:nvPr/>
          </p:nvGrpSpPr>
          <p:grpSpPr>
            <a:xfrm flipH="1">
              <a:off x="5818343" y="1158240"/>
              <a:ext cx="1216820" cy="739140"/>
              <a:chOff x="1543048" y="1158240"/>
              <a:chExt cx="1216820" cy="739140"/>
            </a:xfrm>
            <a:grpFill/>
          </p:grpSpPr>
          <p:sp>
            <p:nvSpPr>
              <p:cNvPr id="59" name="Téglalap: lekerekített 58">
                <a:extLst>
                  <a:ext uri="{FF2B5EF4-FFF2-40B4-BE49-F238E27FC236}">
                    <a16:creationId xmlns:a16="http://schemas.microsoft.com/office/drawing/2014/main" id="{E674BF5E-E4A3-5B39-23D7-CA0F431F2059}"/>
                  </a:ext>
                </a:extLst>
              </p:cNvPr>
              <p:cNvSpPr/>
              <p:nvPr/>
            </p:nvSpPr>
            <p:spPr>
              <a:xfrm>
                <a:off x="1543048" y="1158240"/>
                <a:ext cx="821551" cy="739140"/>
              </a:xfrm>
              <a:prstGeom prst="roundRect">
                <a:avLst>
                  <a:gd name="adj" fmla="val 23883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60" name="Háromszög 59">
                <a:extLst>
                  <a:ext uri="{FF2B5EF4-FFF2-40B4-BE49-F238E27FC236}">
                    <a16:creationId xmlns:a16="http://schemas.microsoft.com/office/drawing/2014/main" id="{3688FCEC-91A7-BBC2-EFDD-7EDCA287AA13}"/>
                  </a:ext>
                </a:extLst>
              </p:cNvPr>
              <p:cNvSpPr/>
              <p:nvPr/>
            </p:nvSpPr>
            <p:spPr>
              <a:xfrm>
                <a:off x="2364599" y="1158240"/>
                <a:ext cx="395269" cy="118110"/>
              </a:xfrm>
              <a:prstGeom prst="triangle">
                <a:avLst>
                  <a:gd name="adj" fmla="val 76364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61" name="Téglalap 60">
                <a:extLst>
                  <a:ext uri="{FF2B5EF4-FFF2-40B4-BE49-F238E27FC236}">
                    <a16:creationId xmlns:a16="http://schemas.microsoft.com/office/drawing/2014/main" id="{7C59C2EE-C52C-B497-8A1B-C6B5BD388EFB}"/>
                  </a:ext>
                </a:extLst>
              </p:cNvPr>
              <p:cNvSpPr/>
              <p:nvPr/>
            </p:nvSpPr>
            <p:spPr>
              <a:xfrm>
                <a:off x="2185988" y="1158240"/>
                <a:ext cx="481011" cy="23448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</p:grpSp>
      <p:sp>
        <p:nvSpPr>
          <p:cNvPr id="1075" name="Téglalap 1074">
            <a:extLst>
              <a:ext uri="{FF2B5EF4-FFF2-40B4-BE49-F238E27FC236}">
                <a16:creationId xmlns:a16="http://schemas.microsoft.com/office/drawing/2014/main" id="{94FF1618-BF04-AE4A-879F-D4A370051F1B}"/>
              </a:ext>
            </a:extLst>
          </p:cNvPr>
          <p:cNvSpPr/>
          <p:nvPr/>
        </p:nvSpPr>
        <p:spPr>
          <a:xfrm>
            <a:off x="19856074" y="1764447"/>
            <a:ext cx="7571770" cy="50680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endParaRPr lang="hu-HU" dirty="0"/>
          </a:p>
        </p:txBody>
      </p:sp>
      <p:grpSp>
        <p:nvGrpSpPr>
          <p:cNvPr id="34" name="Csoportba foglalás 33">
            <a:extLst>
              <a:ext uri="{FF2B5EF4-FFF2-40B4-BE49-F238E27FC236}">
                <a16:creationId xmlns:a16="http://schemas.microsoft.com/office/drawing/2014/main" id="{E5863A4E-81EC-2374-FF40-0C355F872B18}"/>
              </a:ext>
            </a:extLst>
          </p:cNvPr>
          <p:cNvGrpSpPr/>
          <p:nvPr/>
        </p:nvGrpSpPr>
        <p:grpSpPr>
          <a:xfrm>
            <a:off x="-8724657" y="1679293"/>
            <a:ext cx="7924802" cy="5153180"/>
            <a:chOff x="1543048" y="1158240"/>
            <a:chExt cx="5495927" cy="3573780"/>
          </a:xfrm>
          <a:solidFill>
            <a:schemeClr val="bg1">
              <a:lumMod val="65000"/>
            </a:schemeClr>
          </a:solidFill>
        </p:grpSpPr>
        <p:sp>
          <p:nvSpPr>
            <p:cNvPr id="16" name="Téglalap 15">
              <a:extLst>
                <a:ext uri="{FF2B5EF4-FFF2-40B4-BE49-F238E27FC236}">
                  <a16:creationId xmlns:a16="http://schemas.microsoft.com/office/drawing/2014/main" id="{9F290A49-13E8-EB3B-4DC1-7DFCD455A408}"/>
                </a:ext>
              </a:extLst>
            </p:cNvPr>
            <p:cNvSpPr/>
            <p:nvPr/>
          </p:nvSpPr>
          <p:spPr>
            <a:xfrm>
              <a:off x="1543048" y="1275484"/>
              <a:ext cx="5495927" cy="3456536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grpSp>
          <p:nvGrpSpPr>
            <p:cNvPr id="25" name="Csoportba foglalás 24">
              <a:extLst>
                <a:ext uri="{FF2B5EF4-FFF2-40B4-BE49-F238E27FC236}">
                  <a16:creationId xmlns:a16="http://schemas.microsoft.com/office/drawing/2014/main" id="{83407CD4-85C7-0650-693B-F907B32F47BE}"/>
                </a:ext>
              </a:extLst>
            </p:cNvPr>
            <p:cNvGrpSpPr/>
            <p:nvPr/>
          </p:nvGrpSpPr>
          <p:grpSpPr>
            <a:xfrm>
              <a:off x="1543048" y="1158240"/>
              <a:ext cx="1216820" cy="739140"/>
              <a:chOff x="1543048" y="1158240"/>
              <a:chExt cx="1216820" cy="739140"/>
            </a:xfrm>
            <a:grpFill/>
          </p:grpSpPr>
          <p:sp>
            <p:nvSpPr>
              <p:cNvPr id="17" name="Téglalap: lekerekített 16">
                <a:extLst>
                  <a:ext uri="{FF2B5EF4-FFF2-40B4-BE49-F238E27FC236}">
                    <a16:creationId xmlns:a16="http://schemas.microsoft.com/office/drawing/2014/main" id="{90A211DF-FB98-B76B-E913-01C581FE4A5A}"/>
                  </a:ext>
                </a:extLst>
              </p:cNvPr>
              <p:cNvSpPr/>
              <p:nvPr/>
            </p:nvSpPr>
            <p:spPr>
              <a:xfrm>
                <a:off x="1543048" y="1158240"/>
                <a:ext cx="821551" cy="739140"/>
              </a:xfrm>
              <a:prstGeom prst="roundRect">
                <a:avLst>
                  <a:gd name="adj" fmla="val 23883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9" name="Háromszög 18">
                <a:extLst>
                  <a:ext uri="{FF2B5EF4-FFF2-40B4-BE49-F238E27FC236}">
                    <a16:creationId xmlns:a16="http://schemas.microsoft.com/office/drawing/2014/main" id="{07A62AAC-274F-51D5-AA1B-DE04CD3A9CBE}"/>
                  </a:ext>
                </a:extLst>
              </p:cNvPr>
              <p:cNvSpPr/>
              <p:nvPr/>
            </p:nvSpPr>
            <p:spPr>
              <a:xfrm>
                <a:off x="2364599" y="1158240"/>
                <a:ext cx="395269" cy="118110"/>
              </a:xfrm>
              <a:prstGeom prst="triangle">
                <a:avLst>
                  <a:gd name="adj" fmla="val 76364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20" name="Téglalap 19">
                <a:extLst>
                  <a:ext uri="{FF2B5EF4-FFF2-40B4-BE49-F238E27FC236}">
                    <a16:creationId xmlns:a16="http://schemas.microsoft.com/office/drawing/2014/main" id="{FD9CDB9F-A887-02DA-7F5C-F9F8B6F20528}"/>
                  </a:ext>
                </a:extLst>
              </p:cNvPr>
              <p:cNvSpPr/>
              <p:nvPr/>
            </p:nvSpPr>
            <p:spPr>
              <a:xfrm>
                <a:off x="2185988" y="1158240"/>
                <a:ext cx="481011" cy="23448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grpSp>
          <p:nvGrpSpPr>
            <p:cNvPr id="30" name="Csoportba foglalás 29">
              <a:extLst>
                <a:ext uri="{FF2B5EF4-FFF2-40B4-BE49-F238E27FC236}">
                  <a16:creationId xmlns:a16="http://schemas.microsoft.com/office/drawing/2014/main" id="{B9C70BD7-0BD0-DA6A-2957-01FED296A565}"/>
                </a:ext>
              </a:extLst>
            </p:cNvPr>
            <p:cNvGrpSpPr/>
            <p:nvPr/>
          </p:nvGrpSpPr>
          <p:grpSpPr>
            <a:xfrm flipH="1">
              <a:off x="5818343" y="1158240"/>
              <a:ext cx="1216820" cy="739140"/>
              <a:chOff x="1543048" y="1158240"/>
              <a:chExt cx="1216820" cy="739140"/>
            </a:xfrm>
            <a:grpFill/>
          </p:grpSpPr>
          <p:sp>
            <p:nvSpPr>
              <p:cNvPr id="31" name="Téglalap: lekerekített 30">
                <a:extLst>
                  <a:ext uri="{FF2B5EF4-FFF2-40B4-BE49-F238E27FC236}">
                    <a16:creationId xmlns:a16="http://schemas.microsoft.com/office/drawing/2014/main" id="{4E0049DA-FF49-FBC9-FD46-CFF0CBE555F8}"/>
                  </a:ext>
                </a:extLst>
              </p:cNvPr>
              <p:cNvSpPr/>
              <p:nvPr/>
            </p:nvSpPr>
            <p:spPr>
              <a:xfrm>
                <a:off x="1543048" y="1158240"/>
                <a:ext cx="821551" cy="739140"/>
              </a:xfrm>
              <a:prstGeom prst="roundRect">
                <a:avLst>
                  <a:gd name="adj" fmla="val 23883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2" name="Háromszög 31">
                <a:extLst>
                  <a:ext uri="{FF2B5EF4-FFF2-40B4-BE49-F238E27FC236}">
                    <a16:creationId xmlns:a16="http://schemas.microsoft.com/office/drawing/2014/main" id="{F0CA2BF3-0904-A53B-1542-85A3197A5AFA}"/>
                  </a:ext>
                </a:extLst>
              </p:cNvPr>
              <p:cNvSpPr/>
              <p:nvPr/>
            </p:nvSpPr>
            <p:spPr>
              <a:xfrm>
                <a:off x="2364599" y="1158240"/>
                <a:ext cx="395269" cy="118110"/>
              </a:xfrm>
              <a:prstGeom prst="triangle">
                <a:avLst>
                  <a:gd name="adj" fmla="val 76364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" name="Téglalap 32">
                <a:extLst>
                  <a:ext uri="{FF2B5EF4-FFF2-40B4-BE49-F238E27FC236}">
                    <a16:creationId xmlns:a16="http://schemas.microsoft.com/office/drawing/2014/main" id="{6D029946-85C6-685C-F7CF-0361E01BE502}"/>
                  </a:ext>
                </a:extLst>
              </p:cNvPr>
              <p:cNvSpPr/>
              <p:nvPr/>
            </p:nvSpPr>
            <p:spPr>
              <a:xfrm>
                <a:off x="2185988" y="1158240"/>
                <a:ext cx="481011" cy="23448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</p:grpSp>
      <p:sp>
        <p:nvSpPr>
          <p:cNvPr id="1076" name="Téglalap 1075">
            <a:extLst>
              <a:ext uri="{FF2B5EF4-FFF2-40B4-BE49-F238E27FC236}">
                <a16:creationId xmlns:a16="http://schemas.microsoft.com/office/drawing/2014/main" id="{C90782C5-3D54-F5C2-C4C1-958A74A2B3DF}"/>
              </a:ext>
            </a:extLst>
          </p:cNvPr>
          <p:cNvSpPr/>
          <p:nvPr/>
        </p:nvSpPr>
        <p:spPr>
          <a:xfrm>
            <a:off x="-51361" y="0"/>
            <a:ext cx="12288196" cy="688577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r>
              <a:rPr lang="pl-PL" sz="6000" dirty="0">
                <a:solidFill>
                  <a:schemeClr val="tx1"/>
                </a:solidFill>
                <a:latin typeface="Bodoni MT" panose="02070603080606020203" pitchFamily="18" charset="0"/>
              </a:rPr>
              <a:t>Mi a cél és kiknek szól?</a:t>
            </a:r>
            <a:endParaRPr lang="hu-HU" sz="6000" dirty="0">
              <a:solidFill>
                <a:schemeClr val="tx1"/>
              </a:solidFill>
              <a:latin typeface="Bodoni MT" panose="02070603080606020203" pitchFamily="18" charset="0"/>
            </a:endParaRPr>
          </a:p>
        </p:txBody>
      </p:sp>
      <p:grpSp>
        <p:nvGrpSpPr>
          <p:cNvPr id="45" name="Csoportba foglalás 44">
            <a:extLst>
              <a:ext uri="{FF2B5EF4-FFF2-40B4-BE49-F238E27FC236}">
                <a16:creationId xmlns:a16="http://schemas.microsoft.com/office/drawing/2014/main" id="{2A90E6FC-E81E-3804-A2D8-2FA7F1D65FA8}"/>
              </a:ext>
            </a:extLst>
          </p:cNvPr>
          <p:cNvGrpSpPr/>
          <p:nvPr/>
        </p:nvGrpSpPr>
        <p:grpSpPr>
          <a:xfrm>
            <a:off x="-8730153" y="5416324"/>
            <a:ext cx="7924802" cy="1614829"/>
            <a:chOff x="1543048" y="1158240"/>
            <a:chExt cx="5495927" cy="3573780"/>
          </a:xfrm>
          <a:solidFill>
            <a:schemeClr val="bg2">
              <a:lumMod val="90000"/>
            </a:schemeClr>
          </a:solidFill>
        </p:grpSpPr>
        <p:sp>
          <p:nvSpPr>
            <p:cNvPr id="46" name="Téglalap 45">
              <a:extLst>
                <a:ext uri="{FF2B5EF4-FFF2-40B4-BE49-F238E27FC236}">
                  <a16:creationId xmlns:a16="http://schemas.microsoft.com/office/drawing/2014/main" id="{BA2B4E80-3369-A0A1-8876-55AE7EB2411F}"/>
                </a:ext>
              </a:extLst>
            </p:cNvPr>
            <p:cNvSpPr/>
            <p:nvPr/>
          </p:nvSpPr>
          <p:spPr>
            <a:xfrm>
              <a:off x="1543048" y="1275484"/>
              <a:ext cx="5495927" cy="3456536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grpSp>
          <p:nvGrpSpPr>
            <p:cNvPr id="47" name="Csoportba foglalás 46">
              <a:extLst>
                <a:ext uri="{FF2B5EF4-FFF2-40B4-BE49-F238E27FC236}">
                  <a16:creationId xmlns:a16="http://schemas.microsoft.com/office/drawing/2014/main" id="{396045F0-9417-C7F6-3BB0-BBCFC4B05117}"/>
                </a:ext>
              </a:extLst>
            </p:cNvPr>
            <p:cNvGrpSpPr/>
            <p:nvPr/>
          </p:nvGrpSpPr>
          <p:grpSpPr>
            <a:xfrm>
              <a:off x="1543048" y="1158240"/>
              <a:ext cx="1216820" cy="739140"/>
              <a:chOff x="1543048" y="1158240"/>
              <a:chExt cx="1216820" cy="739140"/>
            </a:xfrm>
            <a:grpFill/>
          </p:grpSpPr>
          <p:sp>
            <p:nvSpPr>
              <p:cNvPr id="52" name="Téglalap: lekerekített 51">
                <a:extLst>
                  <a:ext uri="{FF2B5EF4-FFF2-40B4-BE49-F238E27FC236}">
                    <a16:creationId xmlns:a16="http://schemas.microsoft.com/office/drawing/2014/main" id="{891E8D56-B92E-E41D-1EBC-565ECC549CBB}"/>
                  </a:ext>
                </a:extLst>
              </p:cNvPr>
              <p:cNvSpPr/>
              <p:nvPr/>
            </p:nvSpPr>
            <p:spPr>
              <a:xfrm>
                <a:off x="1543048" y="1158240"/>
                <a:ext cx="821551" cy="739140"/>
              </a:xfrm>
              <a:prstGeom prst="roundRect">
                <a:avLst>
                  <a:gd name="adj" fmla="val 23883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53" name="Háromszög 52">
                <a:extLst>
                  <a:ext uri="{FF2B5EF4-FFF2-40B4-BE49-F238E27FC236}">
                    <a16:creationId xmlns:a16="http://schemas.microsoft.com/office/drawing/2014/main" id="{D6D9F05C-00D3-9196-5FE0-8FB087FC8F31}"/>
                  </a:ext>
                </a:extLst>
              </p:cNvPr>
              <p:cNvSpPr/>
              <p:nvPr/>
            </p:nvSpPr>
            <p:spPr>
              <a:xfrm>
                <a:off x="2364599" y="1158240"/>
                <a:ext cx="395269" cy="118110"/>
              </a:xfrm>
              <a:prstGeom prst="triangle">
                <a:avLst>
                  <a:gd name="adj" fmla="val 76364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54" name="Téglalap 53">
                <a:extLst>
                  <a:ext uri="{FF2B5EF4-FFF2-40B4-BE49-F238E27FC236}">
                    <a16:creationId xmlns:a16="http://schemas.microsoft.com/office/drawing/2014/main" id="{868291E8-6893-3EAC-CD6A-1B6473BC6C43}"/>
                  </a:ext>
                </a:extLst>
              </p:cNvPr>
              <p:cNvSpPr/>
              <p:nvPr/>
            </p:nvSpPr>
            <p:spPr>
              <a:xfrm>
                <a:off x="2185988" y="1158240"/>
                <a:ext cx="481011" cy="23448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grpSp>
          <p:nvGrpSpPr>
            <p:cNvPr id="48" name="Csoportba foglalás 47">
              <a:extLst>
                <a:ext uri="{FF2B5EF4-FFF2-40B4-BE49-F238E27FC236}">
                  <a16:creationId xmlns:a16="http://schemas.microsoft.com/office/drawing/2014/main" id="{AF5B1D87-86DF-C304-4CF6-BBC47BC63099}"/>
                </a:ext>
              </a:extLst>
            </p:cNvPr>
            <p:cNvGrpSpPr/>
            <p:nvPr/>
          </p:nvGrpSpPr>
          <p:grpSpPr>
            <a:xfrm flipH="1">
              <a:off x="5818343" y="1158240"/>
              <a:ext cx="1216820" cy="739140"/>
              <a:chOff x="1543048" y="1158240"/>
              <a:chExt cx="1216820" cy="739140"/>
            </a:xfrm>
            <a:grpFill/>
          </p:grpSpPr>
          <p:sp>
            <p:nvSpPr>
              <p:cNvPr id="49" name="Téglalap: lekerekített 48">
                <a:extLst>
                  <a:ext uri="{FF2B5EF4-FFF2-40B4-BE49-F238E27FC236}">
                    <a16:creationId xmlns:a16="http://schemas.microsoft.com/office/drawing/2014/main" id="{EA961BC1-4023-F5A0-20CB-4B434D931D77}"/>
                  </a:ext>
                </a:extLst>
              </p:cNvPr>
              <p:cNvSpPr/>
              <p:nvPr/>
            </p:nvSpPr>
            <p:spPr>
              <a:xfrm>
                <a:off x="1543048" y="1158240"/>
                <a:ext cx="821551" cy="739140"/>
              </a:xfrm>
              <a:prstGeom prst="roundRect">
                <a:avLst>
                  <a:gd name="adj" fmla="val 23883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50" name="Háromszög 49">
                <a:extLst>
                  <a:ext uri="{FF2B5EF4-FFF2-40B4-BE49-F238E27FC236}">
                    <a16:creationId xmlns:a16="http://schemas.microsoft.com/office/drawing/2014/main" id="{544B69DD-F672-73BD-097F-A20D0CCBBED7}"/>
                  </a:ext>
                </a:extLst>
              </p:cNvPr>
              <p:cNvSpPr/>
              <p:nvPr/>
            </p:nvSpPr>
            <p:spPr>
              <a:xfrm>
                <a:off x="2364599" y="1158240"/>
                <a:ext cx="395269" cy="118110"/>
              </a:xfrm>
              <a:prstGeom prst="triangle">
                <a:avLst>
                  <a:gd name="adj" fmla="val 76364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51" name="Téglalap 50">
                <a:extLst>
                  <a:ext uri="{FF2B5EF4-FFF2-40B4-BE49-F238E27FC236}">
                    <a16:creationId xmlns:a16="http://schemas.microsoft.com/office/drawing/2014/main" id="{160554BB-04C6-0163-9512-7D08CDBFCF08}"/>
                  </a:ext>
                </a:extLst>
              </p:cNvPr>
              <p:cNvSpPr/>
              <p:nvPr/>
            </p:nvSpPr>
            <p:spPr>
              <a:xfrm>
                <a:off x="2185988" y="1158240"/>
                <a:ext cx="481011" cy="23448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</p:grpSp>
      <p:pic>
        <p:nvPicPr>
          <p:cNvPr id="1045" name="Kép 1044">
            <a:extLst>
              <a:ext uri="{FF2B5EF4-FFF2-40B4-BE49-F238E27FC236}">
                <a16:creationId xmlns:a16="http://schemas.microsoft.com/office/drawing/2014/main" id="{C7D4C33F-5048-AC9A-1CB1-4560D7D13B1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artisticBlur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9865526" y="1789974"/>
            <a:ext cx="7552866" cy="480060"/>
          </a:xfrm>
          <a:prstGeom prst="rect">
            <a:avLst/>
          </a:prstGeom>
          <a:effectLst/>
        </p:spPr>
      </p:pic>
      <p:grpSp>
        <p:nvGrpSpPr>
          <p:cNvPr id="1025" name="Csoportba foglalás 1024">
            <a:extLst>
              <a:ext uri="{FF2B5EF4-FFF2-40B4-BE49-F238E27FC236}">
                <a16:creationId xmlns:a16="http://schemas.microsoft.com/office/drawing/2014/main" id="{2F6D27CD-E244-9CEA-DE5F-2FAC0DE1E501}"/>
              </a:ext>
            </a:extLst>
          </p:cNvPr>
          <p:cNvGrpSpPr/>
          <p:nvPr/>
        </p:nvGrpSpPr>
        <p:grpSpPr>
          <a:xfrm>
            <a:off x="19741288" y="1817423"/>
            <a:ext cx="7924802" cy="5068026"/>
            <a:chOff x="1543048" y="1158240"/>
            <a:chExt cx="5495927" cy="3573780"/>
          </a:xfrm>
          <a:solidFill>
            <a:schemeClr val="accent2">
              <a:lumMod val="40000"/>
              <a:lumOff val="60000"/>
            </a:schemeClr>
          </a:solidFill>
        </p:grpSpPr>
        <p:sp>
          <p:nvSpPr>
            <p:cNvPr id="1027" name="Téglalap 1026">
              <a:extLst>
                <a:ext uri="{FF2B5EF4-FFF2-40B4-BE49-F238E27FC236}">
                  <a16:creationId xmlns:a16="http://schemas.microsoft.com/office/drawing/2014/main" id="{14F082C9-8501-208D-A55D-74EF45A20BB8}"/>
                </a:ext>
              </a:extLst>
            </p:cNvPr>
            <p:cNvSpPr/>
            <p:nvPr/>
          </p:nvSpPr>
          <p:spPr>
            <a:xfrm>
              <a:off x="1543048" y="1275484"/>
              <a:ext cx="5495927" cy="3456536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grpSp>
          <p:nvGrpSpPr>
            <p:cNvPr id="1028" name="Csoportba foglalás 1027">
              <a:extLst>
                <a:ext uri="{FF2B5EF4-FFF2-40B4-BE49-F238E27FC236}">
                  <a16:creationId xmlns:a16="http://schemas.microsoft.com/office/drawing/2014/main" id="{B5F34FB7-BB06-AC0E-0D86-0B9C9A3F0790}"/>
                </a:ext>
              </a:extLst>
            </p:cNvPr>
            <p:cNvGrpSpPr/>
            <p:nvPr/>
          </p:nvGrpSpPr>
          <p:grpSpPr>
            <a:xfrm>
              <a:off x="1543048" y="1158240"/>
              <a:ext cx="1216820" cy="739140"/>
              <a:chOff x="1543048" y="1158240"/>
              <a:chExt cx="1216820" cy="739140"/>
            </a:xfrm>
            <a:grpFill/>
          </p:grpSpPr>
          <p:sp>
            <p:nvSpPr>
              <p:cNvPr id="1033" name="Téglalap: lekerekített 1032">
                <a:extLst>
                  <a:ext uri="{FF2B5EF4-FFF2-40B4-BE49-F238E27FC236}">
                    <a16:creationId xmlns:a16="http://schemas.microsoft.com/office/drawing/2014/main" id="{F491DECD-F691-0D8A-8A20-7F4E84B56C8E}"/>
                  </a:ext>
                </a:extLst>
              </p:cNvPr>
              <p:cNvSpPr/>
              <p:nvPr/>
            </p:nvSpPr>
            <p:spPr>
              <a:xfrm>
                <a:off x="1543048" y="1158240"/>
                <a:ext cx="821551" cy="739140"/>
              </a:xfrm>
              <a:prstGeom prst="roundRect">
                <a:avLst>
                  <a:gd name="adj" fmla="val 23883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34" name="Háromszög 1033">
                <a:extLst>
                  <a:ext uri="{FF2B5EF4-FFF2-40B4-BE49-F238E27FC236}">
                    <a16:creationId xmlns:a16="http://schemas.microsoft.com/office/drawing/2014/main" id="{7FD28537-1F24-1E18-B5F5-C33321B0CEC0}"/>
                  </a:ext>
                </a:extLst>
              </p:cNvPr>
              <p:cNvSpPr/>
              <p:nvPr/>
            </p:nvSpPr>
            <p:spPr>
              <a:xfrm>
                <a:off x="2364599" y="1158240"/>
                <a:ext cx="395269" cy="118110"/>
              </a:xfrm>
              <a:prstGeom prst="triangle">
                <a:avLst>
                  <a:gd name="adj" fmla="val 76364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35" name="Téglalap 1034">
                <a:extLst>
                  <a:ext uri="{FF2B5EF4-FFF2-40B4-BE49-F238E27FC236}">
                    <a16:creationId xmlns:a16="http://schemas.microsoft.com/office/drawing/2014/main" id="{1AF614BF-A7B8-2B38-E2BE-55DB6C4BA98A}"/>
                  </a:ext>
                </a:extLst>
              </p:cNvPr>
              <p:cNvSpPr/>
              <p:nvPr/>
            </p:nvSpPr>
            <p:spPr>
              <a:xfrm>
                <a:off x="2185988" y="1158240"/>
                <a:ext cx="481011" cy="23448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grpSp>
          <p:nvGrpSpPr>
            <p:cNvPr id="1029" name="Csoportba foglalás 1028">
              <a:extLst>
                <a:ext uri="{FF2B5EF4-FFF2-40B4-BE49-F238E27FC236}">
                  <a16:creationId xmlns:a16="http://schemas.microsoft.com/office/drawing/2014/main" id="{582C9B0C-6051-36D5-50C9-5D752BE0FDDA}"/>
                </a:ext>
              </a:extLst>
            </p:cNvPr>
            <p:cNvGrpSpPr/>
            <p:nvPr/>
          </p:nvGrpSpPr>
          <p:grpSpPr>
            <a:xfrm flipH="1">
              <a:off x="5818343" y="1158240"/>
              <a:ext cx="1216820" cy="739140"/>
              <a:chOff x="1543048" y="1158240"/>
              <a:chExt cx="1216820" cy="739140"/>
            </a:xfrm>
            <a:grpFill/>
          </p:grpSpPr>
          <p:sp>
            <p:nvSpPr>
              <p:cNvPr id="1030" name="Téglalap: lekerekített 1029">
                <a:extLst>
                  <a:ext uri="{FF2B5EF4-FFF2-40B4-BE49-F238E27FC236}">
                    <a16:creationId xmlns:a16="http://schemas.microsoft.com/office/drawing/2014/main" id="{C16342CC-96CD-F519-2055-551B390F8047}"/>
                  </a:ext>
                </a:extLst>
              </p:cNvPr>
              <p:cNvSpPr/>
              <p:nvPr/>
            </p:nvSpPr>
            <p:spPr>
              <a:xfrm>
                <a:off x="1543048" y="1158240"/>
                <a:ext cx="821551" cy="739140"/>
              </a:xfrm>
              <a:prstGeom prst="roundRect">
                <a:avLst>
                  <a:gd name="adj" fmla="val 23883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31" name="Háromszög 1030">
                <a:extLst>
                  <a:ext uri="{FF2B5EF4-FFF2-40B4-BE49-F238E27FC236}">
                    <a16:creationId xmlns:a16="http://schemas.microsoft.com/office/drawing/2014/main" id="{F4581969-ED61-98DD-EC2D-6DC78A485B7A}"/>
                  </a:ext>
                </a:extLst>
              </p:cNvPr>
              <p:cNvSpPr/>
              <p:nvPr/>
            </p:nvSpPr>
            <p:spPr>
              <a:xfrm>
                <a:off x="2364599" y="1158240"/>
                <a:ext cx="395269" cy="118110"/>
              </a:xfrm>
              <a:prstGeom prst="triangle">
                <a:avLst>
                  <a:gd name="adj" fmla="val 76364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32" name="Téglalap 1031">
                <a:extLst>
                  <a:ext uri="{FF2B5EF4-FFF2-40B4-BE49-F238E27FC236}">
                    <a16:creationId xmlns:a16="http://schemas.microsoft.com/office/drawing/2014/main" id="{004B2E16-F7D5-69B9-1705-E2D15E01E6D2}"/>
                  </a:ext>
                </a:extLst>
              </p:cNvPr>
              <p:cNvSpPr/>
              <p:nvPr/>
            </p:nvSpPr>
            <p:spPr>
              <a:xfrm>
                <a:off x="2185988" y="1158240"/>
                <a:ext cx="481011" cy="23448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</p:grpSp>
      <p:sp>
        <p:nvSpPr>
          <p:cNvPr id="1050" name="Téglalap 1049">
            <a:extLst>
              <a:ext uri="{FF2B5EF4-FFF2-40B4-BE49-F238E27FC236}">
                <a16:creationId xmlns:a16="http://schemas.microsoft.com/office/drawing/2014/main" id="{48E670E3-609F-657A-7D69-F724041EFD96}"/>
              </a:ext>
            </a:extLst>
          </p:cNvPr>
          <p:cNvSpPr/>
          <p:nvPr/>
        </p:nvSpPr>
        <p:spPr>
          <a:xfrm>
            <a:off x="10069655" y="6072649"/>
            <a:ext cx="4324574" cy="1080226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1051" name="Téglalap: felső két sarkán levágva 1050">
            <a:extLst>
              <a:ext uri="{FF2B5EF4-FFF2-40B4-BE49-F238E27FC236}">
                <a16:creationId xmlns:a16="http://schemas.microsoft.com/office/drawing/2014/main" id="{C99C9B1A-4B2D-94B4-CB58-B808A5E002F4}"/>
              </a:ext>
            </a:extLst>
          </p:cNvPr>
          <p:cNvSpPr/>
          <p:nvPr/>
        </p:nvSpPr>
        <p:spPr>
          <a:xfrm rot="10800000">
            <a:off x="9899052" y="5758071"/>
            <a:ext cx="4608000" cy="314577"/>
          </a:xfrm>
          <a:prstGeom prst="snip2SameRect">
            <a:avLst>
              <a:gd name="adj1" fmla="val 27265"/>
              <a:gd name="adj2" fmla="val 0"/>
            </a:avLst>
          </a:prstGeom>
          <a:solidFill>
            <a:srgbClr val="D9D9D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pic>
        <p:nvPicPr>
          <p:cNvPr id="1047" name="Kép 1046">
            <a:extLst>
              <a:ext uri="{FF2B5EF4-FFF2-40B4-BE49-F238E27FC236}">
                <a16:creationId xmlns:a16="http://schemas.microsoft.com/office/drawing/2014/main" id="{C5EF8435-62A8-0148-A9C0-63A0489A657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65871" y="2367538"/>
            <a:ext cx="3968441" cy="3968441"/>
          </a:xfrm>
          <a:prstGeom prst="rect">
            <a:avLst/>
          </a:prstGeom>
        </p:spPr>
      </p:pic>
      <p:pic>
        <p:nvPicPr>
          <p:cNvPr id="1049" name="Kép 1048">
            <a:extLst>
              <a:ext uri="{FF2B5EF4-FFF2-40B4-BE49-F238E27FC236}">
                <a16:creationId xmlns:a16="http://schemas.microsoft.com/office/drawing/2014/main" id="{F175800E-8EEA-D15D-3BB5-5EFD28E989B1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92693" y="2367539"/>
            <a:ext cx="3968441" cy="3968441"/>
          </a:xfrm>
          <a:prstGeom prst="rect">
            <a:avLst/>
          </a:prstGeom>
        </p:spPr>
      </p:pic>
      <p:pic>
        <p:nvPicPr>
          <p:cNvPr id="1074" name="Kép 1073">
            <a:extLst>
              <a:ext uri="{FF2B5EF4-FFF2-40B4-BE49-F238E27FC236}">
                <a16:creationId xmlns:a16="http://schemas.microsoft.com/office/drawing/2014/main" id="{D5DAFE3A-6B8B-995B-8700-390D7A5F4597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80417" y="-5158151"/>
            <a:ext cx="8985673" cy="5990449"/>
          </a:xfrm>
          <a:prstGeom prst="rect">
            <a:avLst/>
          </a:prstGeom>
        </p:spPr>
      </p:pic>
      <p:pic>
        <p:nvPicPr>
          <p:cNvPr id="2" name="Picture 2">
            <a:extLst>
              <a:ext uri="{FF2B5EF4-FFF2-40B4-BE49-F238E27FC236}">
                <a16:creationId xmlns:a16="http://schemas.microsoft.com/office/drawing/2014/main" id="{FCD36C84-8F1E-3E0B-8529-B795D46B748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96953" y="290047"/>
            <a:ext cx="1347833" cy="1347833"/>
          </a:xfrm>
          <a:prstGeom prst="rect">
            <a:avLst/>
          </a:prstGeom>
          <a:solidFill>
            <a:srgbClr val="DF6266"/>
          </a:solidFill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5D3B8369-B6EF-A957-8C15-42586EECEC32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97846" y="2710322"/>
            <a:ext cx="3539905" cy="3539905"/>
          </a:xfrm>
          <a:prstGeom prst="rect">
            <a:avLst/>
          </a:prstGeom>
        </p:spPr>
      </p:pic>
      <p:sp>
        <p:nvSpPr>
          <p:cNvPr id="3" name="Szövegdoboz 2">
            <a:extLst>
              <a:ext uri="{FF2B5EF4-FFF2-40B4-BE49-F238E27FC236}">
                <a16:creationId xmlns:a16="http://schemas.microsoft.com/office/drawing/2014/main" id="{354C0014-8145-5478-C674-8F4CABE6F7FA}"/>
              </a:ext>
            </a:extLst>
          </p:cNvPr>
          <p:cNvSpPr txBox="1"/>
          <p:nvPr/>
        </p:nvSpPr>
        <p:spPr>
          <a:xfrm>
            <a:off x="1887793" y="8937523"/>
            <a:ext cx="7138219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3200" dirty="0" err="1">
                <a:latin typeface="Bodoni MT" panose="02070603080606020203" pitchFamily="18" charset="0"/>
              </a:rPr>
              <a:t>Adminok</a:t>
            </a:r>
            <a:r>
              <a:rPr lang="hu-HU" sz="3200" dirty="0">
                <a:latin typeface="Bodoni MT" panose="02070603080606020203" pitchFamily="18" charset="0"/>
              </a:rPr>
              <a:t> és tulajdonosok számára</a:t>
            </a:r>
            <a:br>
              <a:rPr lang="hu-HU" sz="3200" dirty="0">
                <a:latin typeface="Bodoni MT" panose="02070603080606020203" pitchFamily="18" charset="0"/>
              </a:rPr>
            </a:br>
            <a:r>
              <a:rPr lang="hu-HU" sz="3200" dirty="0">
                <a:latin typeface="Bodoni MT" panose="02070603080606020203" pitchFamily="18" charset="0"/>
              </a:rPr>
              <a:t>Az oldaluk kezelésére</a:t>
            </a:r>
          </a:p>
        </p:txBody>
      </p:sp>
    </p:spTree>
    <p:extLst>
      <p:ext uri="{BB962C8B-B14F-4D97-AF65-F5344CB8AC3E}">
        <p14:creationId xmlns:p14="http://schemas.microsoft.com/office/powerpoint/2010/main" val="324074576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1250">
        <p15:prstTrans prst="peelOff"/>
      </p:transition>
    </mc:Choice>
    <mc:Fallback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CB1E71-905A-5983-A1DB-99D5A9ACA9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5" name="Csoportba foglalás 54">
            <a:extLst>
              <a:ext uri="{FF2B5EF4-FFF2-40B4-BE49-F238E27FC236}">
                <a16:creationId xmlns:a16="http://schemas.microsoft.com/office/drawing/2014/main" id="{68156372-D78D-E13F-B185-795E96667722}"/>
              </a:ext>
            </a:extLst>
          </p:cNvPr>
          <p:cNvGrpSpPr/>
          <p:nvPr/>
        </p:nvGrpSpPr>
        <p:grpSpPr>
          <a:xfrm>
            <a:off x="19735570" y="1679293"/>
            <a:ext cx="7924802" cy="5153180"/>
            <a:chOff x="1543048" y="1158240"/>
            <a:chExt cx="5495927" cy="3573780"/>
          </a:xfrm>
          <a:solidFill>
            <a:schemeClr val="accent2">
              <a:lumMod val="60000"/>
              <a:lumOff val="40000"/>
            </a:schemeClr>
          </a:solidFill>
        </p:grpSpPr>
        <p:sp>
          <p:nvSpPr>
            <p:cNvPr id="56" name="Téglalap 55">
              <a:extLst>
                <a:ext uri="{FF2B5EF4-FFF2-40B4-BE49-F238E27FC236}">
                  <a16:creationId xmlns:a16="http://schemas.microsoft.com/office/drawing/2014/main" id="{0689F07B-10FE-9ED0-9E04-20A092ABB3A1}"/>
                </a:ext>
              </a:extLst>
            </p:cNvPr>
            <p:cNvSpPr/>
            <p:nvPr/>
          </p:nvSpPr>
          <p:spPr>
            <a:xfrm>
              <a:off x="1543048" y="1275484"/>
              <a:ext cx="5495927" cy="3456536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grpSp>
          <p:nvGrpSpPr>
            <p:cNvPr id="57" name="Csoportba foglalás 56">
              <a:extLst>
                <a:ext uri="{FF2B5EF4-FFF2-40B4-BE49-F238E27FC236}">
                  <a16:creationId xmlns:a16="http://schemas.microsoft.com/office/drawing/2014/main" id="{FA0CB662-E9AE-C5B5-3E0E-A79C2EEF07DB}"/>
                </a:ext>
              </a:extLst>
            </p:cNvPr>
            <p:cNvGrpSpPr/>
            <p:nvPr/>
          </p:nvGrpSpPr>
          <p:grpSpPr>
            <a:xfrm>
              <a:off x="1543048" y="1158240"/>
              <a:ext cx="1216820" cy="739140"/>
              <a:chOff x="1543048" y="1158240"/>
              <a:chExt cx="1216820" cy="739140"/>
            </a:xfrm>
            <a:grpFill/>
          </p:grpSpPr>
          <p:sp>
            <p:nvSpPr>
              <p:cNvPr id="62" name="Téglalap: lekerekített 61">
                <a:extLst>
                  <a:ext uri="{FF2B5EF4-FFF2-40B4-BE49-F238E27FC236}">
                    <a16:creationId xmlns:a16="http://schemas.microsoft.com/office/drawing/2014/main" id="{9729EC60-0D50-73A6-7906-8AA465AA3DCF}"/>
                  </a:ext>
                </a:extLst>
              </p:cNvPr>
              <p:cNvSpPr/>
              <p:nvPr/>
            </p:nvSpPr>
            <p:spPr>
              <a:xfrm>
                <a:off x="1543048" y="1158240"/>
                <a:ext cx="821551" cy="739140"/>
              </a:xfrm>
              <a:prstGeom prst="roundRect">
                <a:avLst>
                  <a:gd name="adj" fmla="val 23883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63" name="Háromszög 62">
                <a:extLst>
                  <a:ext uri="{FF2B5EF4-FFF2-40B4-BE49-F238E27FC236}">
                    <a16:creationId xmlns:a16="http://schemas.microsoft.com/office/drawing/2014/main" id="{0AF7310C-5351-AF41-10D0-BFD03246F2A6}"/>
                  </a:ext>
                </a:extLst>
              </p:cNvPr>
              <p:cNvSpPr/>
              <p:nvPr/>
            </p:nvSpPr>
            <p:spPr>
              <a:xfrm>
                <a:off x="2364599" y="1158240"/>
                <a:ext cx="395269" cy="118110"/>
              </a:xfrm>
              <a:prstGeom prst="triangle">
                <a:avLst>
                  <a:gd name="adj" fmla="val 76364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24" name="Téglalap 1023">
                <a:extLst>
                  <a:ext uri="{FF2B5EF4-FFF2-40B4-BE49-F238E27FC236}">
                    <a16:creationId xmlns:a16="http://schemas.microsoft.com/office/drawing/2014/main" id="{EB0B463E-D53E-5D48-66E4-C11BF0054365}"/>
                  </a:ext>
                </a:extLst>
              </p:cNvPr>
              <p:cNvSpPr/>
              <p:nvPr/>
            </p:nvSpPr>
            <p:spPr>
              <a:xfrm>
                <a:off x="2185988" y="1158240"/>
                <a:ext cx="481011" cy="23448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grpSp>
          <p:nvGrpSpPr>
            <p:cNvPr id="58" name="Csoportba foglalás 57">
              <a:extLst>
                <a:ext uri="{FF2B5EF4-FFF2-40B4-BE49-F238E27FC236}">
                  <a16:creationId xmlns:a16="http://schemas.microsoft.com/office/drawing/2014/main" id="{820549B2-C724-16A3-BDCD-E1831780FDF7}"/>
                </a:ext>
              </a:extLst>
            </p:cNvPr>
            <p:cNvGrpSpPr/>
            <p:nvPr/>
          </p:nvGrpSpPr>
          <p:grpSpPr>
            <a:xfrm flipH="1">
              <a:off x="5818343" y="1158240"/>
              <a:ext cx="1216820" cy="739140"/>
              <a:chOff x="1543048" y="1158240"/>
              <a:chExt cx="1216820" cy="739140"/>
            </a:xfrm>
            <a:grpFill/>
          </p:grpSpPr>
          <p:sp>
            <p:nvSpPr>
              <p:cNvPr id="59" name="Téglalap: lekerekített 58">
                <a:extLst>
                  <a:ext uri="{FF2B5EF4-FFF2-40B4-BE49-F238E27FC236}">
                    <a16:creationId xmlns:a16="http://schemas.microsoft.com/office/drawing/2014/main" id="{92534C0F-6B2A-D565-1B5D-66844805253E}"/>
                  </a:ext>
                </a:extLst>
              </p:cNvPr>
              <p:cNvSpPr/>
              <p:nvPr/>
            </p:nvSpPr>
            <p:spPr>
              <a:xfrm>
                <a:off x="1543048" y="1158240"/>
                <a:ext cx="821551" cy="739140"/>
              </a:xfrm>
              <a:prstGeom prst="roundRect">
                <a:avLst>
                  <a:gd name="adj" fmla="val 23883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60" name="Háromszög 59">
                <a:extLst>
                  <a:ext uri="{FF2B5EF4-FFF2-40B4-BE49-F238E27FC236}">
                    <a16:creationId xmlns:a16="http://schemas.microsoft.com/office/drawing/2014/main" id="{DD0928E4-811E-DBCA-CF70-D9EA05940277}"/>
                  </a:ext>
                </a:extLst>
              </p:cNvPr>
              <p:cNvSpPr/>
              <p:nvPr/>
            </p:nvSpPr>
            <p:spPr>
              <a:xfrm>
                <a:off x="2364599" y="1158240"/>
                <a:ext cx="395269" cy="118110"/>
              </a:xfrm>
              <a:prstGeom prst="triangle">
                <a:avLst>
                  <a:gd name="adj" fmla="val 76364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61" name="Téglalap 60">
                <a:extLst>
                  <a:ext uri="{FF2B5EF4-FFF2-40B4-BE49-F238E27FC236}">
                    <a16:creationId xmlns:a16="http://schemas.microsoft.com/office/drawing/2014/main" id="{E54C2D70-7C22-B4B3-2900-3B5630E6FAB4}"/>
                  </a:ext>
                </a:extLst>
              </p:cNvPr>
              <p:cNvSpPr/>
              <p:nvPr/>
            </p:nvSpPr>
            <p:spPr>
              <a:xfrm>
                <a:off x="2185988" y="1158240"/>
                <a:ext cx="481011" cy="23448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</p:grpSp>
      <p:sp>
        <p:nvSpPr>
          <p:cNvPr id="1075" name="Téglalap 1074">
            <a:extLst>
              <a:ext uri="{FF2B5EF4-FFF2-40B4-BE49-F238E27FC236}">
                <a16:creationId xmlns:a16="http://schemas.microsoft.com/office/drawing/2014/main" id="{EF99C92C-F740-AE62-99BF-2FDB5CA89333}"/>
              </a:ext>
            </a:extLst>
          </p:cNvPr>
          <p:cNvSpPr/>
          <p:nvPr/>
        </p:nvSpPr>
        <p:spPr>
          <a:xfrm>
            <a:off x="19856074" y="1764447"/>
            <a:ext cx="7571770" cy="50680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endParaRPr lang="hu-HU" dirty="0"/>
          </a:p>
        </p:txBody>
      </p:sp>
      <p:grpSp>
        <p:nvGrpSpPr>
          <p:cNvPr id="34" name="Csoportba foglalás 33">
            <a:extLst>
              <a:ext uri="{FF2B5EF4-FFF2-40B4-BE49-F238E27FC236}">
                <a16:creationId xmlns:a16="http://schemas.microsoft.com/office/drawing/2014/main" id="{AE7EBE2E-0C82-C236-8CBF-79C726850FF3}"/>
              </a:ext>
            </a:extLst>
          </p:cNvPr>
          <p:cNvGrpSpPr/>
          <p:nvPr/>
        </p:nvGrpSpPr>
        <p:grpSpPr>
          <a:xfrm>
            <a:off x="-8724657" y="1679293"/>
            <a:ext cx="7924802" cy="5153180"/>
            <a:chOff x="1543048" y="1158240"/>
            <a:chExt cx="5495927" cy="3573780"/>
          </a:xfrm>
          <a:solidFill>
            <a:schemeClr val="bg1">
              <a:lumMod val="65000"/>
            </a:schemeClr>
          </a:solidFill>
        </p:grpSpPr>
        <p:sp>
          <p:nvSpPr>
            <p:cNvPr id="16" name="Téglalap 15">
              <a:extLst>
                <a:ext uri="{FF2B5EF4-FFF2-40B4-BE49-F238E27FC236}">
                  <a16:creationId xmlns:a16="http://schemas.microsoft.com/office/drawing/2014/main" id="{D62A8E00-30F4-D71B-CE3E-C6ECE7355A52}"/>
                </a:ext>
              </a:extLst>
            </p:cNvPr>
            <p:cNvSpPr/>
            <p:nvPr/>
          </p:nvSpPr>
          <p:spPr>
            <a:xfrm>
              <a:off x="1543048" y="1275484"/>
              <a:ext cx="5495927" cy="3456536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grpSp>
          <p:nvGrpSpPr>
            <p:cNvPr id="25" name="Csoportba foglalás 24">
              <a:extLst>
                <a:ext uri="{FF2B5EF4-FFF2-40B4-BE49-F238E27FC236}">
                  <a16:creationId xmlns:a16="http://schemas.microsoft.com/office/drawing/2014/main" id="{8C25DC66-D116-D345-8340-2F871C4398E3}"/>
                </a:ext>
              </a:extLst>
            </p:cNvPr>
            <p:cNvGrpSpPr/>
            <p:nvPr/>
          </p:nvGrpSpPr>
          <p:grpSpPr>
            <a:xfrm>
              <a:off x="1543048" y="1158240"/>
              <a:ext cx="1216820" cy="739140"/>
              <a:chOff x="1543048" y="1158240"/>
              <a:chExt cx="1216820" cy="739140"/>
            </a:xfrm>
            <a:grpFill/>
          </p:grpSpPr>
          <p:sp>
            <p:nvSpPr>
              <p:cNvPr id="17" name="Téglalap: lekerekített 16">
                <a:extLst>
                  <a:ext uri="{FF2B5EF4-FFF2-40B4-BE49-F238E27FC236}">
                    <a16:creationId xmlns:a16="http://schemas.microsoft.com/office/drawing/2014/main" id="{9C95A302-47A2-638C-3C9E-467E46A9C7A4}"/>
                  </a:ext>
                </a:extLst>
              </p:cNvPr>
              <p:cNvSpPr/>
              <p:nvPr/>
            </p:nvSpPr>
            <p:spPr>
              <a:xfrm>
                <a:off x="1543048" y="1158240"/>
                <a:ext cx="821551" cy="739140"/>
              </a:xfrm>
              <a:prstGeom prst="roundRect">
                <a:avLst>
                  <a:gd name="adj" fmla="val 23883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9" name="Háromszög 18">
                <a:extLst>
                  <a:ext uri="{FF2B5EF4-FFF2-40B4-BE49-F238E27FC236}">
                    <a16:creationId xmlns:a16="http://schemas.microsoft.com/office/drawing/2014/main" id="{E5201852-96C9-3615-8905-E5E731AC40AA}"/>
                  </a:ext>
                </a:extLst>
              </p:cNvPr>
              <p:cNvSpPr/>
              <p:nvPr/>
            </p:nvSpPr>
            <p:spPr>
              <a:xfrm>
                <a:off x="2364599" y="1158240"/>
                <a:ext cx="395269" cy="118110"/>
              </a:xfrm>
              <a:prstGeom prst="triangle">
                <a:avLst>
                  <a:gd name="adj" fmla="val 76364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20" name="Téglalap 19">
                <a:extLst>
                  <a:ext uri="{FF2B5EF4-FFF2-40B4-BE49-F238E27FC236}">
                    <a16:creationId xmlns:a16="http://schemas.microsoft.com/office/drawing/2014/main" id="{98D80512-6C2B-5703-7E0E-A4215C25863F}"/>
                  </a:ext>
                </a:extLst>
              </p:cNvPr>
              <p:cNvSpPr/>
              <p:nvPr/>
            </p:nvSpPr>
            <p:spPr>
              <a:xfrm>
                <a:off x="2185988" y="1158240"/>
                <a:ext cx="481011" cy="23448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grpSp>
          <p:nvGrpSpPr>
            <p:cNvPr id="30" name="Csoportba foglalás 29">
              <a:extLst>
                <a:ext uri="{FF2B5EF4-FFF2-40B4-BE49-F238E27FC236}">
                  <a16:creationId xmlns:a16="http://schemas.microsoft.com/office/drawing/2014/main" id="{78007F3A-4A5A-D352-8F69-DE44AA8460E2}"/>
                </a:ext>
              </a:extLst>
            </p:cNvPr>
            <p:cNvGrpSpPr/>
            <p:nvPr/>
          </p:nvGrpSpPr>
          <p:grpSpPr>
            <a:xfrm flipH="1">
              <a:off x="5818343" y="1158240"/>
              <a:ext cx="1216820" cy="739140"/>
              <a:chOff x="1543048" y="1158240"/>
              <a:chExt cx="1216820" cy="739140"/>
            </a:xfrm>
            <a:grpFill/>
          </p:grpSpPr>
          <p:sp>
            <p:nvSpPr>
              <p:cNvPr id="31" name="Téglalap: lekerekített 30">
                <a:extLst>
                  <a:ext uri="{FF2B5EF4-FFF2-40B4-BE49-F238E27FC236}">
                    <a16:creationId xmlns:a16="http://schemas.microsoft.com/office/drawing/2014/main" id="{14F409F0-0963-C5C7-B684-7FD675073C8C}"/>
                  </a:ext>
                </a:extLst>
              </p:cNvPr>
              <p:cNvSpPr/>
              <p:nvPr/>
            </p:nvSpPr>
            <p:spPr>
              <a:xfrm>
                <a:off x="1543048" y="1158240"/>
                <a:ext cx="821551" cy="739140"/>
              </a:xfrm>
              <a:prstGeom prst="roundRect">
                <a:avLst>
                  <a:gd name="adj" fmla="val 23883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2" name="Háromszög 31">
                <a:extLst>
                  <a:ext uri="{FF2B5EF4-FFF2-40B4-BE49-F238E27FC236}">
                    <a16:creationId xmlns:a16="http://schemas.microsoft.com/office/drawing/2014/main" id="{C241FCE5-155D-26CE-E7F6-F2F46DCC4DCA}"/>
                  </a:ext>
                </a:extLst>
              </p:cNvPr>
              <p:cNvSpPr/>
              <p:nvPr/>
            </p:nvSpPr>
            <p:spPr>
              <a:xfrm>
                <a:off x="2364599" y="1158240"/>
                <a:ext cx="395269" cy="118110"/>
              </a:xfrm>
              <a:prstGeom prst="triangle">
                <a:avLst>
                  <a:gd name="adj" fmla="val 76364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" name="Téglalap 32">
                <a:extLst>
                  <a:ext uri="{FF2B5EF4-FFF2-40B4-BE49-F238E27FC236}">
                    <a16:creationId xmlns:a16="http://schemas.microsoft.com/office/drawing/2014/main" id="{46DF3840-F812-BD70-E90D-C281893C3AC8}"/>
                  </a:ext>
                </a:extLst>
              </p:cNvPr>
              <p:cNvSpPr/>
              <p:nvPr/>
            </p:nvSpPr>
            <p:spPr>
              <a:xfrm>
                <a:off x="2185988" y="1158240"/>
                <a:ext cx="481011" cy="23448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</p:grpSp>
      <p:sp>
        <p:nvSpPr>
          <p:cNvPr id="1076" name="Téglalap 1075">
            <a:extLst>
              <a:ext uri="{FF2B5EF4-FFF2-40B4-BE49-F238E27FC236}">
                <a16:creationId xmlns:a16="http://schemas.microsoft.com/office/drawing/2014/main" id="{2D286AD1-7188-4D0F-23EE-D71D048B5352}"/>
              </a:ext>
            </a:extLst>
          </p:cNvPr>
          <p:cNvSpPr/>
          <p:nvPr/>
        </p:nvSpPr>
        <p:spPr>
          <a:xfrm>
            <a:off x="-51361" y="0"/>
            <a:ext cx="12288196" cy="688577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r>
              <a:rPr lang="pl-PL" sz="6000" dirty="0">
                <a:solidFill>
                  <a:schemeClr val="tx1"/>
                </a:solidFill>
                <a:latin typeface="Bodoni MT" panose="02070603080606020203" pitchFamily="18" charset="0"/>
              </a:rPr>
              <a:t>Mi a cél és kiknek szól?</a:t>
            </a:r>
            <a:endParaRPr lang="hu-HU" sz="6000" dirty="0">
              <a:solidFill>
                <a:schemeClr val="tx1"/>
              </a:solidFill>
              <a:latin typeface="Bodoni MT" panose="02070603080606020203" pitchFamily="18" charset="0"/>
            </a:endParaRPr>
          </a:p>
        </p:txBody>
      </p:sp>
      <p:grpSp>
        <p:nvGrpSpPr>
          <p:cNvPr id="45" name="Csoportba foglalás 44">
            <a:extLst>
              <a:ext uri="{FF2B5EF4-FFF2-40B4-BE49-F238E27FC236}">
                <a16:creationId xmlns:a16="http://schemas.microsoft.com/office/drawing/2014/main" id="{80FDEE70-C174-5DAF-8C6A-18AAC0A7E3B4}"/>
              </a:ext>
            </a:extLst>
          </p:cNvPr>
          <p:cNvGrpSpPr/>
          <p:nvPr/>
        </p:nvGrpSpPr>
        <p:grpSpPr>
          <a:xfrm>
            <a:off x="-8730153" y="5416324"/>
            <a:ext cx="7924802" cy="1614829"/>
            <a:chOff x="1543048" y="1158240"/>
            <a:chExt cx="5495927" cy="3573780"/>
          </a:xfrm>
          <a:solidFill>
            <a:schemeClr val="bg2">
              <a:lumMod val="90000"/>
            </a:schemeClr>
          </a:solidFill>
        </p:grpSpPr>
        <p:sp>
          <p:nvSpPr>
            <p:cNvPr id="46" name="Téglalap 45">
              <a:extLst>
                <a:ext uri="{FF2B5EF4-FFF2-40B4-BE49-F238E27FC236}">
                  <a16:creationId xmlns:a16="http://schemas.microsoft.com/office/drawing/2014/main" id="{37CC6F81-CF4D-D527-0733-B521AD401A66}"/>
                </a:ext>
              </a:extLst>
            </p:cNvPr>
            <p:cNvSpPr/>
            <p:nvPr/>
          </p:nvSpPr>
          <p:spPr>
            <a:xfrm>
              <a:off x="1543048" y="1275484"/>
              <a:ext cx="5495927" cy="3456536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grpSp>
          <p:nvGrpSpPr>
            <p:cNvPr id="47" name="Csoportba foglalás 46">
              <a:extLst>
                <a:ext uri="{FF2B5EF4-FFF2-40B4-BE49-F238E27FC236}">
                  <a16:creationId xmlns:a16="http://schemas.microsoft.com/office/drawing/2014/main" id="{22D00780-4934-9597-7A3B-063E9A0C0FAE}"/>
                </a:ext>
              </a:extLst>
            </p:cNvPr>
            <p:cNvGrpSpPr/>
            <p:nvPr/>
          </p:nvGrpSpPr>
          <p:grpSpPr>
            <a:xfrm>
              <a:off x="1543048" y="1158240"/>
              <a:ext cx="1216820" cy="739140"/>
              <a:chOff x="1543048" y="1158240"/>
              <a:chExt cx="1216820" cy="739140"/>
            </a:xfrm>
            <a:grpFill/>
          </p:grpSpPr>
          <p:sp>
            <p:nvSpPr>
              <p:cNvPr id="52" name="Téglalap: lekerekített 51">
                <a:extLst>
                  <a:ext uri="{FF2B5EF4-FFF2-40B4-BE49-F238E27FC236}">
                    <a16:creationId xmlns:a16="http://schemas.microsoft.com/office/drawing/2014/main" id="{D4814EB1-301B-D1C6-BBDC-64344AD1C0E9}"/>
                  </a:ext>
                </a:extLst>
              </p:cNvPr>
              <p:cNvSpPr/>
              <p:nvPr/>
            </p:nvSpPr>
            <p:spPr>
              <a:xfrm>
                <a:off x="1543048" y="1158240"/>
                <a:ext cx="821551" cy="739140"/>
              </a:xfrm>
              <a:prstGeom prst="roundRect">
                <a:avLst>
                  <a:gd name="adj" fmla="val 23883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53" name="Háromszög 52">
                <a:extLst>
                  <a:ext uri="{FF2B5EF4-FFF2-40B4-BE49-F238E27FC236}">
                    <a16:creationId xmlns:a16="http://schemas.microsoft.com/office/drawing/2014/main" id="{2B99F3A7-6DBC-339D-B117-F5A81A795232}"/>
                  </a:ext>
                </a:extLst>
              </p:cNvPr>
              <p:cNvSpPr/>
              <p:nvPr/>
            </p:nvSpPr>
            <p:spPr>
              <a:xfrm>
                <a:off x="2364599" y="1158240"/>
                <a:ext cx="395269" cy="118110"/>
              </a:xfrm>
              <a:prstGeom prst="triangle">
                <a:avLst>
                  <a:gd name="adj" fmla="val 76364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54" name="Téglalap 53">
                <a:extLst>
                  <a:ext uri="{FF2B5EF4-FFF2-40B4-BE49-F238E27FC236}">
                    <a16:creationId xmlns:a16="http://schemas.microsoft.com/office/drawing/2014/main" id="{C1552448-1525-A448-9260-F961739184D7}"/>
                  </a:ext>
                </a:extLst>
              </p:cNvPr>
              <p:cNvSpPr/>
              <p:nvPr/>
            </p:nvSpPr>
            <p:spPr>
              <a:xfrm>
                <a:off x="2185988" y="1158240"/>
                <a:ext cx="481011" cy="23448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grpSp>
          <p:nvGrpSpPr>
            <p:cNvPr id="48" name="Csoportba foglalás 47">
              <a:extLst>
                <a:ext uri="{FF2B5EF4-FFF2-40B4-BE49-F238E27FC236}">
                  <a16:creationId xmlns:a16="http://schemas.microsoft.com/office/drawing/2014/main" id="{55350557-5212-E25F-F204-60AFBAD13548}"/>
                </a:ext>
              </a:extLst>
            </p:cNvPr>
            <p:cNvGrpSpPr/>
            <p:nvPr/>
          </p:nvGrpSpPr>
          <p:grpSpPr>
            <a:xfrm flipH="1">
              <a:off x="5818343" y="1158240"/>
              <a:ext cx="1216820" cy="739140"/>
              <a:chOff x="1543048" y="1158240"/>
              <a:chExt cx="1216820" cy="739140"/>
            </a:xfrm>
            <a:grpFill/>
          </p:grpSpPr>
          <p:sp>
            <p:nvSpPr>
              <p:cNvPr id="49" name="Téglalap: lekerekített 48">
                <a:extLst>
                  <a:ext uri="{FF2B5EF4-FFF2-40B4-BE49-F238E27FC236}">
                    <a16:creationId xmlns:a16="http://schemas.microsoft.com/office/drawing/2014/main" id="{6A5BDACF-0EF1-B1EA-4DA2-0436661FAC67}"/>
                  </a:ext>
                </a:extLst>
              </p:cNvPr>
              <p:cNvSpPr/>
              <p:nvPr/>
            </p:nvSpPr>
            <p:spPr>
              <a:xfrm>
                <a:off x="1543048" y="1158240"/>
                <a:ext cx="821551" cy="739140"/>
              </a:xfrm>
              <a:prstGeom prst="roundRect">
                <a:avLst>
                  <a:gd name="adj" fmla="val 23883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50" name="Háromszög 49">
                <a:extLst>
                  <a:ext uri="{FF2B5EF4-FFF2-40B4-BE49-F238E27FC236}">
                    <a16:creationId xmlns:a16="http://schemas.microsoft.com/office/drawing/2014/main" id="{F8409574-1704-4F16-DD54-D68FD71A358E}"/>
                  </a:ext>
                </a:extLst>
              </p:cNvPr>
              <p:cNvSpPr/>
              <p:nvPr/>
            </p:nvSpPr>
            <p:spPr>
              <a:xfrm>
                <a:off x="2364599" y="1158240"/>
                <a:ext cx="395269" cy="118110"/>
              </a:xfrm>
              <a:prstGeom prst="triangle">
                <a:avLst>
                  <a:gd name="adj" fmla="val 76364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51" name="Téglalap 50">
                <a:extLst>
                  <a:ext uri="{FF2B5EF4-FFF2-40B4-BE49-F238E27FC236}">
                    <a16:creationId xmlns:a16="http://schemas.microsoft.com/office/drawing/2014/main" id="{DE46BC53-3871-02A8-16CF-3BCF226F7DBC}"/>
                  </a:ext>
                </a:extLst>
              </p:cNvPr>
              <p:cNvSpPr/>
              <p:nvPr/>
            </p:nvSpPr>
            <p:spPr>
              <a:xfrm>
                <a:off x="2185988" y="1158240"/>
                <a:ext cx="481011" cy="23448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</p:grpSp>
      <p:pic>
        <p:nvPicPr>
          <p:cNvPr id="1045" name="Kép 1044">
            <a:extLst>
              <a:ext uri="{FF2B5EF4-FFF2-40B4-BE49-F238E27FC236}">
                <a16:creationId xmlns:a16="http://schemas.microsoft.com/office/drawing/2014/main" id="{895B05B3-0BFA-3D1E-0ED9-01F5F90C82A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artisticBlur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9865526" y="1789974"/>
            <a:ext cx="7552866" cy="480060"/>
          </a:xfrm>
          <a:prstGeom prst="rect">
            <a:avLst/>
          </a:prstGeom>
          <a:effectLst/>
        </p:spPr>
      </p:pic>
      <p:grpSp>
        <p:nvGrpSpPr>
          <p:cNvPr id="1025" name="Csoportba foglalás 1024">
            <a:extLst>
              <a:ext uri="{FF2B5EF4-FFF2-40B4-BE49-F238E27FC236}">
                <a16:creationId xmlns:a16="http://schemas.microsoft.com/office/drawing/2014/main" id="{BBBF06C9-E197-4B88-B3BF-98BE285CE244}"/>
              </a:ext>
            </a:extLst>
          </p:cNvPr>
          <p:cNvGrpSpPr/>
          <p:nvPr/>
        </p:nvGrpSpPr>
        <p:grpSpPr>
          <a:xfrm>
            <a:off x="19741288" y="1817423"/>
            <a:ext cx="7924802" cy="5068026"/>
            <a:chOff x="1543048" y="1158240"/>
            <a:chExt cx="5495927" cy="3573780"/>
          </a:xfrm>
          <a:solidFill>
            <a:schemeClr val="accent2">
              <a:lumMod val="40000"/>
              <a:lumOff val="60000"/>
            </a:schemeClr>
          </a:solidFill>
        </p:grpSpPr>
        <p:sp>
          <p:nvSpPr>
            <p:cNvPr id="1027" name="Téglalap 1026">
              <a:extLst>
                <a:ext uri="{FF2B5EF4-FFF2-40B4-BE49-F238E27FC236}">
                  <a16:creationId xmlns:a16="http://schemas.microsoft.com/office/drawing/2014/main" id="{2CB96238-DE3B-C57D-F21B-DD99E074E376}"/>
                </a:ext>
              </a:extLst>
            </p:cNvPr>
            <p:cNvSpPr/>
            <p:nvPr/>
          </p:nvSpPr>
          <p:spPr>
            <a:xfrm>
              <a:off x="1543048" y="1275484"/>
              <a:ext cx="5495927" cy="3456536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grpSp>
          <p:nvGrpSpPr>
            <p:cNvPr id="1028" name="Csoportba foglalás 1027">
              <a:extLst>
                <a:ext uri="{FF2B5EF4-FFF2-40B4-BE49-F238E27FC236}">
                  <a16:creationId xmlns:a16="http://schemas.microsoft.com/office/drawing/2014/main" id="{C475EC7B-EFBD-72F9-FF17-14B0F1AB4842}"/>
                </a:ext>
              </a:extLst>
            </p:cNvPr>
            <p:cNvGrpSpPr/>
            <p:nvPr/>
          </p:nvGrpSpPr>
          <p:grpSpPr>
            <a:xfrm>
              <a:off x="1543048" y="1158240"/>
              <a:ext cx="1216820" cy="739140"/>
              <a:chOff x="1543048" y="1158240"/>
              <a:chExt cx="1216820" cy="739140"/>
            </a:xfrm>
            <a:grpFill/>
          </p:grpSpPr>
          <p:sp>
            <p:nvSpPr>
              <p:cNvPr id="1033" name="Téglalap: lekerekített 1032">
                <a:extLst>
                  <a:ext uri="{FF2B5EF4-FFF2-40B4-BE49-F238E27FC236}">
                    <a16:creationId xmlns:a16="http://schemas.microsoft.com/office/drawing/2014/main" id="{DA52FAF2-C95A-5379-CA93-461BA7770FAA}"/>
                  </a:ext>
                </a:extLst>
              </p:cNvPr>
              <p:cNvSpPr/>
              <p:nvPr/>
            </p:nvSpPr>
            <p:spPr>
              <a:xfrm>
                <a:off x="1543048" y="1158240"/>
                <a:ext cx="821551" cy="739140"/>
              </a:xfrm>
              <a:prstGeom prst="roundRect">
                <a:avLst>
                  <a:gd name="adj" fmla="val 23883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34" name="Háromszög 1033">
                <a:extLst>
                  <a:ext uri="{FF2B5EF4-FFF2-40B4-BE49-F238E27FC236}">
                    <a16:creationId xmlns:a16="http://schemas.microsoft.com/office/drawing/2014/main" id="{7C5F28AD-5E46-A2D8-B96F-DB27A47F5ED2}"/>
                  </a:ext>
                </a:extLst>
              </p:cNvPr>
              <p:cNvSpPr/>
              <p:nvPr/>
            </p:nvSpPr>
            <p:spPr>
              <a:xfrm>
                <a:off x="2364599" y="1158240"/>
                <a:ext cx="395269" cy="118110"/>
              </a:xfrm>
              <a:prstGeom prst="triangle">
                <a:avLst>
                  <a:gd name="adj" fmla="val 76364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35" name="Téglalap 1034">
                <a:extLst>
                  <a:ext uri="{FF2B5EF4-FFF2-40B4-BE49-F238E27FC236}">
                    <a16:creationId xmlns:a16="http://schemas.microsoft.com/office/drawing/2014/main" id="{FB1ACDE8-6F84-2CEB-FDAC-13909EA93D39}"/>
                  </a:ext>
                </a:extLst>
              </p:cNvPr>
              <p:cNvSpPr/>
              <p:nvPr/>
            </p:nvSpPr>
            <p:spPr>
              <a:xfrm>
                <a:off x="2185988" y="1158240"/>
                <a:ext cx="481011" cy="23448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grpSp>
          <p:nvGrpSpPr>
            <p:cNvPr id="1029" name="Csoportba foglalás 1028">
              <a:extLst>
                <a:ext uri="{FF2B5EF4-FFF2-40B4-BE49-F238E27FC236}">
                  <a16:creationId xmlns:a16="http://schemas.microsoft.com/office/drawing/2014/main" id="{B35206B0-3616-E9F8-F961-06300A5EC1BC}"/>
                </a:ext>
              </a:extLst>
            </p:cNvPr>
            <p:cNvGrpSpPr/>
            <p:nvPr/>
          </p:nvGrpSpPr>
          <p:grpSpPr>
            <a:xfrm flipH="1">
              <a:off x="5818343" y="1158240"/>
              <a:ext cx="1216820" cy="739140"/>
              <a:chOff x="1543048" y="1158240"/>
              <a:chExt cx="1216820" cy="739140"/>
            </a:xfrm>
            <a:grpFill/>
          </p:grpSpPr>
          <p:sp>
            <p:nvSpPr>
              <p:cNvPr id="1030" name="Téglalap: lekerekített 1029">
                <a:extLst>
                  <a:ext uri="{FF2B5EF4-FFF2-40B4-BE49-F238E27FC236}">
                    <a16:creationId xmlns:a16="http://schemas.microsoft.com/office/drawing/2014/main" id="{9534B8FD-FBD9-9E3A-A154-84865EF4B2FD}"/>
                  </a:ext>
                </a:extLst>
              </p:cNvPr>
              <p:cNvSpPr/>
              <p:nvPr/>
            </p:nvSpPr>
            <p:spPr>
              <a:xfrm>
                <a:off x="1543048" y="1158240"/>
                <a:ext cx="821551" cy="739140"/>
              </a:xfrm>
              <a:prstGeom prst="roundRect">
                <a:avLst>
                  <a:gd name="adj" fmla="val 23883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31" name="Háromszög 1030">
                <a:extLst>
                  <a:ext uri="{FF2B5EF4-FFF2-40B4-BE49-F238E27FC236}">
                    <a16:creationId xmlns:a16="http://schemas.microsoft.com/office/drawing/2014/main" id="{837AE1E2-E39F-6B65-E03F-9090310A918B}"/>
                  </a:ext>
                </a:extLst>
              </p:cNvPr>
              <p:cNvSpPr/>
              <p:nvPr/>
            </p:nvSpPr>
            <p:spPr>
              <a:xfrm>
                <a:off x="2364599" y="1158240"/>
                <a:ext cx="395269" cy="118110"/>
              </a:xfrm>
              <a:prstGeom prst="triangle">
                <a:avLst>
                  <a:gd name="adj" fmla="val 76364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32" name="Téglalap 1031">
                <a:extLst>
                  <a:ext uri="{FF2B5EF4-FFF2-40B4-BE49-F238E27FC236}">
                    <a16:creationId xmlns:a16="http://schemas.microsoft.com/office/drawing/2014/main" id="{C7915CB2-EF72-394D-9E5A-5B7C7794D72C}"/>
                  </a:ext>
                </a:extLst>
              </p:cNvPr>
              <p:cNvSpPr/>
              <p:nvPr/>
            </p:nvSpPr>
            <p:spPr>
              <a:xfrm>
                <a:off x="2185988" y="1158240"/>
                <a:ext cx="481011" cy="23448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</p:grpSp>
      <p:sp>
        <p:nvSpPr>
          <p:cNvPr id="1050" name="Téglalap 1049">
            <a:extLst>
              <a:ext uri="{FF2B5EF4-FFF2-40B4-BE49-F238E27FC236}">
                <a16:creationId xmlns:a16="http://schemas.microsoft.com/office/drawing/2014/main" id="{B9D5F1DE-CB24-D59B-7B2B-DA18A89D64B7}"/>
              </a:ext>
            </a:extLst>
          </p:cNvPr>
          <p:cNvSpPr/>
          <p:nvPr/>
        </p:nvSpPr>
        <p:spPr>
          <a:xfrm>
            <a:off x="10069655" y="6072649"/>
            <a:ext cx="4324574" cy="1080226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1051" name="Téglalap: felső két sarkán levágva 1050">
            <a:extLst>
              <a:ext uri="{FF2B5EF4-FFF2-40B4-BE49-F238E27FC236}">
                <a16:creationId xmlns:a16="http://schemas.microsoft.com/office/drawing/2014/main" id="{D0DC3E2E-8F2D-F4A4-5B61-585807A56D92}"/>
              </a:ext>
            </a:extLst>
          </p:cNvPr>
          <p:cNvSpPr/>
          <p:nvPr/>
        </p:nvSpPr>
        <p:spPr>
          <a:xfrm rot="10800000">
            <a:off x="9899052" y="5758071"/>
            <a:ext cx="4608000" cy="314577"/>
          </a:xfrm>
          <a:prstGeom prst="snip2SameRect">
            <a:avLst>
              <a:gd name="adj1" fmla="val 27265"/>
              <a:gd name="adj2" fmla="val 0"/>
            </a:avLst>
          </a:prstGeom>
          <a:solidFill>
            <a:srgbClr val="D9D9D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pic>
        <p:nvPicPr>
          <p:cNvPr id="1047" name="Kép 1046">
            <a:extLst>
              <a:ext uri="{FF2B5EF4-FFF2-40B4-BE49-F238E27FC236}">
                <a16:creationId xmlns:a16="http://schemas.microsoft.com/office/drawing/2014/main" id="{3662A2C2-B27A-F2F8-5B4A-528EB7A8D8A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65871" y="2367538"/>
            <a:ext cx="3968441" cy="3968441"/>
          </a:xfrm>
          <a:prstGeom prst="rect">
            <a:avLst/>
          </a:prstGeom>
        </p:spPr>
      </p:pic>
      <p:pic>
        <p:nvPicPr>
          <p:cNvPr id="1049" name="Kép 1048">
            <a:extLst>
              <a:ext uri="{FF2B5EF4-FFF2-40B4-BE49-F238E27FC236}">
                <a16:creationId xmlns:a16="http://schemas.microsoft.com/office/drawing/2014/main" id="{69B9B2A3-BC0F-104D-B695-6700BE7F3D28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92693" y="2367539"/>
            <a:ext cx="3968441" cy="3968441"/>
          </a:xfrm>
          <a:prstGeom prst="rect">
            <a:avLst/>
          </a:prstGeom>
        </p:spPr>
      </p:pic>
      <p:pic>
        <p:nvPicPr>
          <p:cNvPr id="1074" name="Kép 1073">
            <a:extLst>
              <a:ext uri="{FF2B5EF4-FFF2-40B4-BE49-F238E27FC236}">
                <a16:creationId xmlns:a16="http://schemas.microsoft.com/office/drawing/2014/main" id="{BE54954E-D9CA-3F5E-D6A4-FE6912E6440D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80417" y="-5158151"/>
            <a:ext cx="8985673" cy="5990449"/>
          </a:xfrm>
          <a:prstGeom prst="rect">
            <a:avLst/>
          </a:prstGeom>
        </p:spPr>
      </p:pic>
      <p:pic>
        <p:nvPicPr>
          <p:cNvPr id="2" name="Picture 2">
            <a:extLst>
              <a:ext uri="{FF2B5EF4-FFF2-40B4-BE49-F238E27FC236}">
                <a16:creationId xmlns:a16="http://schemas.microsoft.com/office/drawing/2014/main" id="{70AE0A0B-6649-DAE5-C503-C7E80D35A13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96953" y="290047"/>
            <a:ext cx="1347833" cy="1347833"/>
          </a:xfrm>
          <a:prstGeom prst="rect">
            <a:avLst/>
          </a:prstGeom>
          <a:solidFill>
            <a:srgbClr val="DF6266"/>
          </a:solidFill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A52DC025-1C85-CCCF-7163-2E92B0B04980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97846" y="2710322"/>
            <a:ext cx="3539905" cy="3539905"/>
          </a:xfrm>
          <a:prstGeom prst="rect">
            <a:avLst/>
          </a:prstGeom>
        </p:spPr>
      </p:pic>
      <p:sp>
        <p:nvSpPr>
          <p:cNvPr id="3" name="Szövegdoboz 2">
            <a:extLst>
              <a:ext uri="{FF2B5EF4-FFF2-40B4-BE49-F238E27FC236}">
                <a16:creationId xmlns:a16="http://schemas.microsoft.com/office/drawing/2014/main" id="{4BE6F61E-F124-23AF-0051-8A4E59EF27A3}"/>
              </a:ext>
            </a:extLst>
          </p:cNvPr>
          <p:cNvSpPr txBox="1"/>
          <p:nvPr/>
        </p:nvSpPr>
        <p:spPr>
          <a:xfrm>
            <a:off x="2404143" y="4298460"/>
            <a:ext cx="7138219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3200" dirty="0" err="1">
                <a:latin typeface="Bodoni MT" panose="02070603080606020203" pitchFamily="18" charset="0"/>
              </a:rPr>
              <a:t>Adminok</a:t>
            </a:r>
            <a:r>
              <a:rPr lang="hu-HU" sz="3200" dirty="0">
                <a:latin typeface="Bodoni MT" panose="02070603080606020203" pitchFamily="18" charset="0"/>
              </a:rPr>
              <a:t> és tulajdonosok számára hogy oldalukat </a:t>
            </a:r>
            <a:r>
              <a:rPr lang="hu-HU" sz="3200" dirty="0" err="1">
                <a:latin typeface="Bodoni MT" panose="02070603080606020203" pitchFamily="18" charset="0"/>
              </a:rPr>
              <a:t>kezelhesék</a:t>
            </a:r>
            <a:endParaRPr lang="hu-HU" sz="3200" dirty="0">
              <a:latin typeface="Bodoni MT" panose="02070603080606020203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87011151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C2CECD-C749-ECDD-2F2D-311D095B57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5" name="Csoportba foglalás 54">
            <a:extLst>
              <a:ext uri="{FF2B5EF4-FFF2-40B4-BE49-F238E27FC236}">
                <a16:creationId xmlns:a16="http://schemas.microsoft.com/office/drawing/2014/main" id="{82DB64EA-829F-6FAB-0EDD-79836B30D16F}"/>
              </a:ext>
            </a:extLst>
          </p:cNvPr>
          <p:cNvGrpSpPr/>
          <p:nvPr/>
        </p:nvGrpSpPr>
        <p:grpSpPr>
          <a:xfrm>
            <a:off x="19735570" y="1679293"/>
            <a:ext cx="7924802" cy="5153180"/>
            <a:chOff x="1543048" y="1158240"/>
            <a:chExt cx="5495927" cy="3573780"/>
          </a:xfrm>
          <a:solidFill>
            <a:schemeClr val="accent2">
              <a:lumMod val="60000"/>
              <a:lumOff val="40000"/>
            </a:schemeClr>
          </a:solidFill>
        </p:grpSpPr>
        <p:sp>
          <p:nvSpPr>
            <p:cNvPr id="56" name="Téglalap 55">
              <a:extLst>
                <a:ext uri="{FF2B5EF4-FFF2-40B4-BE49-F238E27FC236}">
                  <a16:creationId xmlns:a16="http://schemas.microsoft.com/office/drawing/2014/main" id="{1F03081F-FBF1-3BF5-A563-4BAB1C3E7361}"/>
                </a:ext>
              </a:extLst>
            </p:cNvPr>
            <p:cNvSpPr/>
            <p:nvPr/>
          </p:nvSpPr>
          <p:spPr>
            <a:xfrm>
              <a:off x="1543048" y="1275484"/>
              <a:ext cx="5495927" cy="3456536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grpSp>
          <p:nvGrpSpPr>
            <p:cNvPr id="57" name="Csoportba foglalás 56">
              <a:extLst>
                <a:ext uri="{FF2B5EF4-FFF2-40B4-BE49-F238E27FC236}">
                  <a16:creationId xmlns:a16="http://schemas.microsoft.com/office/drawing/2014/main" id="{6872F17E-83B8-9867-8A5C-B2BCEEC3F4E1}"/>
                </a:ext>
              </a:extLst>
            </p:cNvPr>
            <p:cNvGrpSpPr/>
            <p:nvPr/>
          </p:nvGrpSpPr>
          <p:grpSpPr>
            <a:xfrm>
              <a:off x="1543048" y="1158240"/>
              <a:ext cx="1216820" cy="739140"/>
              <a:chOff x="1543048" y="1158240"/>
              <a:chExt cx="1216820" cy="739140"/>
            </a:xfrm>
            <a:grpFill/>
          </p:grpSpPr>
          <p:sp>
            <p:nvSpPr>
              <p:cNvPr id="62" name="Téglalap: lekerekített 61">
                <a:extLst>
                  <a:ext uri="{FF2B5EF4-FFF2-40B4-BE49-F238E27FC236}">
                    <a16:creationId xmlns:a16="http://schemas.microsoft.com/office/drawing/2014/main" id="{FA15FD58-4080-F971-290C-3FD47DCA67C7}"/>
                  </a:ext>
                </a:extLst>
              </p:cNvPr>
              <p:cNvSpPr/>
              <p:nvPr/>
            </p:nvSpPr>
            <p:spPr>
              <a:xfrm>
                <a:off x="1543048" y="1158240"/>
                <a:ext cx="821551" cy="739140"/>
              </a:xfrm>
              <a:prstGeom prst="roundRect">
                <a:avLst>
                  <a:gd name="adj" fmla="val 23883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63" name="Háromszög 62">
                <a:extLst>
                  <a:ext uri="{FF2B5EF4-FFF2-40B4-BE49-F238E27FC236}">
                    <a16:creationId xmlns:a16="http://schemas.microsoft.com/office/drawing/2014/main" id="{A850E53F-1868-281B-6B46-84C92A35DD75}"/>
                  </a:ext>
                </a:extLst>
              </p:cNvPr>
              <p:cNvSpPr/>
              <p:nvPr/>
            </p:nvSpPr>
            <p:spPr>
              <a:xfrm>
                <a:off x="2364599" y="1158240"/>
                <a:ext cx="395269" cy="118110"/>
              </a:xfrm>
              <a:prstGeom prst="triangle">
                <a:avLst>
                  <a:gd name="adj" fmla="val 76364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24" name="Téglalap 1023">
                <a:extLst>
                  <a:ext uri="{FF2B5EF4-FFF2-40B4-BE49-F238E27FC236}">
                    <a16:creationId xmlns:a16="http://schemas.microsoft.com/office/drawing/2014/main" id="{C3B21448-D210-1315-ACF4-245BBEA5AF28}"/>
                  </a:ext>
                </a:extLst>
              </p:cNvPr>
              <p:cNvSpPr/>
              <p:nvPr/>
            </p:nvSpPr>
            <p:spPr>
              <a:xfrm>
                <a:off x="2185988" y="1158240"/>
                <a:ext cx="481011" cy="23448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grpSp>
          <p:nvGrpSpPr>
            <p:cNvPr id="58" name="Csoportba foglalás 57">
              <a:extLst>
                <a:ext uri="{FF2B5EF4-FFF2-40B4-BE49-F238E27FC236}">
                  <a16:creationId xmlns:a16="http://schemas.microsoft.com/office/drawing/2014/main" id="{59274EC4-75EA-6623-FE45-57D11C0B0E55}"/>
                </a:ext>
              </a:extLst>
            </p:cNvPr>
            <p:cNvGrpSpPr/>
            <p:nvPr/>
          </p:nvGrpSpPr>
          <p:grpSpPr>
            <a:xfrm flipH="1">
              <a:off x="5818343" y="1158240"/>
              <a:ext cx="1216820" cy="739140"/>
              <a:chOff x="1543048" y="1158240"/>
              <a:chExt cx="1216820" cy="739140"/>
            </a:xfrm>
            <a:grpFill/>
          </p:grpSpPr>
          <p:sp>
            <p:nvSpPr>
              <p:cNvPr id="59" name="Téglalap: lekerekített 58">
                <a:extLst>
                  <a:ext uri="{FF2B5EF4-FFF2-40B4-BE49-F238E27FC236}">
                    <a16:creationId xmlns:a16="http://schemas.microsoft.com/office/drawing/2014/main" id="{8C40B49E-E0AF-029E-387E-0975CA040D50}"/>
                  </a:ext>
                </a:extLst>
              </p:cNvPr>
              <p:cNvSpPr/>
              <p:nvPr/>
            </p:nvSpPr>
            <p:spPr>
              <a:xfrm>
                <a:off x="1543048" y="1158240"/>
                <a:ext cx="821551" cy="739140"/>
              </a:xfrm>
              <a:prstGeom prst="roundRect">
                <a:avLst>
                  <a:gd name="adj" fmla="val 23883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60" name="Háromszög 59">
                <a:extLst>
                  <a:ext uri="{FF2B5EF4-FFF2-40B4-BE49-F238E27FC236}">
                    <a16:creationId xmlns:a16="http://schemas.microsoft.com/office/drawing/2014/main" id="{693BA2D2-0B29-6BBA-97D2-7AEACA5F685D}"/>
                  </a:ext>
                </a:extLst>
              </p:cNvPr>
              <p:cNvSpPr/>
              <p:nvPr/>
            </p:nvSpPr>
            <p:spPr>
              <a:xfrm>
                <a:off x="2364599" y="1158240"/>
                <a:ext cx="395269" cy="118110"/>
              </a:xfrm>
              <a:prstGeom prst="triangle">
                <a:avLst>
                  <a:gd name="adj" fmla="val 76364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61" name="Téglalap 60">
                <a:extLst>
                  <a:ext uri="{FF2B5EF4-FFF2-40B4-BE49-F238E27FC236}">
                    <a16:creationId xmlns:a16="http://schemas.microsoft.com/office/drawing/2014/main" id="{56F1732E-507A-7627-628C-DFC39320E321}"/>
                  </a:ext>
                </a:extLst>
              </p:cNvPr>
              <p:cNvSpPr/>
              <p:nvPr/>
            </p:nvSpPr>
            <p:spPr>
              <a:xfrm>
                <a:off x="2185988" y="1158240"/>
                <a:ext cx="481011" cy="23448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</p:grpSp>
      <p:sp>
        <p:nvSpPr>
          <p:cNvPr id="1075" name="Téglalap 1074">
            <a:extLst>
              <a:ext uri="{FF2B5EF4-FFF2-40B4-BE49-F238E27FC236}">
                <a16:creationId xmlns:a16="http://schemas.microsoft.com/office/drawing/2014/main" id="{CC9EFCCD-B334-C518-44D4-9E3A7D842E76}"/>
              </a:ext>
            </a:extLst>
          </p:cNvPr>
          <p:cNvSpPr/>
          <p:nvPr/>
        </p:nvSpPr>
        <p:spPr>
          <a:xfrm>
            <a:off x="19856074" y="1764447"/>
            <a:ext cx="7571770" cy="50680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endParaRPr lang="hu-HU" dirty="0"/>
          </a:p>
        </p:txBody>
      </p:sp>
      <p:grpSp>
        <p:nvGrpSpPr>
          <p:cNvPr id="34" name="Csoportba foglalás 33">
            <a:extLst>
              <a:ext uri="{FF2B5EF4-FFF2-40B4-BE49-F238E27FC236}">
                <a16:creationId xmlns:a16="http://schemas.microsoft.com/office/drawing/2014/main" id="{130BF342-CA16-7B07-34D3-C819443C1114}"/>
              </a:ext>
            </a:extLst>
          </p:cNvPr>
          <p:cNvGrpSpPr/>
          <p:nvPr/>
        </p:nvGrpSpPr>
        <p:grpSpPr>
          <a:xfrm>
            <a:off x="-8724657" y="1679293"/>
            <a:ext cx="7924802" cy="5153180"/>
            <a:chOff x="1543048" y="1158240"/>
            <a:chExt cx="5495927" cy="3573780"/>
          </a:xfrm>
          <a:solidFill>
            <a:schemeClr val="bg1">
              <a:lumMod val="65000"/>
            </a:schemeClr>
          </a:solidFill>
        </p:grpSpPr>
        <p:sp>
          <p:nvSpPr>
            <p:cNvPr id="16" name="Téglalap 15">
              <a:extLst>
                <a:ext uri="{FF2B5EF4-FFF2-40B4-BE49-F238E27FC236}">
                  <a16:creationId xmlns:a16="http://schemas.microsoft.com/office/drawing/2014/main" id="{703286A4-23C0-7D3C-1F12-6246DB704ABD}"/>
                </a:ext>
              </a:extLst>
            </p:cNvPr>
            <p:cNvSpPr/>
            <p:nvPr/>
          </p:nvSpPr>
          <p:spPr>
            <a:xfrm>
              <a:off x="1543048" y="1275484"/>
              <a:ext cx="5495927" cy="3456536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grpSp>
          <p:nvGrpSpPr>
            <p:cNvPr id="25" name="Csoportba foglalás 24">
              <a:extLst>
                <a:ext uri="{FF2B5EF4-FFF2-40B4-BE49-F238E27FC236}">
                  <a16:creationId xmlns:a16="http://schemas.microsoft.com/office/drawing/2014/main" id="{64781893-583D-CB14-8652-DECE3AC437BB}"/>
                </a:ext>
              </a:extLst>
            </p:cNvPr>
            <p:cNvGrpSpPr/>
            <p:nvPr/>
          </p:nvGrpSpPr>
          <p:grpSpPr>
            <a:xfrm>
              <a:off x="1543048" y="1158240"/>
              <a:ext cx="1216820" cy="739140"/>
              <a:chOff x="1543048" y="1158240"/>
              <a:chExt cx="1216820" cy="739140"/>
            </a:xfrm>
            <a:grpFill/>
          </p:grpSpPr>
          <p:sp>
            <p:nvSpPr>
              <p:cNvPr id="17" name="Téglalap: lekerekített 16">
                <a:extLst>
                  <a:ext uri="{FF2B5EF4-FFF2-40B4-BE49-F238E27FC236}">
                    <a16:creationId xmlns:a16="http://schemas.microsoft.com/office/drawing/2014/main" id="{AA9104DB-A7EE-763B-E8A1-FEF20D28F02D}"/>
                  </a:ext>
                </a:extLst>
              </p:cNvPr>
              <p:cNvSpPr/>
              <p:nvPr/>
            </p:nvSpPr>
            <p:spPr>
              <a:xfrm>
                <a:off x="1543048" y="1158240"/>
                <a:ext cx="821551" cy="739140"/>
              </a:xfrm>
              <a:prstGeom prst="roundRect">
                <a:avLst>
                  <a:gd name="adj" fmla="val 23883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9" name="Háromszög 18">
                <a:extLst>
                  <a:ext uri="{FF2B5EF4-FFF2-40B4-BE49-F238E27FC236}">
                    <a16:creationId xmlns:a16="http://schemas.microsoft.com/office/drawing/2014/main" id="{A2F54C5F-EF49-9BA2-9F4D-DC29C53DAF87}"/>
                  </a:ext>
                </a:extLst>
              </p:cNvPr>
              <p:cNvSpPr/>
              <p:nvPr/>
            </p:nvSpPr>
            <p:spPr>
              <a:xfrm>
                <a:off x="2364599" y="1158240"/>
                <a:ext cx="395269" cy="118110"/>
              </a:xfrm>
              <a:prstGeom prst="triangle">
                <a:avLst>
                  <a:gd name="adj" fmla="val 76364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20" name="Téglalap 19">
                <a:extLst>
                  <a:ext uri="{FF2B5EF4-FFF2-40B4-BE49-F238E27FC236}">
                    <a16:creationId xmlns:a16="http://schemas.microsoft.com/office/drawing/2014/main" id="{7B6FDDED-3DE4-8785-1075-8E38EE855DFA}"/>
                  </a:ext>
                </a:extLst>
              </p:cNvPr>
              <p:cNvSpPr/>
              <p:nvPr/>
            </p:nvSpPr>
            <p:spPr>
              <a:xfrm>
                <a:off x="2185988" y="1158240"/>
                <a:ext cx="481011" cy="23448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grpSp>
          <p:nvGrpSpPr>
            <p:cNvPr id="30" name="Csoportba foglalás 29">
              <a:extLst>
                <a:ext uri="{FF2B5EF4-FFF2-40B4-BE49-F238E27FC236}">
                  <a16:creationId xmlns:a16="http://schemas.microsoft.com/office/drawing/2014/main" id="{3820B806-AED7-6F45-AE54-BD3FEB939F0A}"/>
                </a:ext>
              </a:extLst>
            </p:cNvPr>
            <p:cNvGrpSpPr/>
            <p:nvPr/>
          </p:nvGrpSpPr>
          <p:grpSpPr>
            <a:xfrm flipH="1">
              <a:off x="5818343" y="1158240"/>
              <a:ext cx="1216820" cy="739140"/>
              <a:chOff x="1543048" y="1158240"/>
              <a:chExt cx="1216820" cy="739140"/>
            </a:xfrm>
            <a:grpFill/>
          </p:grpSpPr>
          <p:sp>
            <p:nvSpPr>
              <p:cNvPr id="31" name="Téglalap: lekerekített 30">
                <a:extLst>
                  <a:ext uri="{FF2B5EF4-FFF2-40B4-BE49-F238E27FC236}">
                    <a16:creationId xmlns:a16="http://schemas.microsoft.com/office/drawing/2014/main" id="{9E877528-286D-7D80-D96A-E34C57F71FB4}"/>
                  </a:ext>
                </a:extLst>
              </p:cNvPr>
              <p:cNvSpPr/>
              <p:nvPr/>
            </p:nvSpPr>
            <p:spPr>
              <a:xfrm>
                <a:off x="1543048" y="1158240"/>
                <a:ext cx="821551" cy="739140"/>
              </a:xfrm>
              <a:prstGeom prst="roundRect">
                <a:avLst>
                  <a:gd name="adj" fmla="val 23883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2" name="Háromszög 31">
                <a:extLst>
                  <a:ext uri="{FF2B5EF4-FFF2-40B4-BE49-F238E27FC236}">
                    <a16:creationId xmlns:a16="http://schemas.microsoft.com/office/drawing/2014/main" id="{733E105E-129A-4683-F8EA-450C01C5477D}"/>
                  </a:ext>
                </a:extLst>
              </p:cNvPr>
              <p:cNvSpPr/>
              <p:nvPr/>
            </p:nvSpPr>
            <p:spPr>
              <a:xfrm>
                <a:off x="2364599" y="1158240"/>
                <a:ext cx="395269" cy="118110"/>
              </a:xfrm>
              <a:prstGeom prst="triangle">
                <a:avLst>
                  <a:gd name="adj" fmla="val 76364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" name="Téglalap 32">
                <a:extLst>
                  <a:ext uri="{FF2B5EF4-FFF2-40B4-BE49-F238E27FC236}">
                    <a16:creationId xmlns:a16="http://schemas.microsoft.com/office/drawing/2014/main" id="{A7C84543-62E1-F862-FF6F-5458B1716753}"/>
                  </a:ext>
                </a:extLst>
              </p:cNvPr>
              <p:cNvSpPr/>
              <p:nvPr/>
            </p:nvSpPr>
            <p:spPr>
              <a:xfrm>
                <a:off x="2185988" y="1158240"/>
                <a:ext cx="481011" cy="23448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</p:grpSp>
      <p:sp>
        <p:nvSpPr>
          <p:cNvPr id="1076" name="Téglalap 1075">
            <a:extLst>
              <a:ext uri="{FF2B5EF4-FFF2-40B4-BE49-F238E27FC236}">
                <a16:creationId xmlns:a16="http://schemas.microsoft.com/office/drawing/2014/main" id="{BB20650F-4C02-AE3A-74D3-814E9C34E8B4}"/>
              </a:ext>
            </a:extLst>
          </p:cNvPr>
          <p:cNvSpPr/>
          <p:nvPr/>
        </p:nvSpPr>
        <p:spPr>
          <a:xfrm>
            <a:off x="-51361" y="0"/>
            <a:ext cx="12288196" cy="688577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r>
              <a:rPr lang="hu-HU" sz="6000" dirty="0">
                <a:solidFill>
                  <a:schemeClr val="tx1"/>
                </a:solidFill>
                <a:latin typeface="Bodoni MT" panose="02070603080606020203" pitchFamily="18" charset="0"/>
              </a:rPr>
              <a:t>MVVM</a:t>
            </a:r>
          </a:p>
        </p:txBody>
      </p:sp>
      <p:grpSp>
        <p:nvGrpSpPr>
          <p:cNvPr id="45" name="Csoportba foglalás 44">
            <a:extLst>
              <a:ext uri="{FF2B5EF4-FFF2-40B4-BE49-F238E27FC236}">
                <a16:creationId xmlns:a16="http://schemas.microsoft.com/office/drawing/2014/main" id="{747FA15F-0536-AE41-0F48-9CAC49BE6BB6}"/>
              </a:ext>
            </a:extLst>
          </p:cNvPr>
          <p:cNvGrpSpPr/>
          <p:nvPr/>
        </p:nvGrpSpPr>
        <p:grpSpPr>
          <a:xfrm>
            <a:off x="-8730153" y="5416324"/>
            <a:ext cx="7924802" cy="1614829"/>
            <a:chOff x="1543048" y="1158240"/>
            <a:chExt cx="5495927" cy="3573780"/>
          </a:xfrm>
          <a:solidFill>
            <a:schemeClr val="bg2">
              <a:lumMod val="90000"/>
            </a:schemeClr>
          </a:solidFill>
        </p:grpSpPr>
        <p:sp>
          <p:nvSpPr>
            <p:cNvPr id="46" name="Téglalap 45">
              <a:extLst>
                <a:ext uri="{FF2B5EF4-FFF2-40B4-BE49-F238E27FC236}">
                  <a16:creationId xmlns:a16="http://schemas.microsoft.com/office/drawing/2014/main" id="{7E892B52-896B-7B04-8E36-DCF810C709C1}"/>
                </a:ext>
              </a:extLst>
            </p:cNvPr>
            <p:cNvSpPr/>
            <p:nvPr/>
          </p:nvSpPr>
          <p:spPr>
            <a:xfrm>
              <a:off x="1543048" y="1275484"/>
              <a:ext cx="5495927" cy="3456536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grpSp>
          <p:nvGrpSpPr>
            <p:cNvPr id="47" name="Csoportba foglalás 46">
              <a:extLst>
                <a:ext uri="{FF2B5EF4-FFF2-40B4-BE49-F238E27FC236}">
                  <a16:creationId xmlns:a16="http://schemas.microsoft.com/office/drawing/2014/main" id="{0CB39FA0-6DD7-CB27-900A-812E8834E8CA}"/>
                </a:ext>
              </a:extLst>
            </p:cNvPr>
            <p:cNvGrpSpPr/>
            <p:nvPr/>
          </p:nvGrpSpPr>
          <p:grpSpPr>
            <a:xfrm>
              <a:off x="1543048" y="1158240"/>
              <a:ext cx="1216820" cy="739140"/>
              <a:chOff x="1543048" y="1158240"/>
              <a:chExt cx="1216820" cy="739140"/>
            </a:xfrm>
            <a:grpFill/>
          </p:grpSpPr>
          <p:sp>
            <p:nvSpPr>
              <p:cNvPr id="52" name="Téglalap: lekerekített 51">
                <a:extLst>
                  <a:ext uri="{FF2B5EF4-FFF2-40B4-BE49-F238E27FC236}">
                    <a16:creationId xmlns:a16="http://schemas.microsoft.com/office/drawing/2014/main" id="{D86AC698-F7C8-94C1-5AA7-26BDD13C2B4F}"/>
                  </a:ext>
                </a:extLst>
              </p:cNvPr>
              <p:cNvSpPr/>
              <p:nvPr/>
            </p:nvSpPr>
            <p:spPr>
              <a:xfrm>
                <a:off x="1543048" y="1158240"/>
                <a:ext cx="821551" cy="739140"/>
              </a:xfrm>
              <a:prstGeom prst="roundRect">
                <a:avLst>
                  <a:gd name="adj" fmla="val 23883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53" name="Háromszög 52">
                <a:extLst>
                  <a:ext uri="{FF2B5EF4-FFF2-40B4-BE49-F238E27FC236}">
                    <a16:creationId xmlns:a16="http://schemas.microsoft.com/office/drawing/2014/main" id="{98A26AAC-ED58-079A-B1FE-C1ADA162CF9F}"/>
                  </a:ext>
                </a:extLst>
              </p:cNvPr>
              <p:cNvSpPr/>
              <p:nvPr/>
            </p:nvSpPr>
            <p:spPr>
              <a:xfrm>
                <a:off x="2364599" y="1158240"/>
                <a:ext cx="395269" cy="118110"/>
              </a:xfrm>
              <a:prstGeom prst="triangle">
                <a:avLst>
                  <a:gd name="adj" fmla="val 76364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54" name="Téglalap 53">
                <a:extLst>
                  <a:ext uri="{FF2B5EF4-FFF2-40B4-BE49-F238E27FC236}">
                    <a16:creationId xmlns:a16="http://schemas.microsoft.com/office/drawing/2014/main" id="{75E804FC-F34A-3602-128F-6305A14E85E1}"/>
                  </a:ext>
                </a:extLst>
              </p:cNvPr>
              <p:cNvSpPr/>
              <p:nvPr/>
            </p:nvSpPr>
            <p:spPr>
              <a:xfrm>
                <a:off x="2185988" y="1158240"/>
                <a:ext cx="481011" cy="23448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grpSp>
          <p:nvGrpSpPr>
            <p:cNvPr id="48" name="Csoportba foglalás 47">
              <a:extLst>
                <a:ext uri="{FF2B5EF4-FFF2-40B4-BE49-F238E27FC236}">
                  <a16:creationId xmlns:a16="http://schemas.microsoft.com/office/drawing/2014/main" id="{CDE1318A-F15C-2A0D-FB0D-48B84866CE18}"/>
                </a:ext>
              </a:extLst>
            </p:cNvPr>
            <p:cNvGrpSpPr/>
            <p:nvPr/>
          </p:nvGrpSpPr>
          <p:grpSpPr>
            <a:xfrm flipH="1">
              <a:off x="5818343" y="1158240"/>
              <a:ext cx="1216820" cy="739140"/>
              <a:chOff x="1543048" y="1158240"/>
              <a:chExt cx="1216820" cy="739140"/>
            </a:xfrm>
            <a:grpFill/>
          </p:grpSpPr>
          <p:sp>
            <p:nvSpPr>
              <p:cNvPr id="49" name="Téglalap: lekerekített 48">
                <a:extLst>
                  <a:ext uri="{FF2B5EF4-FFF2-40B4-BE49-F238E27FC236}">
                    <a16:creationId xmlns:a16="http://schemas.microsoft.com/office/drawing/2014/main" id="{0ED7A5DE-A8D1-C71E-50C2-D14EEC02667C}"/>
                  </a:ext>
                </a:extLst>
              </p:cNvPr>
              <p:cNvSpPr/>
              <p:nvPr/>
            </p:nvSpPr>
            <p:spPr>
              <a:xfrm>
                <a:off x="1543048" y="1158240"/>
                <a:ext cx="821551" cy="739140"/>
              </a:xfrm>
              <a:prstGeom prst="roundRect">
                <a:avLst>
                  <a:gd name="adj" fmla="val 23883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50" name="Háromszög 49">
                <a:extLst>
                  <a:ext uri="{FF2B5EF4-FFF2-40B4-BE49-F238E27FC236}">
                    <a16:creationId xmlns:a16="http://schemas.microsoft.com/office/drawing/2014/main" id="{0E49FF9E-B582-8392-41A6-B244BF50EC74}"/>
                  </a:ext>
                </a:extLst>
              </p:cNvPr>
              <p:cNvSpPr/>
              <p:nvPr/>
            </p:nvSpPr>
            <p:spPr>
              <a:xfrm>
                <a:off x="2364599" y="1158240"/>
                <a:ext cx="395269" cy="118110"/>
              </a:xfrm>
              <a:prstGeom prst="triangle">
                <a:avLst>
                  <a:gd name="adj" fmla="val 76364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51" name="Téglalap 50">
                <a:extLst>
                  <a:ext uri="{FF2B5EF4-FFF2-40B4-BE49-F238E27FC236}">
                    <a16:creationId xmlns:a16="http://schemas.microsoft.com/office/drawing/2014/main" id="{2757EF06-F5D9-C799-A58C-922C632C8323}"/>
                  </a:ext>
                </a:extLst>
              </p:cNvPr>
              <p:cNvSpPr/>
              <p:nvPr/>
            </p:nvSpPr>
            <p:spPr>
              <a:xfrm>
                <a:off x="2185988" y="1158240"/>
                <a:ext cx="481011" cy="23448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</p:grpSp>
      <p:pic>
        <p:nvPicPr>
          <p:cNvPr id="1045" name="Kép 1044">
            <a:extLst>
              <a:ext uri="{FF2B5EF4-FFF2-40B4-BE49-F238E27FC236}">
                <a16:creationId xmlns:a16="http://schemas.microsoft.com/office/drawing/2014/main" id="{EADEF7F3-3665-D811-F576-E40DC841BE1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artisticBlur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9865526" y="1789974"/>
            <a:ext cx="7552866" cy="480060"/>
          </a:xfrm>
          <a:prstGeom prst="rect">
            <a:avLst/>
          </a:prstGeom>
          <a:effectLst/>
        </p:spPr>
      </p:pic>
      <p:grpSp>
        <p:nvGrpSpPr>
          <p:cNvPr id="1025" name="Csoportba foglalás 1024">
            <a:extLst>
              <a:ext uri="{FF2B5EF4-FFF2-40B4-BE49-F238E27FC236}">
                <a16:creationId xmlns:a16="http://schemas.microsoft.com/office/drawing/2014/main" id="{D7A273DF-87AA-3201-AB9B-6FFD88F19E11}"/>
              </a:ext>
            </a:extLst>
          </p:cNvPr>
          <p:cNvGrpSpPr/>
          <p:nvPr/>
        </p:nvGrpSpPr>
        <p:grpSpPr>
          <a:xfrm>
            <a:off x="19741288" y="1817423"/>
            <a:ext cx="7924802" cy="5068026"/>
            <a:chOff x="1543048" y="1158240"/>
            <a:chExt cx="5495927" cy="3573780"/>
          </a:xfrm>
          <a:solidFill>
            <a:schemeClr val="accent2">
              <a:lumMod val="40000"/>
              <a:lumOff val="60000"/>
            </a:schemeClr>
          </a:solidFill>
        </p:grpSpPr>
        <p:sp>
          <p:nvSpPr>
            <p:cNvPr id="1027" name="Téglalap 1026">
              <a:extLst>
                <a:ext uri="{FF2B5EF4-FFF2-40B4-BE49-F238E27FC236}">
                  <a16:creationId xmlns:a16="http://schemas.microsoft.com/office/drawing/2014/main" id="{33942484-0EB4-28C9-6D0E-34E88C23FBFF}"/>
                </a:ext>
              </a:extLst>
            </p:cNvPr>
            <p:cNvSpPr/>
            <p:nvPr/>
          </p:nvSpPr>
          <p:spPr>
            <a:xfrm>
              <a:off x="1543048" y="1275484"/>
              <a:ext cx="5495927" cy="3456536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grpSp>
          <p:nvGrpSpPr>
            <p:cNvPr id="1028" name="Csoportba foglalás 1027">
              <a:extLst>
                <a:ext uri="{FF2B5EF4-FFF2-40B4-BE49-F238E27FC236}">
                  <a16:creationId xmlns:a16="http://schemas.microsoft.com/office/drawing/2014/main" id="{576EA673-997E-2B92-579B-4A5D34958BEC}"/>
                </a:ext>
              </a:extLst>
            </p:cNvPr>
            <p:cNvGrpSpPr/>
            <p:nvPr/>
          </p:nvGrpSpPr>
          <p:grpSpPr>
            <a:xfrm>
              <a:off x="1543048" y="1158240"/>
              <a:ext cx="1216820" cy="739140"/>
              <a:chOff x="1543048" y="1158240"/>
              <a:chExt cx="1216820" cy="739140"/>
            </a:xfrm>
            <a:grpFill/>
          </p:grpSpPr>
          <p:sp>
            <p:nvSpPr>
              <p:cNvPr id="1033" name="Téglalap: lekerekített 1032">
                <a:extLst>
                  <a:ext uri="{FF2B5EF4-FFF2-40B4-BE49-F238E27FC236}">
                    <a16:creationId xmlns:a16="http://schemas.microsoft.com/office/drawing/2014/main" id="{E33DD420-09D0-DEFE-F4A5-CB7D439C3570}"/>
                  </a:ext>
                </a:extLst>
              </p:cNvPr>
              <p:cNvSpPr/>
              <p:nvPr/>
            </p:nvSpPr>
            <p:spPr>
              <a:xfrm>
                <a:off x="1543048" y="1158240"/>
                <a:ext cx="821551" cy="739140"/>
              </a:xfrm>
              <a:prstGeom prst="roundRect">
                <a:avLst>
                  <a:gd name="adj" fmla="val 23883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34" name="Háromszög 1033">
                <a:extLst>
                  <a:ext uri="{FF2B5EF4-FFF2-40B4-BE49-F238E27FC236}">
                    <a16:creationId xmlns:a16="http://schemas.microsoft.com/office/drawing/2014/main" id="{4DF71271-924C-F77C-1673-7C884687B5D7}"/>
                  </a:ext>
                </a:extLst>
              </p:cNvPr>
              <p:cNvSpPr/>
              <p:nvPr/>
            </p:nvSpPr>
            <p:spPr>
              <a:xfrm>
                <a:off x="2364599" y="1158240"/>
                <a:ext cx="395269" cy="118110"/>
              </a:xfrm>
              <a:prstGeom prst="triangle">
                <a:avLst>
                  <a:gd name="adj" fmla="val 76364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35" name="Téglalap 1034">
                <a:extLst>
                  <a:ext uri="{FF2B5EF4-FFF2-40B4-BE49-F238E27FC236}">
                    <a16:creationId xmlns:a16="http://schemas.microsoft.com/office/drawing/2014/main" id="{A790DD01-271D-4E84-6865-0CAC1DDE727E}"/>
                  </a:ext>
                </a:extLst>
              </p:cNvPr>
              <p:cNvSpPr/>
              <p:nvPr/>
            </p:nvSpPr>
            <p:spPr>
              <a:xfrm>
                <a:off x="2185988" y="1158240"/>
                <a:ext cx="481011" cy="23448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grpSp>
          <p:nvGrpSpPr>
            <p:cNvPr id="1029" name="Csoportba foglalás 1028">
              <a:extLst>
                <a:ext uri="{FF2B5EF4-FFF2-40B4-BE49-F238E27FC236}">
                  <a16:creationId xmlns:a16="http://schemas.microsoft.com/office/drawing/2014/main" id="{080EC96C-060E-78A9-DD1B-1E546BC8EFCC}"/>
                </a:ext>
              </a:extLst>
            </p:cNvPr>
            <p:cNvGrpSpPr/>
            <p:nvPr/>
          </p:nvGrpSpPr>
          <p:grpSpPr>
            <a:xfrm flipH="1">
              <a:off x="5818343" y="1158240"/>
              <a:ext cx="1216820" cy="739140"/>
              <a:chOff x="1543048" y="1158240"/>
              <a:chExt cx="1216820" cy="739140"/>
            </a:xfrm>
            <a:grpFill/>
          </p:grpSpPr>
          <p:sp>
            <p:nvSpPr>
              <p:cNvPr id="1030" name="Téglalap: lekerekített 1029">
                <a:extLst>
                  <a:ext uri="{FF2B5EF4-FFF2-40B4-BE49-F238E27FC236}">
                    <a16:creationId xmlns:a16="http://schemas.microsoft.com/office/drawing/2014/main" id="{E9745F80-C035-96BF-488C-5E69BF4BE7DB}"/>
                  </a:ext>
                </a:extLst>
              </p:cNvPr>
              <p:cNvSpPr/>
              <p:nvPr/>
            </p:nvSpPr>
            <p:spPr>
              <a:xfrm>
                <a:off x="1543048" y="1158240"/>
                <a:ext cx="821551" cy="739140"/>
              </a:xfrm>
              <a:prstGeom prst="roundRect">
                <a:avLst>
                  <a:gd name="adj" fmla="val 23883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31" name="Háromszög 1030">
                <a:extLst>
                  <a:ext uri="{FF2B5EF4-FFF2-40B4-BE49-F238E27FC236}">
                    <a16:creationId xmlns:a16="http://schemas.microsoft.com/office/drawing/2014/main" id="{205EAFAA-8C42-A00A-A779-6F20AE1DCD95}"/>
                  </a:ext>
                </a:extLst>
              </p:cNvPr>
              <p:cNvSpPr/>
              <p:nvPr/>
            </p:nvSpPr>
            <p:spPr>
              <a:xfrm>
                <a:off x="2364599" y="1158240"/>
                <a:ext cx="395269" cy="118110"/>
              </a:xfrm>
              <a:prstGeom prst="triangle">
                <a:avLst>
                  <a:gd name="adj" fmla="val 76364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32" name="Téglalap 1031">
                <a:extLst>
                  <a:ext uri="{FF2B5EF4-FFF2-40B4-BE49-F238E27FC236}">
                    <a16:creationId xmlns:a16="http://schemas.microsoft.com/office/drawing/2014/main" id="{9BB4B302-CA31-5E00-6BF4-EC49F4E75E5F}"/>
                  </a:ext>
                </a:extLst>
              </p:cNvPr>
              <p:cNvSpPr/>
              <p:nvPr/>
            </p:nvSpPr>
            <p:spPr>
              <a:xfrm>
                <a:off x="2185988" y="1158240"/>
                <a:ext cx="481011" cy="23448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</p:grpSp>
      <p:sp>
        <p:nvSpPr>
          <p:cNvPr id="1050" name="Téglalap 1049">
            <a:extLst>
              <a:ext uri="{FF2B5EF4-FFF2-40B4-BE49-F238E27FC236}">
                <a16:creationId xmlns:a16="http://schemas.microsoft.com/office/drawing/2014/main" id="{05645C8D-4821-1209-A253-84AF979ADB2E}"/>
              </a:ext>
            </a:extLst>
          </p:cNvPr>
          <p:cNvSpPr/>
          <p:nvPr/>
        </p:nvSpPr>
        <p:spPr>
          <a:xfrm>
            <a:off x="10069655" y="6072649"/>
            <a:ext cx="4324574" cy="1080226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1051" name="Téglalap: felső két sarkán levágva 1050">
            <a:extLst>
              <a:ext uri="{FF2B5EF4-FFF2-40B4-BE49-F238E27FC236}">
                <a16:creationId xmlns:a16="http://schemas.microsoft.com/office/drawing/2014/main" id="{7490A670-D572-8EB9-2F7F-B35335400224}"/>
              </a:ext>
            </a:extLst>
          </p:cNvPr>
          <p:cNvSpPr/>
          <p:nvPr/>
        </p:nvSpPr>
        <p:spPr>
          <a:xfrm rot="10800000">
            <a:off x="9899052" y="5758071"/>
            <a:ext cx="4608000" cy="314577"/>
          </a:xfrm>
          <a:prstGeom prst="snip2SameRect">
            <a:avLst>
              <a:gd name="adj1" fmla="val 27265"/>
              <a:gd name="adj2" fmla="val 0"/>
            </a:avLst>
          </a:prstGeom>
          <a:solidFill>
            <a:srgbClr val="D9D9D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pic>
        <p:nvPicPr>
          <p:cNvPr id="1047" name="Kép 1046">
            <a:extLst>
              <a:ext uri="{FF2B5EF4-FFF2-40B4-BE49-F238E27FC236}">
                <a16:creationId xmlns:a16="http://schemas.microsoft.com/office/drawing/2014/main" id="{CA599BE5-6ED0-56A2-03EA-299C4A89AFF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65871" y="2367538"/>
            <a:ext cx="3968441" cy="3968441"/>
          </a:xfrm>
          <a:prstGeom prst="rect">
            <a:avLst/>
          </a:prstGeom>
        </p:spPr>
      </p:pic>
      <p:pic>
        <p:nvPicPr>
          <p:cNvPr id="1049" name="Kép 1048">
            <a:extLst>
              <a:ext uri="{FF2B5EF4-FFF2-40B4-BE49-F238E27FC236}">
                <a16:creationId xmlns:a16="http://schemas.microsoft.com/office/drawing/2014/main" id="{AFF4D57B-26A9-7F1C-6800-2D7229F04B6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92693" y="2367539"/>
            <a:ext cx="3968441" cy="3968441"/>
          </a:xfrm>
          <a:prstGeom prst="rect">
            <a:avLst/>
          </a:prstGeom>
        </p:spPr>
      </p:pic>
      <p:pic>
        <p:nvPicPr>
          <p:cNvPr id="1074" name="Kép 1073">
            <a:extLst>
              <a:ext uri="{FF2B5EF4-FFF2-40B4-BE49-F238E27FC236}">
                <a16:creationId xmlns:a16="http://schemas.microsoft.com/office/drawing/2014/main" id="{3F55CA04-B7BF-FA65-BC28-205884574C4A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80417" y="-5158151"/>
            <a:ext cx="8985673" cy="5990449"/>
          </a:xfrm>
          <a:prstGeom prst="rect">
            <a:avLst/>
          </a:prstGeom>
        </p:spPr>
      </p:pic>
      <p:pic>
        <p:nvPicPr>
          <p:cNvPr id="2" name="Picture 2">
            <a:extLst>
              <a:ext uri="{FF2B5EF4-FFF2-40B4-BE49-F238E27FC236}">
                <a16:creationId xmlns:a16="http://schemas.microsoft.com/office/drawing/2014/main" id="{7CA74284-3268-F803-790D-E02549EF8EC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96953" y="290047"/>
            <a:ext cx="1347833" cy="1347833"/>
          </a:xfrm>
          <a:prstGeom prst="rect">
            <a:avLst/>
          </a:prstGeom>
          <a:solidFill>
            <a:srgbClr val="DF6266"/>
          </a:solidFill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267625EE-8CA9-1FC2-BACF-01BDDD1732F3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97846" y="2710322"/>
            <a:ext cx="3539905" cy="3539905"/>
          </a:xfrm>
          <a:prstGeom prst="rect">
            <a:avLst/>
          </a:prstGeom>
        </p:spPr>
      </p:pic>
      <p:pic>
        <p:nvPicPr>
          <p:cNvPr id="4" name="Picture 6" descr="Model–view–viewmodel - Wikipedia">
            <a:extLst>
              <a:ext uri="{FF2B5EF4-FFF2-40B4-BE49-F238E27FC236}">
                <a16:creationId xmlns:a16="http://schemas.microsoft.com/office/drawing/2014/main" id="{9F8A2FD3-8A00-5347-89D7-2AEF623FAAF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880" t="7335" r="4038" b="19883"/>
          <a:stretch>
            <a:fillRect/>
          </a:stretch>
        </p:blipFill>
        <p:spPr bwMode="auto">
          <a:xfrm>
            <a:off x="9702" y="4556928"/>
            <a:ext cx="9827425" cy="23458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Szövegdoboz 4">
            <a:extLst>
              <a:ext uri="{FF2B5EF4-FFF2-40B4-BE49-F238E27FC236}">
                <a16:creationId xmlns:a16="http://schemas.microsoft.com/office/drawing/2014/main" id="{49E0BE38-807A-A27D-2053-EB0418B3B1C3}"/>
              </a:ext>
            </a:extLst>
          </p:cNvPr>
          <p:cNvSpPr txBox="1"/>
          <p:nvPr/>
        </p:nvSpPr>
        <p:spPr>
          <a:xfrm>
            <a:off x="1333500" y="4076700"/>
            <a:ext cx="34397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 dirty="0"/>
              <a:t>Megjelenés és megjelenés logika</a:t>
            </a:r>
          </a:p>
        </p:txBody>
      </p:sp>
      <p:sp>
        <p:nvSpPr>
          <p:cNvPr id="6" name="Szövegdoboz 5">
            <a:extLst>
              <a:ext uri="{FF2B5EF4-FFF2-40B4-BE49-F238E27FC236}">
                <a16:creationId xmlns:a16="http://schemas.microsoft.com/office/drawing/2014/main" id="{63D51F1A-4CB8-8D6A-F345-FB39DA52A0BB}"/>
              </a:ext>
            </a:extLst>
          </p:cNvPr>
          <p:cNvSpPr txBox="1"/>
          <p:nvPr/>
        </p:nvSpPr>
        <p:spPr>
          <a:xfrm>
            <a:off x="6863129" y="4155746"/>
            <a:ext cx="13859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 dirty="0"/>
              <a:t>Üzleti logika</a:t>
            </a:r>
          </a:p>
        </p:txBody>
      </p:sp>
      <p:pic>
        <p:nvPicPr>
          <p:cNvPr id="9" name="Kép 8">
            <a:extLst>
              <a:ext uri="{FF2B5EF4-FFF2-40B4-BE49-F238E27FC236}">
                <a16:creationId xmlns:a16="http://schemas.microsoft.com/office/drawing/2014/main" id="{55010EC1-D573-32F3-10E0-03A4FE5B8BA4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72149" y="7686486"/>
            <a:ext cx="4419001" cy="24436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4672709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1250">
        <p15:prstTrans prst="peelOff"/>
      </p:transition>
    </mc:Choice>
    <mc:Fallback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F9BC48-81EF-BC9E-5EB6-228A35CF0C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5" name="Csoportba foglalás 54">
            <a:extLst>
              <a:ext uri="{FF2B5EF4-FFF2-40B4-BE49-F238E27FC236}">
                <a16:creationId xmlns:a16="http://schemas.microsoft.com/office/drawing/2014/main" id="{A75691C0-62A0-86F6-02A8-13087C1498FE}"/>
              </a:ext>
            </a:extLst>
          </p:cNvPr>
          <p:cNvGrpSpPr/>
          <p:nvPr/>
        </p:nvGrpSpPr>
        <p:grpSpPr>
          <a:xfrm>
            <a:off x="19735570" y="1679293"/>
            <a:ext cx="7924802" cy="5153180"/>
            <a:chOff x="1543048" y="1158240"/>
            <a:chExt cx="5495927" cy="3573780"/>
          </a:xfrm>
          <a:solidFill>
            <a:schemeClr val="accent2">
              <a:lumMod val="60000"/>
              <a:lumOff val="40000"/>
            </a:schemeClr>
          </a:solidFill>
        </p:grpSpPr>
        <p:sp>
          <p:nvSpPr>
            <p:cNvPr id="56" name="Téglalap 55">
              <a:extLst>
                <a:ext uri="{FF2B5EF4-FFF2-40B4-BE49-F238E27FC236}">
                  <a16:creationId xmlns:a16="http://schemas.microsoft.com/office/drawing/2014/main" id="{5A7FB9E0-6F3F-097A-A169-6AEF462F4659}"/>
                </a:ext>
              </a:extLst>
            </p:cNvPr>
            <p:cNvSpPr/>
            <p:nvPr/>
          </p:nvSpPr>
          <p:spPr>
            <a:xfrm>
              <a:off x="1543048" y="1275484"/>
              <a:ext cx="5495927" cy="3456536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grpSp>
          <p:nvGrpSpPr>
            <p:cNvPr id="57" name="Csoportba foglalás 56">
              <a:extLst>
                <a:ext uri="{FF2B5EF4-FFF2-40B4-BE49-F238E27FC236}">
                  <a16:creationId xmlns:a16="http://schemas.microsoft.com/office/drawing/2014/main" id="{4F4D01BA-5B06-F52C-75C8-540EBD00E9FA}"/>
                </a:ext>
              </a:extLst>
            </p:cNvPr>
            <p:cNvGrpSpPr/>
            <p:nvPr/>
          </p:nvGrpSpPr>
          <p:grpSpPr>
            <a:xfrm>
              <a:off x="1543048" y="1158240"/>
              <a:ext cx="1216820" cy="739140"/>
              <a:chOff x="1543048" y="1158240"/>
              <a:chExt cx="1216820" cy="739140"/>
            </a:xfrm>
            <a:grpFill/>
          </p:grpSpPr>
          <p:sp>
            <p:nvSpPr>
              <p:cNvPr id="62" name="Téglalap: lekerekített 61">
                <a:extLst>
                  <a:ext uri="{FF2B5EF4-FFF2-40B4-BE49-F238E27FC236}">
                    <a16:creationId xmlns:a16="http://schemas.microsoft.com/office/drawing/2014/main" id="{1DCC0DDA-1666-38AF-82BB-70D65F71E207}"/>
                  </a:ext>
                </a:extLst>
              </p:cNvPr>
              <p:cNvSpPr/>
              <p:nvPr/>
            </p:nvSpPr>
            <p:spPr>
              <a:xfrm>
                <a:off x="1543048" y="1158240"/>
                <a:ext cx="821551" cy="739140"/>
              </a:xfrm>
              <a:prstGeom prst="roundRect">
                <a:avLst>
                  <a:gd name="adj" fmla="val 23883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63" name="Háromszög 62">
                <a:extLst>
                  <a:ext uri="{FF2B5EF4-FFF2-40B4-BE49-F238E27FC236}">
                    <a16:creationId xmlns:a16="http://schemas.microsoft.com/office/drawing/2014/main" id="{63DAA99C-D50A-F8BC-4E28-BBCBE1CD7D72}"/>
                  </a:ext>
                </a:extLst>
              </p:cNvPr>
              <p:cNvSpPr/>
              <p:nvPr/>
            </p:nvSpPr>
            <p:spPr>
              <a:xfrm>
                <a:off x="2364599" y="1158240"/>
                <a:ext cx="395269" cy="118110"/>
              </a:xfrm>
              <a:prstGeom prst="triangle">
                <a:avLst>
                  <a:gd name="adj" fmla="val 76364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24" name="Téglalap 1023">
                <a:extLst>
                  <a:ext uri="{FF2B5EF4-FFF2-40B4-BE49-F238E27FC236}">
                    <a16:creationId xmlns:a16="http://schemas.microsoft.com/office/drawing/2014/main" id="{5D0AD43D-74B5-5136-2661-143A1E36AE93}"/>
                  </a:ext>
                </a:extLst>
              </p:cNvPr>
              <p:cNvSpPr/>
              <p:nvPr/>
            </p:nvSpPr>
            <p:spPr>
              <a:xfrm>
                <a:off x="2185988" y="1158240"/>
                <a:ext cx="481011" cy="23448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grpSp>
          <p:nvGrpSpPr>
            <p:cNvPr id="58" name="Csoportba foglalás 57">
              <a:extLst>
                <a:ext uri="{FF2B5EF4-FFF2-40B4-BE49-F238E27FC236}">
                  <a16:creationId xmlns:a16="http://schemas.microsoft.com/office/drawing/2014/main" id="{87E755FE-A731-D45C-0A64-64C269584E19}"/>
                </a:ext>
              </a:extLst>
            </p:cNvPr>
            <p:cNvGrpSpPr/>
            <p:nvPr/>
          </p:nvGrpSpPr>
          <p:grpSpPr>
            <a:xfrm flipH="1">
              <a:off x="5818343" y="1158240"/>
              <a:ext cx="1216820" cy="739140"/>
              <a:chOff x="1543048" y="1158240"/>
              <a:chExt cx="1216820" cy="739140"/>
            </a:xfrm>
            <a:grpFill/>
          </p:grpSpPr>
          <p:sp>
            <p:nvSpPr>
              <p:cNvPr id="59" name="Téglalap: lekerekített 58">
                <a:extLst>
                  <a:ext uri="{FF2B5EF4-FFF2-40B4-BE49-F238E27FC236}">
                    <a16:creationId xmlns:a16="http://schemas.microsoft.com/office/drawing/2014/main" id="{88F14B44-3C22-0A8C-21DB-84672C45DE63}"/>
                  </a:ext>
                </a:extLst>
              </p:cNvPr>
              <p:cNvSpPr/>
              <p:nvPr/>
            </p:nvSpPr>
            <p:spPr>
              <a:xfrm>
                <a:off x="1543048" y="1158240"/>
                <a:ext cx="821551" cy="739140"/>
              </a:xfrm>
              <a:prstGeom prst="roundRect">
                <a:avLst>
                  <a:gd name="adj" fmla="val 23883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60" name="Háromszög 59">
                <a:extLst>
                  <a:ext uri="{FF2B5EF4-FFF2-40B4-BE49-F238E27FC236}">
                    <a16:creationId xmlns:a16="http://schemas.microsoft.com/office/drawing/2014/main" id="{8128DE68-50F3-4173-5944-92E5C41339BB}"/>
                  </a:ext>
                </a:extLst>
              </p:cNvPr>
              <p:cNvSpPr/>
              <p:nvPr/>
            </p:nvSpPr>
            <p:spPr>
              <a:xfrm>
                <a:off x="2364599" y="1158240"/>
                <a:ext cx="395269" cy="118110"/>
              </a:xfrm>
              <a:prstGeom prst="triangle">
                <a:avLst>
                  <a:gd name="adj" fmla="val 76364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61" name="Téglalap 60">
                <a:extLst>
                  <a:ext uri="{FF2B5EF4-FFF2-40B4-BE49-F238E27FC236}">
                    <a16:creationId xmlns:a16="http://schemas.microsoft.com/office/drawing/2014/main" id="{AE23388A-F09A-B7AB-6266-ADF4B9F6238B}"/>
                  </a:ext>
                </a:extLst>
              </p:cNvPr>
              <p:cNvSpPr/>
              <p:nvPr/>
            </p:nvSpPr>
            <p:spPr>
              <a:xfrm>
                <a:off x="2185988" y="1158240"/>
                <a:ext cx="481011" cy="23448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</p:grpSp>
      <p:sp>
        <p:nvSpPr>
          <p:cNvPr id="1075" name="Téglalap 1074">
            <a:extLst>
              <a:ext uri="{FF2B5EF4-FFF2-40B4-BE49-F238E27FC236}">
                <a16:creationId xmlns:a16="http://schemas.microsoft.com/office/drawing/2014/main" id="{4457ACFD-D0C2-A371-FDE1-6AD76750637C}"/>
              </a:ext>
            </a:extLst>
          </p:cNvPr>
          <p:cNvSpPr/>
          <p:nvPr/>
        </p:nvSpPr>
        <p:spPr>
          <a:xfrm>
            <a:off x="19856074" y="1764447"/>
            <a:ext cx="7571770" cy="50680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endParaRPr lang="hu-HU" dirty="0"/>
          </a:p>
        </p:txBody>
      </p:sp>
      <p:grpSp>
        <p:nvGrpSpPr>
          <p:cNvPr id="34" name="Csoportba foglalás 33">
            <a:extLst>
              <a:ext uri="{FF2B5EF4-FFF2-40B4-BE49-F238E27FC236}">
                <a16:creationId xmlns:a16="http://schemas.microsoft.com/office/drawing/2014/main" id="{4F5EACF4-EEBA-1E8F-CE60-11FC64C6A004}"/>
              </a:ext>
            </a:extLst>
          </p:cNvPr>
          <p:cNvGrpSpPr/>
          <p:nvPr/>
        </p:nvGrpSpPr>
        <p:grpSpPr>
          <a:xfrm>
            <a:off x="-8724657" y="1679293"/>
            <a:ext cx="7924802" cy="5153180"/>
            <a:chOff x="1543048" y="1158240"/>
            <a:chExt cx="5495927" cy="3573780"/>
          </a:xfrm>
          <a:solidFill>
            <a:schemeClr val="bg1">
              <a:lumMod val="65000"/>
            </a:schemeClr>
          </a:solidFill>
        </p:grpSpPr>
        <p:sp>
          <p:nvSpPr>
            <p:cNvPr id="16" name="Téglalap 15">
              <a:extLst>
                <a:ext uri="{FF2B5EF4-FFF2-40B4-BE49-F238E27FC236}">
                  <a16:creationId xmlns:a16="http://schemas.microsoft.com/office/drawing/2014/main" id="{C2AE679D-68CF-CD6B-4623-4CBA221F163E}"/>
                </a:ext>
              </a:extLst>
            </p:cNvPr>
            <p:cNvSpPr/>
            <p:nvPr/>
          </p:nvSpPr>
          <p:spPr>
            <a:xfrm>
              <a:off x="1543048" y="1275484"/>
              <a:ext cx="5495927" cy="3456536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grpSp>
          <p:nvGrpSpPr>
            <p:cNvPr id="25" name="Csoportba foglalás 24">
              <a:extLst>
                <a:ext uri="{FF2B5EF4-FFF2-40B4-BE49-F238E27FC236}">
                  <a16:creationId xmlns:a16="http://schemas.microsoft.com/office/drawing/2014/main" id="{F2E849DF-ECFA-3891-CF82-A7FC41246E2D}"/>
                </a:ext>
              </a:extLst>
            </p:cNvPr>
            <p:cNvGrpSpPr/>
            <p:nvPr/>
          </p:nvGrpSpPr>
          <p:grpSpPr>
            <a:xfrm>
              <a:off x="1543048" y="1158240"/>
              <a:ext cx="1216820" cy="739140"/>
              <a:chOff x="1543048" y="1158240"/>
              <a:chExt cx="1216820" cy="739140"/>
            </a:xfrm>
            <a:grpFill/>
          </p:grpSpPr>
          <p:sp>
            <p:nvSpPr>
              <p:cNvPr id="17" name="Téglalap: lekerekített 16">
                <a:extLst>
                  <a:ext uri="{FF2B5EF4-FFF2-40B4-BE49-F238E27FC236}">
                    <a16:creationId xmlns:a16="http://schemas.microsoft.com/office/drawing/2014/main" id="{8F4F9C6B-B894-8375-757D-81B88093AC7E}"/>
                  </a:ext>
                </a:extLst>
              </p:cNvPr>
              <p:cNvSpPr/>
              <p:nvPr/>
            </p:nvSpPr>
            <p:spPr>
              <a:xfrm>
                <a:off x="1543048" y="1158240"/>
                <a:ext cx="821551" cy="739140"/>
              </a:xfrm>
              <a:prstGeom prst="roundRect">
                <a:avLst>
                  <a:gd name="adj" fmla="val 23883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9" name="Háromszög 18">
                <a:extLst>
                  <a:ext uri="{FF2B5EF4-FFF2-40B4-BE49-F238E27FC236}">
                    <a16:creationId xmlns:a16="http://schemas.microsoft.com/office/drawing/2014/main" id="{11951544-0E2F-A439-F295-A9DF4EF9D3D1}"/>
                  </a:ext>
                </a:extLst>
              </p:cNvPr>
              <p:cNvSpPr/>
              <p:nvPr/>
            </p:nvSpPr>
            <p:spPr>
              <a:xfrm>
                <a:off x="2364599" y="1158240"/>
                <a:ext cx="395269" cy="118110"/>
              </a:xfrm>
              <a:prstGeom prst="triangle">
                <a:avLst>
                  <a:gd name="adj" fmla="val 76364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20" name="Téglalap 19">
                <a:extLst>
                  <a:ext uri="{FF2B5EF4-FFF2-40B4-BE49-F238E27FC236}">
                    <a16:creationId xmlns:a16="http://schemas.microsoft.com/office/drawing/2014/main" id="{C5CCC740-274D-C6C6-4948-8476200CF540}"/>
                  </a:ext>
                </a:extLst>
              </p:cNvPr>
              <p:cNvSpPr/>
              <p:nvPr/>
            </p:nvSpPr>
            <p:spPr>
              <a:xfrm>
                <a:off x="2185988" y="1158240"/>
                <a:ext cx="481011" cy="23448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grpSp>
          <p:nvGrpSpPr>
            <p:cNvPr id="30" name="Csoportba foglalás 29">
              <a:extLst>
                <a:ext uri="{FF2B5EF4-FFF2-40B4-BE49-F238E27FC236}">
                  <a16:creationId xmlns:a16="http://schemas.microsoft.com/office/drawing/2014/main" id="{FB7441BD-4D01-1EE7-4C53-FB71A5150031}"/>
                </a:ext>
              </a:extLst>
            </p:cNvPr>
            <p:cNvGrpSpPr/>
            <p:nvPr/>
          </p:nvGrpSpPr>
          <p:grpSpPr>
            <a:xfrm flipH="1">
              <a:off x="5818343" y="1158240"/>
              <a:ext cx="1216820" cy="739140"/>
              <a:chOff x="1543048" y="1158240"/>
              <a:chExt cx="1216820" cy="739140"/>
            </a:xfrm>
            <a:grpFill/>
          </p:grpSpPr>
          <p:sp>
            <p:nvSpPr>
              <p:cNvPr id="31" name="Téglalap: lekerekített 30">
                <a:extLst>
                  <a:ext uri="{FF2B5EF4-FFF2-40B4-BE49-F238E27FC236}">
                    <a16:creationId xmlns:a16="http://schemas.microsoft.com/office/drawing/2014/main" id="{D02263C7-FEFA-FB6E-11B0-4E0D4EE10B4E}"/>
                  </a:ext>
                </a:extLst>
              </p:cNvPr>
              <p:cNvSpPr/>
              <p:nvPr/>
            </p:nvSpPr>
            <p:spPr>
              <a:xfrm>
                <a:off x="1543048" y="1158240"/>
                <a:ext cx="821551" cy="739140"/>
              </a:xfrm>
              <a:prstGeom prst="roundRect">
                <a:avLst>
                  <a:gd name="adj" fmla="val 23883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2" name="Háromszög 31">
                <a:extLst>
                  <a:ext uri="{FF2B5EF4-FFF2-40B4-BE49-F238E27FC236}">
                    <a16:creationId xmlns:a16="http://schemas.microsoft.com/office/drawing/2014/main" id="{9FCB856D-7BCA-4A7E-396C-7F269C775CC1}"/>
                  </a:ext>
                </a:extLst>
              </p:cNvPr>
              <p:cNvSpPr/>
              <p:nvPr/>
            </p:nvSpPr>
            <p:spPr>
              <a:xfrm>
                <a:off x="2364599" y="1158240"/>
                <a:ext cx="395269" cy="118110"/>
              </a:xfrm>
              <a:prstGeom prst="triangle">
                <a:avLst>
                  <a:gd name="adj" fmla="val 76364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" name="Téglalap 32">
                <a:extLst>
                  <a:ext uri="{FF2B5EF4-FFF2-40B4-BE49-F238E27FC236}">
                    <a16:creationId xmlns:a16="http://schemas.microsoft.com/office/drawing/2014/main" id="{871A71AA-F940-0DB9-EFEF-A8C68E8B7426}"/>
                  </a:ext>
                </a:extLst>
              </p:cNvPr>
              <p:cNvSpPr/>
              <p:nvPr/>
            </p:nvSpPr>
            <p:spPr>
              <a:xfrm>
                <a:off x="2185988" y="1158240"/>
                <a:ext cx="481011" cy="23448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</p:grpSp>
      <p:sp>
        <p:nvSpPr>
          <p:cNvPr id="1076" name="Téglalap 1075">
            <a:extLst>
              <a:ext uri="{FF2B5EF4-FFF2-40B4-BE49-F238E27FC236}">
                <a16:creationId xmlns:a16="http://schemas.microsoft.com/office/drawing/2014/main" id="{4DAC5FA4-3416-AD20-7B70-5894DD698AD0}"/>
              </a:ext>
            </a:extLst>
          </p:cNvPr>
          <p:cNvSpPr/>
          <p:nvPr/>
        </p:nvSpPr>
        <p:spPr>
          <a:xfrm>
            <a:off x="-51361" y="0"/>
            <a:ext cx="12288196" cy="688577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r>
              <a:rPr lang="hu-HU" sz="6000" dirty="0">
                <a:solidFill>
                  <a:schemeClr val="tx1"/>
                </a:solidFill>
                <a:latin typeface="Bodoni MT" panose="02070603080606020203" pitchFamily="18" charset="0"/>
              </a:rPr>
              <a:t>MVVM</a:t>
            </a:r>
          </a:p>
        </p:txBody>
      </p:sp>
      <p:grpSp>
        <p:nvGrpSpPr>
          <p:cNvPr id="45" name="Csoportba foglalás 44">
            <a:extLst>
              <a:ext uri="{FF2B5EF4-FFF2-40B4-BE49-F238E27FC236}">
                <a16:creationId xmlns:a16="http://schemas.microsoft.com/office/drawing/2014/main" id="{ED01D597-F0E7-DF96-D359-B5A2A2C0EA6E}"/>
              </a:ext>
            </a:extLst>
          </p:cNvPr>
          <p:cNvGrpSpPr/>
          <p:nvPr/>
        </p:nvGrpSpPr>
        <p:grpSpPr>
          <a:xfrm>
            <a:off x="-8730153" y="5416324"/>
            <a:ext cx="7924802" cy="1614829"/>
            <a:chOff x="1543048" y="1158240"/>
            <a:chExt cx="5495927" cy="3573780"/>
          </a:xfrm>
          <a:solidFill>
            <a:schemeClr val="bg2">
              <a:lumMod val="90000"/>
            </a:schemeClr>
          </a:solidFill>
        </p:grpSpPr>
        <p:sp>
          <p:nvSpPr>
            <p:cNvPr id="46" name="Téglalap 45">
              <a:extLst>
                <a:ext uri="{FF2B5EF4-FFF2-40B4-BE49-F238E27FC236}">
                  <a16:creationId xmlns:a16="http://schemas.microsoft.com/office/drawing/2014/main" id="{459F6CC8-4952-CC6C-C590-D8192FCC72A9}"/>
                </a:ext>
              </a:extLst>
            </p:cNvPr>
            <p:cNvSpPr/>
            <p:nvPr/>
          </p:nvSpPr>
          <p:spPr>
            <a:xfrm>
              <a:off x="1543048" y="1275484"/>
              <a:ext cx="5495927" cy="3456536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grpSp>
          <p:nvGrpSpPr>
            <p:cNvPr id="47" name="Csoportba foglalás 46">
              <a:extLst>
                <a:ext uri="{FF2B5EF4-FFF2-40B4-BE49-F238E27FC236}">
                  <a16:creationId xmlns:a16="http://schemas.microsoft.com/office/drawing/2014/main" id="{C2F36C78-F7C1-2065-808A-8BBD71FE0002}"/>
                </a:ext>
              </a:extLst>
            </p:cNvPr>
            <p:cNvGrpSpPr/>
            <p:nvPr/>
          </p:nvGrpSpPr>
          <p:grpSpPr>
            <a:xfrm>
              <a:off x="1543048" y="1158240"/>
              <a:ext cx="1216820" cy="739140"/>
              <a:chOff x="1543048" y="1158240"/>
              <a:chExt cx="1216820" cy="739140"/>
            </a:xfrm>
            <a:grpFill/>
          </p:grpSpPr>
          <p:sp>
            <p:nvSpPr>
              <p:cNvPr id="52" name="Téglalap: lekerekített 51">
                <a:extLst>
                  <a:ext uri="{FF2B5EF4-FFF2-40B4-BE49-F238E27FC236}">
                    <a16:creationId xmlns:a16="http://schemas.microsoft.com/office/drawing/2014/main" id="{350E823F-7470-65C5-3F58-79753623CBE1}"/>
                  </a:ext>
                </a:extLst>
              </p:cNvPr>
              <p:cNvSpPr/>
              <p:nvPr/>
            </p:nvSpPr>
            <p:spPr>
              <a:xfrm>
                <a:off x="1543048" y="1158240"/>
                <a:ext cx="821551" cy="739140"/>
              </a:xfrm>
              <a:prstGeom prst="roundRect">
                <a:avLst>
                  <a:gd name="adj" fmla="val 23883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53" name="Háromszög 52">
                <a:extLst>
                  <a:ext uri="{FF2B5EF4-FFF2-40B4-BE49-F238E27FC236}">
                    <a16:creationId xmlns:a16="http://schemas.microsoft.com/office/drawing/2014/main" id="{159DFAF1-5A44-2FB0-4AC8-E97542417932}"/>
                  </a:ext>
                </a:extLst>
              </p:cNvPr>
              <p:cNvSpPr/>
              <p:nvPr/>
            </p:nvSpPr>
            <p:spPr>
              <a:xfrm>
                <a:off x="2364599" y="1158240"/>
                <a:ext cx="395269" cy="118110"/>
              </a:xfrm>
              <a:prstGeom prst="triangle">
                <a:avLst>
                  <a:gd name="adj" fmla="val 76364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54" name="Téglalap 53">
                <a:extLst>
                  <a:ext uri="{FF2B5EF4-FFF2-40B4-BE49-F238E27FC236}">
                    <a16:creationId xmlns:a16="http://schemas.microsoft.com/office/drawing/2014/main" id="{D31B0CBE-68AE-2C9D-9F3C-39F441BE484B}"/>
                  </a:ext>
                </a:extLst>
              </p:cNvPr>
              <p:cNvSpPr/>
              <p:nvPr/>
            </p:nvSpPr>
            <p:spPr>
              <a:xfrm>
                <a:off x="2185988" y="1158240"/>
                <a:ext cx="481011" cy="23448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grpSp>
          <p:nvGrpSpPr>
            <p:cNvPr id="48" name="Csoportba foglalás 47">
              <a:extLst>
                <a:ext uri="{FF2B5EF4-FFF2-40B4-BE49-F238E27FC236}">
                  <a16:creationId xmlns:a16="http://schemas.microsoft.com/office/drawing/2014/main" id="{A0789877-D0F8-BC3F-B0C6-3BF7C1C9D48C}"/>
                </a:ext>
              </a:extLst>
            </p:cNvPr>
            <p:cNvGrpSpPr/>
            <p:nvPr/>
          </p:nvGrpSpPr>
          <p:grpSpPr>
            <a:xfrm flipH="1">
              <a:off x="5818343" y="1158240"/>
              <a:ext cx="1216820" cy="739140"/>
              <a:chOff x="1543048" y="1158240"/>
              <a:chExt cx="1216820" cy="739140"/>
            </a:xfrm>
            <a:grpFill/>
          </p:grpSpPr>
          <p:sp>
            <p:nvSpPr>
              <p:cNvPr id="49" name="Téglalap: lekerekített 48">
                <a:extLst>
                  <a:ext uri="{FF2B5EF4-FFF2-40B4-BE49-F238E27FC236}">
                    <a16:creationId xmlns:a16="http://schemas.microsoft.com/office/drawing/2014/main" id="{996B2AA5-9313-994E-47AB-1A2AD00EB55C}"/>
                  </a:ext>
                </a:extLst>
              </p:cNvPr>
              <p:cNvSpPr/>
              <p:nvPr/>
            </p:nvSpPr>
            <p:spPr>
              <a:xfrm>
                <a:off x="1543048" y="1158240"/>
                <a:ext cx="821551" cy="739140"/>
              </a:xfrm>
              <a:prstGeom prst="roundRect">
                <a:avLst>
                  <a:gd name="adj" fmla="val 23883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50" name="Háromszög 49">
                <a:extLst>
                  <a:ext uri="{FF2B5EF4-FFF2-40B4-BE49-F238E27FC236}">
                    <a16:creationId xmlns:a16="http://schemas.microsoft.com/office/drawing/2014/main" id="{F7C4D9A3-B508-E60C-70A4-FD1F4F6F02C4}"/>
                  </a:ext>
                </a:extLst>
              </p:cNvPr>
              <p:cNvSpPr/>
              <p:nvPr/>
            </p:nvSpPr>
            <p:spPr>
              <a:xfrm>
                <a:off x="2364599" y="1158240"/>
                <a:ext cx="395269" cy="118110"/>
              </a:xfrm>
              <a:prstGeom prst="triangle">
                <a:avLst>
                  <a:gd name="adj" fmla="val 76364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51" name="Téglalap 50">
                <a:extLst>
                  <a:ext uri="{FF2B5EF4-FFF2-40B4-BE49-F238E27FC236}">
                    <a16:creationId xmlns:a16="http://schemas.microsoft.com/office/drawing/2014/main" id="{71FA6D14-537B-816B-8204-9881D3FEA84E}"/>
                  </a:ext>
                </a:extLst>
              </p:cNvPr>
              <p:cNvSpPr/>
              <p:nvPr/>
            </p:nvSpPr>
            <p:spPr>
              <a:xfrm>
                <a:off x="2185988" y="1158240"/>
                <a:ext cx="481011" cy="23448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</p:grpSp>
      <p:pic>
        <p:nvPicPr>
          <p:cNvPr id="1045" name="Kép 1044">
            <a:extLst>
              <a:ext uri="{FF2B5EF4-FFF2-40B4-BE49-F238E27FC236}">
                <a16:creationId xmlns:a16="http://schemas.microsoft.com/office/drawing/2014/main" id="{32EA60D5-2768-A7E0-B5C6-B4B35E08289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artisticBlur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9865526" y="1789974"/>
            <a:ext cx="7552866" cy="480060"/>
          </a:xfrm>
          <a:prstGeom prst="rect">
            <a:avLst/>
          </a:prstGeom>
          <a:effectLst/>
        </p:spPr>
      </p:pic>
      <p:grpSp>
        <p:nvGrpSpPr>
          <p:cNvPr id="1025" name="Csoportba foglalás 1024">
            <a:extLst>
              <a:ext uri="{FF2B5EF4-FFF2-40B4-BE49-F238E27FC236}">
                <a16:creationId xmlns:a16="http://schemas.microsoft.com/office/drawing/2014/main" id="{B71A885C-3AB5-A94E-0FBC-C111860ABD42}"/>
              </a:ext>
            </a:extLst>
          </p:cNvPr>
          <p:cNvGrpSpPr/>
          <p:nvPr/>
        </p:nvGrpSpPr>
        <p:grpSpPr>
          <a:xfrm>
            <a:off x="19741288" y="1817423"/>
            <a:ext cx="7924802" cy="5068026"/>
            <a:chOff x="1543048" y="1158240"/>
            <a:chExt cx="5495927" cy="3573780"/>
          </a:xfrm>
          <a:solidFill>
            <a:schemeClr val="accent2">
              <a:lumMod val="40000"/>
              <a:lumOff val="60000"/>
            </a:schemeClr>
          </a:solidFill>
        </p:grpSpPr>
        <p:sp>
          <p:nvSpPr>
            <p:cNvPr id="1027" name="Téglalap 1026">
              <a:extLst>
                <a:ext uri="{FF2B5EF4-FFF2-40B4-BE49-F238E27FC236}">
                  <a16:creationId xmlns:a16="http://schemas.microsoft.com/office/drawing/2014/main" id="{E64C3BA9-8F4F-604B-98E7-F2A6ED68B236}"/>
                </a:ext>
              </a:extLst>
            </p:cNvPr>
            <p:cNvSpPr/>
            <p:nvPr/>
          </p:nvSpPr>
          <p:spPr>
            <a:xfrm>
              <a:off x="1543048" y="1275484"/>
              <a:ext cx="5495927" cy="3456536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grpSp>
          <p:nvGrpSpPr>
            <p:cNvPr id="1028" name="Csoportba foglalás 1027">
              <a:extLst>
                <a:ext uri="{FF2B5EF4-FFF2-40B4-BE49-F238E27FC236}">
                  <a16:creationId xmlns:a16="http://schemas.microsoft.com/office/drawing/2014/main" id="{67CCF040-34C3-C8E2-2611-DFBBC2DE16E6}"/>
                </a:ext>
              </a:extLst>
            </p:cNvPr>
            <p:cNvGrpSpPr/>
            <p:nvPr/>
          </p:nvGrpSpPr>
          <p:grpSpPr>
            <a:xfrm>
              <a:off x="1543048" y="1158240"/>
              <a:ext cx="1216820" cy="739140"/>
              <a:chOff x="1543048" y="1158240"/>
              <a:chExt cx="1216820" cy="739140"/>
            </a:xfrm>
            <a:grpFill/>
          </p:grpSpPr>
          <p:sp>
            <p:nvSpPr>
              <p:cNvPr id="1033" name="Téglalap: lekerekített 1032">
                <a:extLst>
                  <a:ext uri="{FF2B5EF4-FFF2-40B4-BE49-F238E27FC236}">
                    <a16:creationId xmlns:a16="http://schemas.microsoft.com/office/drawing/2014/main" id="{66D3F309-EB06-4F12-82F5-ACDBBEE9492B}"/>
                  </a:ext>
                </a:extLst>
              </p:cNvPr>
              <p:cNvSpPr/>
              <p:nvPr/>
            </p:nvSpPr>
            <p:spPr>
              <a:xfrm>
                <a:off x="1543048" y="1158240"/>
                <a:ext cx="821551" cy="739140"/>
              </a:xfrm>
              <a:prstGeom prst="roundRect">
                <a:avLst>
                  <a:gd name="adj" fmla="val 23883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34" name="Háromszög 1033">
                <a:extLst>
                  <a:ext uri="{FF2B5EF4-FFF2-40B4-BE49-F238E27FC236}">
                    <a16:creationId xmlns:a16="http://schemas.microsoft.com/office/drawing/2014/main" id="{16919AC0-1F86-5C20-CA6A-CD7F0DDB5B3D}"/>
                  </a:ext>
                </a:extLst>
              </p:cNvPr>
              <p:cNvSpPr/>
              <p:nvPr/>
            </p:nvSpPr>
            <p:spPr>
              <a:xfrm>
                <a:off x="2364599" y="1158240"/>
                <a:ext cx="395269" cy="118110"/>
              </a:xfrm>
              <a:prstGeom prst="triangle">
                <a:avLst>
                  <a:gd name="adj" fmla="val 76364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35" name="Téglalap 1034">
                <a:extLst>
                  <a:ext uri="{FF2B5EF4-FFF2-40B4-BE49-F238E27FC236}">
                    <a16:creationId xmlns:a16="http://schemas.microsoft.com/office/drawing/2014/main" id="{0FA6EA59-D5C9-C7FA-89C1-E57F0C7BB00A}"/>
                  </a:ext>
                </a:extLst>
              </p:cNvPr>
              <p:cNvSpPr/>
              <p:nvPr/>
            </p:nvSpPr>
            <p:spPr>
              <a:xfrm>
                <a:off x="2185988" y="1158240"/>
                <a:ext cx="481011" cy="23448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grpSp>
          <p:nvGrpSpPr>
            <p:cNvPr id="1029" name="Csoportba foglalás 1028">
              <a:extLst>
                <a:ext uri="{FF2B5EF4-FFF2-40B4-BE49-F238E27FC236}">
                  <a16:creationId xmlns:a16="http://schemas.microsoft.com/office/drawing/2014/main" id="{0DF15718-F75D-4D46-2354-14A8E3507B4E}"/>
                </a:ext>
              </a:extLst>
            </p:cNvPr>
            <p:cNvGrpSpPr/>
            <p:nvPr/>
          </p:nvGrpSpPr>
          <p:grpSpPr>
            <a:xfrm flipH="1">
              <a:off x="5818343" y="1158240"/>
              <a:ext cx="1216820" cy="739140"/>
              <a:chOff x="1543048" y="1158240"/>
              <a:chExt cx="1216820" cy="739140"/>
            </a:xfrm>
            <a:grpFill/>
          </p:grpSpPr>
          <p:sp>
            <p:nvSpPr>
              <p:cNvPr id="1030" name="Téglalap: lekerekített 1029">
                <a:extLst>
                  <a:ext uri="{FF2B5EF4-FFF2-40B4-BE49-F238E27FC236}">
                    <a16:creationId xmlns:a16="http://schemas.microsoft.com/office/drawing/2014/main" id="{C967D10B-0942-7526-8BE3-A6DE83C0A9C4}"/>
                  </a:ext>
                </a:extLst>
              </p:cNvPr>
              <p:cNvSpPr/>
              <p:nvPr/>
            </p:nvSpPr>
            <p:spPr>
              <a:xfrm>
                <a:off x="1543048" y="1158240"/>
                <a:ext cx="821551" cy="739140"/>
              </a:xfrm>
              <a:prstGeom prst="roundRect">
                <a:avLst>
                  <a:gd name="adj" fmla="val 23883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31" name="Háromszög 1030">
                <a:extLst>
                  <a:ext uri="{FF2B5EF4-FFF2-40B4-BE49-F238E27FC236}">
                    <a16:creationId xmlns:a16="http://schemas.microsoft.com/office/drawing/2014/main" id="{6FEA509A-EAAC-3BFE-3F61-C8479F1EF832}"/>
                  </a:ext>
                </a:extLst>
              </p:cNvPr>
              <p:cNvSpPr/>
              <p:nvPr/>
            </p:nvSpPr>
            <p:spPr>
              <a:xfrm>
                <a:off x="2364599" y="1158240"/>
                <a:ext cx="395269" cy="118110"/>
              </a:xfrm>
              <a:prstGeom prst="triangle">
                <a:avLst>
                  <a:gd name="adj" fmla="val 76364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32" name="Téglalap 1031">
                <a:extLst>
                  <a:ext uri="{FF2B5EF4-FFF2-40B4-BE49-F238E27FC236}">
                    <a16:creationId xmlns:a16="http://schemas.microsoft.com/office/drawing/2014/main" id="{AF054FC5-8754-2CAB-E16C-45C6446D4508}"/>
                  </a:ext>
                </a:extLst>
              </p:cNvPr>
              <p:cNvSpPr/>
              <p:nvPr/>
            </p:nvSpPr>
            <p:spPr>
              <a:xfrm>
                <a:off x="2185988" y="1158240"/>
                <a:ext cx="481011" cy="23448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</p:grpSp>
      <p:sp>
        <p:nvSpPr>
          <p:cNvPr id="1050" name="Téglalap 1049">
            <a:extLst>
              <a:ext uri="{FF2B5EF4-FFF2-40B4-BE49-F238E27FC236}">
                <a16:creationId xmlns:a16="http://schemas.microsoft.com/office/drawing/2014/main" id="{4D543DC7-948D-1D12-2A85-D1199EBD6B4C}"/>
              </a:ext>
            </a:extLst>
          </p:cNvPr>
          <p:cNvSpPr/>
          <p:nvPr/>
        </p:nvSpPr>
        <p:spPr>
          <a:xfrm>
            <a:off x="10069655" y="6072649"/>
            <a:ext cx="4324574" cy="1080226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1051" name="Téglalap: felső két sarkán levágva 1050">
            <a:extLst>
              <a:ext uri="{FF2B5EF4-FFF2-40B4-BE49-F238E27FC236}">
                <a16:creationId xmlns:a16="http://schemas.microsoft.com/office/drawing/2014/main" id="{31DE3B50-79A9-B1DF-963C-54D99C5F60CA}"/>
              </a:ext>
            </a:extLst>
          </p:cNvPr>
          <p:cNvSpPr/>
          <p:nvPr/>
        </p:nvSpPr>
        <p:spPr>
          <a:xfrm rot="10800000">
            <a:off x="9899052" y="5758071"/>
            <a:ext cx="4608000" cy="314577"/>
          </a:xfrm>
          <a:prstGeom prst="snip2SameRect">
            <a:avLst>
              <a:gd name="adj1" fmla="val 27265"/>
              <a:gd name="adj2" fmla="val 0"/>
            </a:avLst>
          </a:prstGeom>
          <a:solidFill>
            <a:srgbClr val="D9D9D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pic>
        <p:nvPicPr>
          <p:cNvPr id="1047" name="Kép 1046">
            <a:extLst>
              <a:ext uri="{FF2B5EF4-FFF2-40B4-BE49-F238E27FC236}">
                <a16:creationId xmlns:a16="http://schemas.microsoft.com/office/drawing/2014/main" id="{8F175563-DCB6-9824-E7AB-47BD9671009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65871" y="2367538"/>
            <a:ext cx="3968441" cy="3968441"/>
          </a:xfrm>
          <a:prstGeom prst="rect">
            <a:avLst/>
          </a:prstGeom>
        </p:spPr>
      </p:pic>
      <p:pic>
        <p:nvPicPr>
          <p:cNvPr id="1049" name="Kép 1048">
            <a:extLst>
              <a:ext uri="{FF2B5EF4-FFF2-40B4-BE49-F238E27FC236}">
                <a16:creationId xmlns:a16="http://schemas.microsoft.com/office/drawing/2014/main" id="{053EA247-2AFD-F60B-34E9-67FF0B0C92E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92693" y="2367539"/>
            <a:ext cx="3968441" cy="3968441"/>
          </a:xfrm>
          <a:prstGeom prst="rect">
            <a:avLst/>
          </a:prstGeom>
        </p:spPr>
      </p:pic>
      <p:pic>
        <p:nvPicPr>
          <p:cNvPr id="1074" name="Kép 1073">
            <a:extLst>
              <a:ext uri="{FF2B5EF4-FFF2-40B4-BE49-F238E27FC236}">
                <a16:creationId xmlns:a16="http://schemas.microsoft.com/office/drawing/2014/main" id="{A2EDCD9F-89AD-89E9-9979-0EBC31CD17DD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80417" y="-5158151"/>
            <a:ext cx="8985673" cy="5990449"/>
          </a:xfrm>
          <a:prstGeom prst="rect">
            <a:avLst/>
          </a:prstGeom>
        </p:spPr>
      </p:pic>
      <p:pic>
        <p:nvPicPr>
          <p:cNvPr id="2" name="Picture 2">
            <a:extLst>
              <a:ext uri="{FF2B5EF4-FFF2-40B4-BE49-F238E27FC236}">
                <a16:creationId xmlns:a16="http://schemas.microsoft.com/office/drawing/2014/main" id="{CE41CF3B-9710-096C-EB63-59C44751764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96953" y="290047"/>
            <a:ext cx="1347833" cy="1347833"/>
          </a:xfrm>
          <a:prstGeom prst="rect">
            <a:avLst/>
          </a:prstGeom>
          <a:solidFill>
            <a:srgbClr val="DF6266"/>
          </a:solidFill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DEDC0528-51FC-0EFB-2352-3C37099CD115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97846" y="2710322"/>
            <a:ext cx="3539905" cy="3539905"/>
          </a:xfrm>
          <a:prstGeom prst="rect">
            <a:avLst/>
          </a:prstGeom>
        </p:spPr>
      </p:pic>
      <p:pic>
        <p:nvPicPr>
          <p:cNvPr id="4" name="Picture 6" descr="Model–view–viewmodel - Wikipedia">
            <a:extLst>
              <a:ext uri="{FF2B5EF4-FFF2-40B4-BE49-F238E27FC236}">
                <a16:creationId xmlns:a16="http://schemas.microsoft.com/office/drawing/2014/main" id="{5CA423E5-052D-A64A-F8EF-5402FA55EE7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880" t="7335" r="4038" b="19883"/>
          <a:stretch>
            <a:fillRect/>
          </a:stretch>
        </p:blipFill>
        <p:spPr bwMode="auto">
          <a:xfrm>
            <a:off x="9702" y="8290728"/>
            <a:ext cx="9827425" cy="23458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Szövegdoboz 4">
            <a:extLst>
              <a:ext uri="{FF2B5EF4-FFF2-40B4-BE49-F238E27FC236}">
                <a16:creationId xmlns:a16="http://schemas.microsoft.com/office/drawing/2014/main" id="{4BCD431F-052F-A8D8-38A1-187563E18BA4}"/>
              </a:ext>
            </a:extLst>
          </p:cNvPr>
          <p:cNvSpPr txBox="1"/>
          <p:nvPr/>
        </p:nvSpPr>
        <p:spPr>
          <a:xfrm>
            <a:off x="1333500" y="7810500"/>
            <a:ext cx="34397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 dirty="0"/>
              <a:t>Megjelenés és megjelenés logika</a:t>
            </a:r>
          </a:p>
        </p:txBody>
      </p:sp>
      <p:sp>
        <p:nvSpPr>
          <p:cNvPr id="6" name="Szövegdoboz 5">
            <a:extLst>
              <a:ext uri="{FF2B5EF4-FFF2-40B4-BE49-F238E27FC236}">
                <a16:creationId xmlns:a16="http://schemas.microsoft.com/office/drawing/2014/main" id="{D7B5D28A-1AF5-E072-BD1F-0838416628ED}"/>
              </a:ext>
            </a:extLst>
          </p:cNvPr>
          <p:cNvSpPr txBox="1"/>
          <p:nvPr/>
        </p:nvSpPr>
        <p:spPr>
          <a:xfrm>
            <a:off x="6863129" y="7889546"/>
            <a:ext cx="13859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 dirty="0"/>
              <a:t>Üzleti logika</a:t>
            </a:r>
          </a:p>
        </p:txBody>
      </p:sp>
      <p:pic>
        <p:nvPicPr>
          <p:cNvPr id="9" name="Kép 8">
            <a:extLst>
              <a:ext uri="{FF2B5EF4-FFF2-40B4-BE49-F238E27FC236}">
                <a16:creationId xmlns:a16="http://schemas.microsoft.com/office/drawing/2014/main" id="{ABA6533E-B4F7-C04F-6E07-12977092E781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6799" y="3933636"/>
            <a:ext cx="4419001" cy="2443687"/>
          </a:xfrm>
          <a:prstGeom prst="rect">
            <a:avLst/>
          </a:prstGeom>
        </p:spPr>
      </p:pic>
      <p:sp>
        <p:nvSpPr>
          <p:cNvPr id="3" name="Téglalap 2">
            <a:extLst>
              <a:ext uri="{FF2B5EF4-FFF2-40B4-BE49-F238E27FC236}">
                <a16:creationId xmlns:a16="http://schemas.microsoft.com/office/drawing/2014/main" id="{D4559AE2-FE43-4948-54B6-6C5F28DC15DF}"/>
              </a:ext>
            </a:extLst>
          </p:cNvPr>
          <p:cNvSpPr/>
          <p:nvPr/>
        </p:nvSpPr>
        <p:spPr>
          <a:xfrm>
            <a:off x="48727" y="4687966"/>
            <a:ext cx="4419001" cy="895350"/>
          </a:xfrm>
          <a:prstGeom prst="rect">
            <a:avLst/>
          </a:prstGeom>
          <a:solidFill>
            <a:schemeClr val="bg1">
              <a:alpha val="14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8" name="Nyíl: jobbra mutató 7">
            <a:extLst>
              <a:ext uri="{FF2B5EF4-FFF2-40B4-BE49-F238E27FC236}">
                <a16:creationId xmlns:a16="http://schemas.microsoft.com/office/drawing/2014/main" id="{1F588B81-826D-4CCB-3910-58EC08C191DD}"/>
              </a:ext>
            </a:extLst>
          </p:cNvPr>
          <p:cNvSpPr/>
          <p:nvPr/>
        </p:nvSpPr>
        <p:spPr>
          <a:xfrm>
            <a:off x="4623960" y="4572000"/>
            <a:ext cx="1517423" cy="47625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11" name="Szövegdoboz 10">
            <a:extLst>
              <a:ext uri="{FF2B5EF4-FFF2-40B4-BE49-F238E27FC236}">
                <a16:creationId xmlns:a16="http://schemas.microsoft.com/office/drawing/2014/main" id="{5F2B38F6-86A4-DCA3-8022-F8655C3004AE}"/>
              </a:ext>
            </a:extLst>
          </p:cNvPr>
          <p:cNvSpPr txBox="1"/>
          <p:nvPr/>
        </p:nvSpPr>
        <p:spPr>
          <a:xfrm>
            <a:off x="5477172" y="7387842"/>
            <a:ext cx="13859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 dirty="0"/>
              <a:t>Üzleti logika</a:t>
            </a:r>
          </a:p>
        </p:txBody>
      </p:sp>
    </p:spTree>
    <p:extLst>
      <p:ext uri="{BB962C8B-B14F-4D97-AF65-F5344CB8AC3E}">
        <p14:creationId xmlns:p14="http://schemas.microsoft.com/office/powerpoint/2010/main" val="344929542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4.16667E-7 3.33333E-6 L 0.08008 -0.39723 " pathEditMode="relative" rAng="0" ptsTypes="AA">
                                      <p:cBhvr>
                                        <p:cTn id="13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3997" y="-19861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8" grpId="0" animBg="1"/>
      <p:bldP spid="11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92A5C8-992E-05DB-3761-174A533044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5" name="Csoportba foglalás 54">
            <a:extLst>
              <a:ext uri="{FF2B5EF4-FFF2-40B4-BE49-F238E27FC236}">
                <a16:creationId xmlns:a16="http://schemas.microsoft.com/office/drawing/2014/main" id="{DDAD7F57-0BF2-6353-F4EE-77FDDE5A5152}"/>
              </a:ext>
            </a:extLst>
          </p:cNvPr>
          <p:cNvGrpSpPr/>
          <p:nvPr/>
        </p:nvGrpSpPr>
        <p:grpSpPr>
          <a:xfrm>
            <a:off x="19735570" y="1679293"/>
            <a:ext cx="7924802" cy="5153180"/>
            <a:chOff x="1543048" y="1158240"/>
            <a:chExt cx="5495927" cy="3573780"/>
          </a:xfrm>
          <a:solidFill>
            <a:schemeClr val="accent2">
              <a:lumMod val="60000"/>
              <a:lumOff val="40000"/>
            </a:schemeClr>
          </a:solidFill>
        </p:grpSpPr>
        <p:sp>
          <p:nvSpPr>
            <p:cNvPr id="56" name="Téglalap 55">
              <a:extLst>
                <a:ext uri="{FF2B5EF4-FFF2-40B4-BE49-F238E27FC236}">
                  <a16:creationId xmlns:a16="http://schemas.microsoft.com/office/drawing/2014/main" id="{B081057E-0555-60DF-FDF2-9E2A68EEF3CB}"/>
                </a:ext>
              </a:extLst>
            </p:cNvPr>
            <p:cNvSpPr/>
            <p:nvPr/>
          </p:nvSpPr>
          <p:spPr>
            <a:xfrm>
              <a:off x="1543048" y="1275484"/>
              <a:ext cx="5495927" cy="3456536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grpSp>
          <p:nvGrpSpPr>
            <p:cNvPr id="57" name="Csoportba foglalás 56">
              <a:extLst>
                <a:ext uri="{FF2B5EF4-FFF2-40B4-BE49-F238E27FC236}">
                  <a16:creationId xmlns:a16="http://schemas.microsoft.com/office/drawing/2014/main" id="{07669A0B-BDEF-8563-19ED-C1CF24A05329}"/>
                </a:ext>
              </a:extLst>
            </p:cNvPr>
            <p:cNvGrpSpPr/>
            <p:nvPr/>
          </p:nvGrpSpPr>
          <p:grpSpPr>
            <a:xfrm>
              <a:off x="1543048" y="1158240"/>
              <a:ext cx="1216820" cy="739140"/>
              <a:chOff x="1543048" y="1158240"/>
              <a:chExt cx="1216820" cy="739140"/>
            </a:xfrm>
            <a:grpFill/>
          </p:grpSpPr>
          <p:sp>
            <p:nvSpPr>
              <p:cNvPr id="62" name="Téglalap: lekerekített 61">
                <a:extLst>
                  <a:ext uri="{FF2B5EF4-FFF2-40B4-BE49-F238E27FC236}">
                    <a16:creationId xmlns:a16="http://schemas.microsoft.com/office/drawing/2014/main" id="{0A461E79-A614-4241-31F9-5E1CB85AD0E4}"/>
                  </a:ext>
                </a:extLst>
              </p:cNvPr>
              <p:cNvSpPr/>
              <p:nvPr/>
            </p:nvSpPr>
            <p:spPr>
              <a:xfrm>
                <a:off x="1543048" y="1158240"/>
                <a:ext cx="821551" cy="739140"/>
              </a:xfrm>
              <a:prstGeom prst="roundRect">
                <a:avLst>
                  <a:gd name="adj" fmla="val 23883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63" name="Háromszög 62">
                <a:extLst>
                  <a:ext uri="{FF2B5EF4-FFF2-40B4-BE49-F238E27FC236}">
                    <a16:creationId xmlns:a16="http://schemas.microsoft.com/office/drawing/2014/main" id="{82E380E8-4422-FB98-542A-FEFDB91A1C25}"/>
                  </a:ext>
                </a:extLst>
              </p:cNvPr>
              <p:cNvSpPr/>
              <p:nvPr/>
            </p:nvSpPr>
            <p:spPr>
              <a:xfrm>
                <a:off x="2364599" y="1158240"/>
                <a:ext cx="395269" cy="118110"/>
              </a:xfrm>
              <a:prstGeom prst="triangle">
                <a:avLst>
                  <a:gd name="adj" fmla="val 76364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24" name="Téglalap 1023">
                <a:extLst>
                  <a:ext uri="{FF2B5EF4-FFF2-40B4-BE49-F238E27FC236}">
                    <a16:creationId xmlns:a16="http://schemas.microsoft.com/office/drawing/2014/main" id="{713C534E-893F-3AC9-EC38-1FA4EF54B08F}"/>
                  </a:ext>
                </a:extLst>
              </p:cNvPr>
              <p:cNvSpPr/>
              <p:nvPr/>
            </p:nvSpPr>
            <p:spPr>
              <a:xfrm>
                <a:off x="2185988" y="1158240"/>
                <a:ext cx="481011" cy="23448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grpSp>
          <p:nvGrpSpPr>
            <p:cNvPr id="58" name="Csoportba foglalás 57">
              <a:extLst>
                <a:ext uri="{FF2B5EF4-FFF2-40B4-BE49-F238E27FC236}">
                  <a16:creationId xmlns:a16="http://schemas.microsoft.com/office/drawing/2014/main" id="{A21A20FD-90D1-CFB5-1EBB-07C182177E6C}"/>
                </a:ext>
              </a:extLst>
            </p:cNvPr>
            <p:cNvGrpSpPr/>
            <p:nvPr/>
          </p:nvGrpSpPr>
          <p:grpSpPr>
            <a:xfrm flipH="1">
              <a:off x="5818343" y="1158240"/>
              <a:ext cx="1216820" cy="739140"/>
              <a:chOff x="1543048" y="1158240"/>
              <a:chExt cx="1216820" cy="739140"/>
            </a:xfrm>
            <a:grpFill/>
          </p:grpSpPr>
          <p:sp>
            <p:nvSpPr>
              <p:cNvPr id="59" name="Téglalap: lekerekített 58">
                <a:extLst>
                  <a:ext uri="{FF2B5EF4-FFF2-40B4-BE49-F238E27FC236}">
                    <a16:creationId xmlns:a16="http://schemas.microsoft.com/office/drawing/2014/main" id="{9E061094-6A4E-2B92-74E3-CE113A1C6AE0}"/>
                  </a:ext>
                </a:extLst>
              </p:cNvPr>
              <p:cNvSpPr/>
              <p:nvPr/>
            </p:nvSpPr>
            <p:spPr>
              <a:xfrm>
                <a:off x="1543048" y="1158240"/>
                <a:ext cx="821551" cy="739140"/>
              </a:xfrm>
              <a:prstGeom prst="roundRect">
                <a:avLst>
                  <a:gd name="adj" fmla="val 23883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60" name="Háromszög 59">
                <a:extLst>
                  <a:ext uri="{FF2B5EF4-FFF2-40B4-BE49-F238E27FC236}">
                    <a16:creationId xmlns:a16="http://schemas.microsoft.com/office/drawing/2014/main" id="{8BDF32C8-D8E3-B38A-489D-FEF6DB8A2DD1}"/>
                  </a:ext>
                </a:extLst>
              </p:cNvPr>
              <p:cNvSpPr/>
              <p:nvPr/>
            </p:nvSpPr>
            <p:spPr>
              <a:xfrm>
                <a:off x="2364599" y="1158240"/>
                <a:ext cx="395269" cy="118110"/>
              </a:xfrm>
              <a:prstGeom prst="triangle">
                <a:avLst>
                  <a:gd name="adj" fmla="val 76364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61" name="Téglalap 60">
                <a:extLst>
                  <a:ext uri="{FF2B5EF4-FFF2-40B4-BE49-F238E27FC236}">
                    <a16:creationId xmlns:a16="http://schemas.microsoft.com/office/drawing/2014/main" id="{EA61D8F3-27F9-283D-42B7-BCA9823D2A82}"/>
                  </a:ext>
                </a:extLst>
              </p:cNvPr>
              <p:cNvSpPr/>
              <p:nvPr/>
            </p:nvSpPr>
            <p:spPr>
              <a:xfrm>
                <a:off x="2185988" y="1158240"/>
                <a:ext cx="481011" cy="23448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</p:grpSp>
      <p:sp>
        <p:nvSpPr>
          <p:cNvPr id="1075" name="Téglalap 1074">
            <a:extLst>
              <a:ext uri="{FF2B5EF4-FFF2-40B4-BE49-F238E27FC236}">
                <a16:creationId xmlns:a16="http://schemas.microsoft.com/office/drawing/2014/main" id="{A7B8A773-9D06-AB2A-3544-FF1899D96AC4}"/>
              </a:ext>
            </a:extLst>
          </p:cNvPr>
          <p:cNvSpPr/>
          <p:nvPr/>
        </p:nvSpPr>
        <p:spPr>
          <a:xfrm>
            <a:off x="19856074" y="1764447"/>
            <a:ext cx="7571770" cy="50680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endParaRPr lang="hu-HU" dirty="0"/>
          </a:p>
        </p:txBody>
      </p:sp>
      <p:grpSp>
        <p:nvGrpSpPr>
          <p:cNvPr id="34" name="Csoportba foglalás 33">
            <a:extLst>
              <a:ext uri="{FF2B5EF4-FFF2-40B4-BE49-F238E27FC236}">
                <a16:creationId xmlns:a16="http://schemas.microsoft.com/office/drawing/2014/main" id="{E7072BE2-AB45-AD34-3710-E78CD0EC131B}"/>
              </a:ext>
            </a:extLst>
          </p:cNvPr>
          <p:cNvGrpSpPr/>
          <p:nvPr/>
        </p:nvGrpSpPr>
        <p:grpSpPr>
          <a:xfrm>
            <a:off x="-8724657" y="1679293"/>
            <a:ext cx="7924802" cy="5153180"/>
            <a:chOff x="1543048" y="1158240"/>
            <a:chExt cx="5495927" cy="3573780"/>
          </a:xfrm>
          <a:solidFill>
            <a:schemeClr val="bg1">
              <a:lumMod val="65000"/>
            </a:schemeClr>
          </a:solidFill>
        </p:grpSpPr>
        <p:sp>
          <p:nvSpPr>
            <p:cNvPr id="16" name="Téglalap 15">
              <a:extLst>
                <a:ext uri="{FF2B5EF4-FFF2-40B4-BE49-F238E27FC236}">
                  <a16:creationId xmlns:a16="http://schemas.microsoft.com/office/drawing/2014/main" id="{032CEDC8-8993-8D11-5FD3-1B8CA540177E}"/>
                </a:ext>
              </a:extLst>
            </p:cNvPr>
            <p:cNvSpPr/>
            <p:nvPr/>
          </p:nvSpPr>
          <p:spPr>
            <a:xfrm>
              <a:off x="1543048" y="1275484"/>
              <a:ext cx="5495927" cy="3456536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grpSp>
          <p:nvGrpSpPr>
            <p:cNvPr id="25" name="Csoportba foglalás 24">
              <a:extLst>
                <a:ext uri="{FF2B5EF4-FFF2-40B4-BE49-F238E27FC236}">
                  <a16:creationId xmlns:a16="http://schemas.microsoft.com/office/drawing/2014/main" id="{4CA63606-1D69-4E5A-E26B-65D3005188AB}"/>
                </a:ext>
              </a:extLst>
            </p:cNvPr>
            <p:cNvGrpSpPr/>
            <p:nvPr/>
          </p:nvGrpSpPr>
          <p:grpSpPr>
            <a:xfrm>
              <a:off x="1543048" y="1158240"/>
              <a:ext cx="1216820" cy="739140"/>
              <a:chOff x="1543048" y="1158240"/>
              <a:chExt cx="1216820" cy="739140"/>
            </a:xfrm>
            <a:grpFill/>
          </p:grpSpPr>
          <p:sp>
            <p:nvSpPr>
              <p:cNvPr id="17" name="Téglalap: lekerekített 16">
                <a:extLst>
                  <a:ext uri="{FF2B5EF4-FFF2-40B4-BE49-F238E27FC236}">
                    <a16:creationId xmlns:a16="http://schemas.microsoft.com/office/drawing/2014/main" id="{169A686F-09B5-A199-32D3-499CE8098729}"/>
                  </a:ext>
                </a:extLst>
              </p:cNvPr>
              <p:cNvSpPr/>
              <p:nvPr/>
            </p:nvSpPr>
            <p:spPr>
              <a:xfrm>
                <a:off x="1543048" y="1158240"/>
                <a:ext cx="821551" cy="739140"/>
              </a:xfrm>
              <a:prstGeom prst="roundRect">
                <a:avLst>
                  <a:gd name="adj" fmla="val 23883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9" name="Háromszög 18">
                <a:extLst>
                  <a:ext uri="{FF2B5EF4-FFF2-40B4-BE49-F238E27FC236}">
                    <a16:creationId xmlns:a16="http://schemas.microsoft.com/office/drawing/2014/main" id="{09E6419C-ED8F-261E-A3FB-78AF6D4CF434}"/>
                  </a:ext>
                </a:extLst>
              </p:cNvPr>
              <p:cNvSpPr/>
              <p:nvPr/>
            </p:nvSpPr>
            <p:spPr>
              <a:xfrm>
                <a:off x="2364599" y="1158240"/>
                <a:ext cx="395269" cy="118110"/>
              </a:xfrm>
              <a:prstGeom prst="triangle">
                <a:avLst>
                  <a:gd name="adj" fmla="val 76364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20" name="Téglalap 19">
                <a:extLst>
                  <a:ext uri="{FF2B5EF4-FFF2-40B4-BE49-F238E27FC236}">
                    <a16:creationId xmlns:a16="http://schemas.microsoft.com/office/drawing/2014/main" id="{96AF90DE-2F40-AEF3-C937-FFC10430EADD}"/>
                  </a:ext>
                </a:extLst>
              </p:cNvPr>
              <p:cNvSpPr/>
              <p:nvPr/>
            </p:nvSpPr>
            <p:spPr>
              <a:xfrm>
                <a:off x="2185988" y="1158240"/>
                <a:ext cx="481011" cy="23448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grpSp>
          <p:nvGrpSpPr>
            <p:cNvPr id="30" name="Csoportba foglalás 29">
              <a:extLst>
                <a:ext uri="{FF2B5EF4-FFF2-40B4-BE49-F238E27FC236}">
                  <a16:creationId xmlns:a16="http://schemas.microsoft.com/office/drawing/2014/main" id="{22074639-9E3E-CDF0-E118-3F49EA28FD2F}"/>
                </a:ext>
              </a:extLst>
            </p:cNvPr>
            <p:cNvGrpSpPr/>
            <p:nvPr/>
          </p:nvGrpSpPr>
          <p:grpSpPr>
            <a:xfrm flipH="1">
              <a:off x="5818343" y="1158240"/>
              <a:ext cx="1216820" cy="739140"/>
              <a:chOff x="1543048" y="1158240"/>
              <a:chExt cx="1216820" cy="739140"/>
            </a:xfrm>
            <a:grpFill/>
          </p:grpSpPr>
          <p:sp>
            <p:nvSpPr>
              <p:cNvPr id="31" name="Téglalap: lekerekített 30">
                <a:extLst>
                  <a:ext uri="{FF2B5EF4-FFF2-40B4-BE49-F238E27FC236}">
                    <a16:creationId xmlns:a16="http://schemas.microsoft.com/office/drawing/2014/main" id="{196E5C92-D285-1EA5-CD99-EBD7CDA39A5C}"/>
                  </a:ext>
                </a:extLst>
              </p:cNvPr>
              <p:cNvSpPr/>
              <p:nvPr/>
            </p:nvSpPr>
            <p:spPr>
              <a:xfrm>
                <a:off x="1543048" y="1158240"/>
                <a:ext cx="821551" cy="739140"/>
              </a:xfrm>
              <a:prstGeom prst="roundRect">
                <a:avLst>
                  <a:gd name="adj" fmla="val 23883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2" name="Háromszög 31">
                <a:extLst>
                  <a:ext uri="{FF2B5EF4-FFF2-40B4-BE49-F238E27FC236}">
                    <a16:creationId xmlns:a16="http://schemas.microsoft.com/office/drawing/2014/main" id="{84465404-0E36-FE3F-D5E7-C9BC3642A08F}"/>
                  </a:ext>
                </a:extLst>
              </p:cNvPr>
              <p:cNvSpPr/>
              <p:nvPr/>
            </p:nvSpPr>
            <p:spPr>
              <a:xfrm>
                <a:off x="2364599" y="1158240"/>
                <a:ext cx="395269" cy="118110"/>
              </a:xfrm>
              <a:prstGeom prst="triangle">
                <a:avLst>
                  <a:gd name="adj" fmla="val 76364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" name="Téglalap 32">
                <a:extLst>
                  <a:ext uri="{FF2B5EF4-FFF2-40B4-BE49-F238E27FC236}">
                    <a16:creationId xmlns:a16="http://schemas.microsoft.com/office/drawing/2014/main" id="{D624EE2B-28B0-7743-8C7C-C06AA18FA7EF}"/>
                  </a:ext>
                </a:extLst>
              </p:cNvPr>
              <p:cNvSpPr/>
              <p:nvPr/>
            </p:nvSpPr>
            <p:spPr>
              <a:xfrm>
                <a:off x="2185988" y="1158240"/>
                <a:ext cx="481011" cy="23448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</p:grpSp>
      <p:sp>
        <p:nvSpPr>
          <p:cNvPr id="1076" name="Téglalap 1075">
            <a:extLst>
              <a:ext uri="{FF2B5EF4-FFF2-40B4-BE49-F238E27FC236}">
                <a16:creationId xmlns:a16="http://schemas.microsoft.com/office/drawing/2014/main" id="{B2D492D7-87C1-63C1-81FE-84B77F1F051B}"/>
              </a:ext>
            </a:extLst>
          </p:cNvPr>
          <p:cNvSpPr/>
          <p:nvPr/>
        </p:nvSpPr>
        <p:spPr>
          <a:xfrm>
            <a:off x="-51361" y="0"/>
            <a:ext cx="12288196" cy="688577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hu-HU" sz="6000" dirty="0">
                <a:solidFill>
                  <a:schemeClr val="tx1"/>
                </a:solidFill>
                <a:latin typeface="Bodoni MT" panose="02070603080606020203" pitchFamily="18" charset="0"/>
              </a:rPr>
              <a:t>Login</a:t>
            </a:r>
          </a:p>
        </p:txBody>
      </p:sp>
      <p:grpSp>
        <p:nvGrpSpPr>
          <p:cNvPr id="45" name="Csoportba foglalás 44">
            <a:extLst>
              <a:ext uri="{FF2B5EF4-FFF2-40B4-BE49-F238E27FC236}">
                <a16:creationId xmlns:a16="http://schemas.microsoft.com/office/drawing/2014/main" id="{AEAAC986-CD3E-E1E9-C567-7E1DB8523D47}"/>
              </a:ext>
            </a:extLst>
          </p:cNvPr>
          <p:cNvGrpSpPr/>
          <p:nvPr/>
        </p:nvGrpSpPr>
        <p:grpSpPr>
          <a:xfrm>
            <a:off x="-8730153" y="5416324"/>
            <a:ext cx="7924802" cy="1614829"/>
            <a:chOff x="1543048" y="1158240"/>
            <a:chExt cx="5495927" cy="3573780"/>
          </a:xfrm>
          <a:solidFill>
            <a:schemeClr val="bg2">
              <a:lumMod val="90000"/>
            </a:schemeClr>
          </a:solidFill>
        </p:grpSpPr>
        <p:sp>
          <p:nvSpPr>
            <p:cNvPr id="46" name="Téglalap 45">
              <a:extLst>
                <a:ext uri="{FF2B5EF4-FFF2-40B4-BE49-F238E27FC236}">
                  <a16:creationId xmlns:a16="http://schemas.microsoft.com/office/drawing/2014/main" id="{C2DE3C1D-2AAB-3C56-9313-F430873B48E8}"/>
                </a:ext>
              </a:extLst>
            </p:cNvPr>
            <p:cNvSpPr/>
            <p:nvPr/>
          </p:nvSpPr>
          <p:spPr>
            <a:xfrm>
              <a:off x="1543048" y="1275484"/>
              <a:ext cx="5495927" cy="3456536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grpSp>
          <p:nvGrpSpPr>
            <p:cNvPr id="47" name="Csoportba foglalás 46">
              <a:extLst>
                <a:ext uri="{FF2B5EF4-FFF2-40B4-BE49-F238E27FC236}">
                  <a16:creationId xmlns:a16="http://schemas.microsoft.com/office/drawing/2014/main" id="{13DA319B-087E-4E16-8952-C9E755AD012E}"/>
                </a:ext>
              </a:extLst>
            </p:cNvPr>
            <p:cNvGrpSpPr/>
            <p:nvPr/>
          </p:nvGrpSpPr>
          <p:grpSpPr>
            <a:xfrm>
              <a:off x="1543048" y="1158240"/>
              <a:ext cx="1216820" cy="739140"/>
              <a:chOff x="1543048" y="1158240"/>
              <a:chExt cx="1216820" cy="739140"/>
            </a:xfrm>
            <a:grpFill/>
          </p:grpSpPr>
          <p:sp>
            <p:nvSpPr>
              <p:cNvPr id="52" name="Téglalap: lekerekített 51">
                <a:extLst>
                  <a:ext uri="{FF2B5EF4-FFF2-40B4-BE49-F238E27FC236}">
                    <a16:creationId xmlns:a16="http://schemas.microsoft.com/office/drawing/2014/main" id="{7E0FFF45-297F-9C7F-3F43-00FB82425D34}"/>
                  </a:ext>
                </a:extLst>
              </p:cNvPr>
              <p:cNvSpPr/>
              <p:nvPr/>
            </p:nvSpPr>
            <p:spPr>
              <a:xfrm>
                <a:off x="1543048" y="1158240"/>
                <a:ext cx="821551" cy="739140"/>
              </a:xfrm>
              <a:prstGeom prst="roundRect">
                <a:avLst>
                  <a:gd name="adj" fmla="val 23883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53" name="Háromszög 52">
                <a:extLst>
                  <a:ext uri="{FF2B5EF4-FFF2-40B4-BE49-F238E27FC236}">
                    <a16:creationId xmlns:a16="http://schemas.microsoft.com/office/drawing/2014/main" id="{3C1C07B1-DA8D-5D6B-9963-CF88EAD9F754}"/>
                  </a:ext>
                </a:extLst>
              </p:cNvPr>
              <p:cNvSpPr/>
              <p:nvPr/>
            </p:nvSpPr>
            <p:spPr>
              <a:xfrm>
                <a:off x="2364599" y="1158240"/>
                <a:ext cx="395269" cy="118110"/>
              </a:xfrm>
              <a:prstGeom prst="triangle">
                <a:avLst>
                  <a:gd name="adj" fmla="val 76364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54" name="Téglalap 53">
                <a:extLst>
                  <a:ext uri="{FF2B5EF4-FFF2-40B4-BE49-F238E27FC236}">
                    <a16:creationId xmlns:a16="http://schemas.microsoft.com/office/drawing/2014/main" id="{9C76DCB9-1C3E-4D07-01BF-3DA2630F8E9A}"/>
                  </a:ext>
                </a:extLst>
              </p:cNvPr>
              <p:cNvSpPr/>
              <p:nvPr/>
            </p:nvSpPr>
            <p:spPr>
              <a:xfrm>
                <a:off x="2185988" y="1158240"/>
                <a:ext cx="481011" cy="23448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grpSp>
          <p:nvGrpSpPr>
            <p:cNvPr id="48" name="Csoportba foglalás 47">
              <a:extLst>
                <a:ext uri="{FF2B5EF4-FFF2-40B4-BE49-F238E27FC236}">
                  <a16:creationId xmlns:a16="http://schemas.microsoft.com/office/drawing/2014/main" id="{F1AC37FF-4C89-C945-441E-90A172A74E68}"/>
                </a:ext>
              </a:extLst>
            </p:cNvPr>
            <p:cNvGrpSpPr/>
            <p:nvPr/>
          </p:nvGrpSpPr>
          <p:grpSpPr>
            <a:xfrm flipH="1">
              <a:off x="5818343" y="1158240"/>
              <a:ext cx="1216820" cy="739140"/>
              <a:chOff x="1543048" y="1158240"/>
              <a:chExt cx="1216820" cy="739140"/>
            </a:xfrm>
            <a:grpFill/>
          </p:grpSpPr>
          <p:sp>
            <p:nvSpPr>
              <p:cNvPr id="49" name="Téglalap: lekerekített 48">
                <a:extLst>
                  <a:ext uri="{FF2B5EF4-FFF2-40B4-BE49-F238E27FC236}">
                    <a16:creationId xmlns:a16="http://schemas.microsoft.com/office/drawing/2014/main" id="{DB2859B0-FA2C-F98F-03E7-CA8913FA79E0}"/>
                  </a:ext>
                </a:extLst>
              </p:cNvPr>
              <p:cNvSpPr/>
              <p:nvPr/>
            </p:nvSpPr>
            <p:spPr>
              <a:xfrm>
                <a:off x="1543048" y="1158240"/>
                <a:ext cx="821551" cy="739140"/>
              </a:xfrm>
              <a:prstGeom prst="roundRect">
                <a:avLst>
                  <a:gd name="adj" fmla="val 23883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50" name="Háromszög 49">
                <a:extLst>
                  <a:ext uri="{FF2B5EF4-FFF2-40B4-BE49-F238E27FC236}">
                    <a16:creationId xmlns:a16="http://schemas.microsoft.com/office/drawing/2014/main" id="{35F376D8-B79B-5D92-F120-137152E43107}"/>
                  </a:ext>
                </a:extLst>
              </p:cNvPr>
              <p:cNvSpPr/>
              <p:nvPr/>
            </p:nvSpPr>
            <p:spPr>
              <a:xfrm>
                <a:off x="2364599" y="1158240"/>
                <a:ext cx="395269" cy="118110"/>
              </a:xfrm>
              <a:prstGeom prst="triangle">
                <a:avLst>
                  <a:gd name="adj" fmla="val 76364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51" name="Téglalap 50">
                <a:extLst>
                  <a:ext uri="{FF2B5EF4-FFF2-40B4-BE49-F238E27FC236}">
                    <a16:creationId xmlns:a16="http://schemas.microsoft.com/office/drawing/2014/main" id="{52C0EB62-19DB-A1CC-77FA-5177F79E182A}"/>
                  </a:ext>
                </a:extLst>
              </p:cNvPr>
              <p:cNvSpPr/>
              <p:nvPr/>
            </p:nvSpPr>
            <p:spPr>
              <a:xfrm>
                <a:off x="2185988" y="1158240"/>
                <a:ext cx="481011" cy="23448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</p:grpSp>
      <p:pic>
        <p:nvPicPr>
          <p:cNvPr id="1045" name="Kép 1044">
            <a:extLst>
              <a:ext uri="{FF2B5EF4-FFF2-40B4-BE49-F238E27FC236}">
                <a16:creationId xmlns:a16="http://schemas.microsoft.com/office/drawing/2014/main" id="{521D3399-E4F2-04EA-FFF4-4713C392BDC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artisticBlur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9865526" y="1789974"/>
            <a:ext cx="7552866" cy="480060"/>
          </a:xfrm>
          <a:prstGeom prst="rect">
            <a:avLst/>
          </a:prstGeom>
          <a:effectLst/>
        </p:spPr>
      </p:pic>
      <p:grpSp>
        <p:nvGrpSpPr>
          <p:cNvPr id="1025" name="Csoportba foglalás 1024">
            <a:extLst>
              <a:ext uri="{FF2B5EF4-FFF2-40B4-BE49-F238E27FC236}">
                <a16:creationId xmlns:a16="http://schemas.microsoft.com/office/drawing/2014/main" id="{DB437EF9-6D31-1B79-88E7-3DA1CBEF36CB}"/>
              </a:ext>
            </a:extLst>
          </p:cNvPr>
          <p:cNvGrpSpPr/>
          <p:nvPr/>
        </p:nvGrpSpPr>
        <p:grpSpPr>
          <a:xfrm>
            <a:off x="19741288" y="1817423"/>
            <a:ext cx="7924802" cy="5068026"/>
            <a:chOff x="1543048" y="1158240"/>
            <a:chExt cx="5495927" cy="3573780"/>
          </a:xfrm>
          <a:solidFill>
            <a:schemeClr val="accent2">
              <a:lumMod val="40000"/>
              <a:lumOff val="60000"/>
            </a:schemeClr>
          </a:solidFill>
        </p:grpSpPr>
        <p:sp>
          <p:nvSpPr>
            <p:cNvPr id="1027" name="Téglalap 1026">
              <a:extLst>
                <a:ext uri="{FF2B5EF4-FFF2-40B4-BE49-F238E27FC236}">
                  <a16:creationId xmlns:a16="http://schemas.microsoft.com/office/drawing/2014/main" id="{23B2A912-D341-4418-92CA-2CD6B3ECEC9D}"/>
                </a:ext>
              </a:extLst>
            </p:cNvPr>
            <p:cNvSpPr/>
            <p:nvPr/>
          </p:nvSpPr>
          <p:spPr>
            <a:xfrm>
              <a:off x="1543048" y="1275484"/>
              <a:ext cx="5495927" cy="3456536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grpSp>
          <p:nvGrpSpPr>
            <p:cNvPr id="1028" name="Csoportba foglalás 1027">
              <a:extLst>
                <a:ext uri="{FF2B5EF4-FFF2-40B4-BE49-F238E27FC236}">
                  <a16:creationId xmlns:a16="http://schemas.microsoft.com/office/drawing/2014/main" id="{2135B983-6049-AB3F-D92B-B16703C762CD}"/>
                </a:ext>
              </a:extLst>
            </p:cNvPr>
            <p:cNvGrpSpPr/>
            <p:nvPr/>
          </p:nvGrpSpPr>
          <p:grpSpPr>
            <a:xfrm>
              <a:off x="1543048" y="1158240"/>
              <a:ext cx="1216820" cy="739140"/>
              <a:chOff x="1543048" y="1158240"/>
              <a:chExt cx="1216820" cy="739140"/>
            </a:xfrm>
            <a:grpFill/>
          </p:grpSpPr>
          <p:sp>
            <p:nvSpPr>
              <p:cNvPr id="1033" name="Téglalap: lekerekített 1032">
                <a:extLst>
                  <a:ext uri="{FF2B5EF4-FFF2-40B4-BE49-F238E27FC236}">
                    <a16:creationId xmlns:a16="http://schemas.microsoft.com/office/drawing/2014/main" id="{8C101217-EA31-F8E5-D83F-F3388353A9D3}"/>
                  </a:ext>
                </a:extLst>
              </p:cNvPr>
              <p:cNvSpPr/>
              <p:nvPr/>
            </p:nvSpPr>
            <p:spPr>
              <a:xfrm>
                <a:off x="1543048" y="1158240"/>
                <a:ext cx="821551" cy="739140"/>
              </a:xfrm>
              <a:prstGeom prst="roundRect">
                <a:avLst>
                  <a:gd name="adj" fmla="val 23883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34" name="Háromszög 1033">
                <a:extLst>
                  <a:ext uri="{FF2B5EF4-FFF2-40B4-BE49-F238E27FC236}">
                    <a16:creationId xmlns:a16="http://schemas.microsoft.com/office/drawing/2014/main" id="{31DCFEB1-A3CB-26A8-B6CA-ACAB9EC6097F}"/>
                  </a:ext>
                </a:extLst>
              </p:cNvPr>
              <p:cNvSpPr/>
              <p:nvPr/>
            </p:nvSpPr>
            <p:spPr>
              <a:xfrm>
                <a:off x="2364599" y="1158240"/>
                <a:ext cx="395269" cy="118110"/>
              </a:xfrm>
              <a:prstGeom prst="triangle">
                <a:avLst>
                  <a:gd name="adj" fmla="val 76364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35" name="Téglalap 1034">
                <a:extLst>
                  <a:ext uri="{FF2B5EF4-FFF2-40B4-BE49-F238E27FC236}">
                    <a16:creationId xmlns:a16="http://schemas.microsoft.com/office/drawing/2014/main" id="{8F574EA1-6808-821D-928D-268F32EB107F}"/>
                  </a:ext>
                </a:extLst>
              </p:cNvPr>
              <p:cNvSpPr/>
              <p:nvPr/>
            </p:nvSpPr>
            <p:spPr>
              <a:xfrm>
                <a:off x="2185988" y="1158240"/>
                <a:ext cx="481011" cy="23448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grpSp>
          <p:nvGrpSpPr>
            <p:cNvPr id="1029" name="Csoportba foglalás 1028">
              <a:extLst>
                <a:ext uri="{FF2B5EF4-FFF2-40B4-BE49-F238E27FC236}">
                  <a16:creationId xmlns:a16="http://schemas.microsoft.com/office/drawing/2014/main" id="{E4DCDC30-9A92-3D5F-BC36-22D1483EFA8D}"/>
                </a:ext>
              </a:extLst>
            </p:cNvPr>
            <p:cNvGrpSpPr/>
            <p:nvPr/>
          </p:nvGrpSpPr>
          <p:grpSpPr>
            <a:xfrm flipH="1">
              <a:off x="5818343" y="1158240"/>
              <a:ext cx="1216820" cy="739140"/>
              <a:chOff x="1543048" y="1158240"/>
              <a:chExt cx="1216820" cy="739140"/>
            </a:xfrm>
            <a:grpFill/>
          </p:grpSpPr>
          <p:sp>
            <p:nvSpPr>
              <p:cNvPr id="1030" name="Téglalap: lekerekített 1029">
                <a:extLst>
                  <a:ext uri="{FF2B5EF4-FFF2-40B4-BE49-F238E27FC236}">
                    <a16:creationId xmlns:a16="http://schemas.microsoft.com/office/drawing/2014/main" id="{FEF65235-AE1B-13C5-9904-AB4A40EDAA67}"/>
                  </a:ext>
                </a:extLst>
              </p:cNvPr>
              <p:cNvSpPr/>
              <p:nvPr/>
            </p:nvSpPr>
            <p:spPr>
              <a:xfrm>
                <a:off x="1543048" y="1158240"/>
                <a:ext cx="821551" cy="739140"/>
              </a:xfrm>
              <a:prstGeom prst="roundRect">
                <a:avLst>
                  <a:gd name="adj" fmla="val 23883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31" name="Háromszög 1030">
                <a:extLst>
                  <a:ext uri="{FF2B5EF4-FFF2-40B4-BE49-F238E27FC236}">
                    <a16:creationId xmlns:a16="http://schemas.microsoft.com/office/drawing/2014/main" id="{A2BA519E-6120-CEC9-53F9-41B03AC368AF}"/>
                  </a:ext>
                </a:extLst>
              </p:cNvPr>
              <p:cNvSpPr/>
              <p:nvPr/>
            </p:nvSpPr>
            <p:spPr>
              <a:xfrm>
                <a:off x="2364599" y="1158240"/>
                <a:ext cx="395269" cy="118110"/>
              </a:xfrm>
              <a:prstGeom prst="triangle">
                <a:avLst>
                  <a:gd name="adj" fmla="val 76364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32" name="Téglalap 1031">
                <a:extLst>
                  <a:ext uri="{FF2B5EF4-FFF2-40B4-BE49-F238E27FC236}">
                    <a16:creationId xmlns:a16="http://schemas.microsoft.com/office/drawing/2014/main" id="{64267624-589E-9766-1A39-86997002655A}"/>
                  </a:ext>
                </a:extLst>
              </p:cNvPr>
              <p:cNvSpPr/>
              <p:nvPr/>
            </p:nvSpPr>
            <p:spPr>
              <a:xfrm>
                <a:off x="2185988" y="1158240"/>
                <a:ext cx="481011" cy="23448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</p:grpSp>
      <p:sp>
        <p:nvSpPr>
          <p:cNvPr id="1050" name="Téglalap 1049">
            <a:extLst>
              <a:ext uri="{FF2B5EF4-FFF2-40B4-BE49-F238E27FC236}">
                <a16:creationId xmlns:a16="http://schemas.microsoft.com/office/drawing/2014/main" id="{74234B83-7CCC-1ADA-6FFF-DA432417A885}"/>
              </a:ext>
            </a:extLst>
          </p:cNvPr>
          <p:cNvSpPr/>
          <p:nvPr/>
        </p:nvSpPr>
        <p:spPr>
          <a:xfrm>
            <a:off x="10069655" y="6072649"/>
            <a:ext cx="4324574" cy="1080226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1051" name="Téglalap: felső két sarkán levágva 1050">
            <a:extLst>
              <a:ext uri="{FF2B5EF4-FFF2-40B4-BE49-F238E27FC236}">
                <a16:creationId xmlns:a16="http://schemas.microsoft.com/office/drawing/2014/main" id="{1EA673BD-0B30-77CB-818C-61CFF9F3F2F8}"/>
              </a:ext>
            </a:extLst>
          </p:cNvPr>
          <p:cNvSpPr/>
          <p:nvPr/>
        </p:nvSpPr>
        <p:spPr>
          <a:xfrm rot="10800000">
            <a:off x="9899052" y="5758071"/>
            <a:ext cx="4608000" cy="314577"/>
          </a:xfrm>
          <a:prstGeom prst="snip2SameRect">
            <a:avLst>
              <a:gd name="adj1" fmla="val 27265"/>
              <a:gd name="adj2" fmla="val 0"/>
            </a:avLst>
          </a:prstGeom>
          <a:solidFill>
            <a:srgbClr val="D9D9D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pic>
        <p:nvPicPr>
          <p:cNvPr id="1047" name="Kép 1046">
            <a:extLst>
              <a:ext uri="{FF2B5EF4-FFF2-40B4-BE49-F238E27FC236}">
                <a16:creationId xmlns:a16="http://schemas.microsoft.com/office/drawing/2014/main" id="{3FC81FFA-C4A6-CD96-1A57-4230D1D0589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65871" y="2367538"/>
            <a:ext cx="3968441" cy="3968441"/>
          </a:xfrm>
          <a:prstGeom prst="rect">
            <a:avLst/>
          </a:prstGeom>
        </p:spPr>
      </p:pic>
      <p:pic>
        <p:nvPicPr>
          <p:cNvPr id="1049" name="Kép 1048">
            <a:extLst>
              <a:ext uri="{FF2B5EF4-FFF2-40B4-BE49-F238E27FC236}">
                <a16:creationId xmlns:a16="http://schemas.microsoft.com/office/drawing/2014/main" id="{5696ABEF-4567-CF02-C465-B34CB7A5467C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92693" y="2367539"/>
            <a:ext cx="3968441" cy="3968441"/>
          </a:xfrm>
          <a:prstGeom prst="rect">
            <a:avLst/>
          </a:prstGeom>
        </p:spPr>
      </p:pic>
      <p:pic>
        <p:nvPicPr>
          <p:cNvPr id="1074" name="Kép 1073">
            <a:extLst>
              <a:ext uri="{FF2B5EF4-FFF2-40B4-BE49-F238E27FC236}">
                <a16:creationId xmlns:a16="http://schemas.microsoft.com/office/drawing/2014/main" id="{31871442-B19E-5653-9DE3-D3D94DFBA9DD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80417" y="-5158151"/>
            <a:ext cx="8985673" cy="5990449"/>
          </a:xfrm>
          <a:prstGeom prst="rect">
            <a:avLst/>
          </a:prstGeom>
        </p:spPr>
      </p:pic>
      <p:pic>
        <p:nvPicPr>
          <p:cNvPr id="2" name="Picture 2">
            <a:extLst>
              <a:ext uri="{FF2B5EF4-FFF2-40B4-BE49-F238E27FC236}">
                <a16:creationId xmlns:a16="http://schemas.microsoft.com/office/drawing/2014/main" id="{87DE93A6-7B98-180E-CB33-6C797F790A4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96953" y="290047"/>
            <a:ext cx="1347833" cy="1347833"/>
          </a:xfrm>
          <a:prstGeom prst="rect">
            <a:avLst/>
          </a:prstGeom>
          <a:solidFill>
            <a:srgbClr val="DF6266"/>
          </a:solidFill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5C753718-66A4-8EE6-DCFD-64B6DDF69D9B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97846" y="2710322"/>
            <a:ext cx="3539905" cy="3539905"/>
          </a:xfrm>
          <a:prstGeom prst="rect">
            <a:avLst/>
          </a:prstGeom>
        </p:spPr>
      </p:pic>
      <p:pic>
        <p:nvPicPr>
          <p:cNvPr id="12" name="Kép 11">
            <a:extLst>
              <a:ext uri="{FF2B5EF4-FFF2-40B4-BE49-F238E27FC236}">
                <a16:creationId xmlns:a16="http://schemas.microsoft.com/office/drawing/2014/main" id="{50DB4479-E0EF-698C-2265-D36674D1956C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53196" y="1610793"/>
            <a:ext cx="5839541" cy="4379656"/>
          </a:xfrm>
          <a:prstGeom prst="rect">
            <a:avLst/>
          </a:prstGeom>
        </p:spPr>
      </p:pic>
      <p:sp>
        <p:nvSpPr>
          <p:cNvPr id="13" name="Szövegdoboz 12">
            <a:extLst>
              <a:ext uri="{FF2B5EF4-FFF2-40B4-BE49-F238E27FC236}">
                <a16:creationId xmlns:a16="http://schemas.microsoft.com/office/drawing/2014/main" id="{5C12F7C0-7651-5375-19EA-A18AEABA11A3}"/>
              </a:ext>
            </a:extLst>
          </p:cNvPr>
          <p:cNvSpPr txBox="1"/>
          <p:nvPr/>
        </p:nvSpPr>
        <p:spPr>
          <a:xfrm>
            <a:off x="6397294" y="2865606"/>
            <a:ext cx="2994834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2400" dirty="0">
                <a:latin typeface="Bodoni MT" panose="02070603080606020203" pitchFamily="18" charset="0"/>
              </a:rPr>
              <a:t>Csak olyan felhasználók kik </a:t>
            </a:r>
            <a:r>
              <a:rPr lang="hu-HU" sz="2400" dirty="0" err="1">
                <a:latin typeface="Bodoni MT" panose="02070603080606020203" pitchFamily="18" charset="0"/>
              </a:rPr>
              <a:t>adminok</a:t>
            </a:r>
            <a:r>
              <a:rPr lang="hu-HU" sz="2400" dirty="0">
                <a:latin typeface="Bodoni MT" panose="02070603080606020203" pitchFamily="18" charset="0"/>
              </a:rPr>
              <a:t> vagy tulajdonos </a:t>
            </a:r>
            <a:r>
              <a:rPr lang="hu-HU" sz="2400" dirty="0" err="1">
                <a:latin typeface="Bodoni MT" panose="02070603080606020203" pitchFamily="18" charset="0"/>
              </a:rPr>
              <a:t>rangal</a:t>
            </a:r>
            <a:r>
              <a:rPr lang="hu-HU" sz="2400" dirty="0">
                <a:latin typeface="Bodoni MT" panose="02070603080606020203" pitchFamily="18" charset="0"/>
              </a:rPr>
              <a:t> rendelkeznek</a:t>
            </a:r>
          </a:p>
        </p:txBody>
      </p:sp>
    </p:spTree>
    <p:extLst>
      <p:ext uri="{BB962C8B-B14F-4D97-AF65-F5344CB8AC3E}">
        <p14:creationId xmlns:p14="http://schemas.microsoft.com/office/powerpoint/2010/main" val="1054693429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1250">
        <p15:prstTrans prst="peelOff"/>
      </p:transition>
    </mc:Choice>
    <mc:Fallback>
      <p:transition spd="slow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1B532B-1250-DE17-A540-46ECA54C07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5" name="Csoportba foglalás 54">
            <a:extLst>
              <a:ext uri="{FF2B5EF4-FFF2-40B4-BE49-F238E27FC236}">
                <a16:creationId xmlns:a16="http://schemas.microsoft.com/office/drawing/2014/main" id="{EF73D2F3-74EC-9D51-FF74-7D3E7558D06E}"/>
              </a:ext>
            </a:extLst>
          </p:cNvPr>
          <p:cNvGrpSpPr/>
          <p:nvPr/>
        </p:nvGrpSpPr>
        <p:grpSpPr>
          <a:xfrm>
            <a:off x="19735570" y="1679293"/>
            <a:ext cx="7924802" cy="5153180"/>
            <a:chOff x="1543048" y="1158240"/>
            <a:chExt cx="5495927" cy="3573780"/>
          </a:xfrm>
          <a:solidFill>
            <a:schemeClr val="accent2">
              <a:lumMod val="60000"/>
              <a:lumOff val="40000"/>
            </a:schemeClr>
          </a:solidFill>
        </p:grpSpPr>
        <p:sp>
          <p:nvSpPr>
            <p:cNvPr id="56" name="Téglalap 55">
              <a:extLst>
                <a:ext uri="{FF2B5EF4-FFF2-40B4-BE49-F238E27FC236}">
                  <a16:creationId xmlns:a16="http://schemas.microsoft.com/office/drawing/2014/main" id="{20B24E49-3C39-F9CA-7B5A-28BC7B03A19C}"/>
                </a:ext>
              </a:extLst>
            </p:cNvPr>
            <p:cNvSpPr/>
            <p:nvPr/>
          </p:nvSpPr>
          <p:spPr>
            <a:xfrm>
              <a:off x="1543048" y="1275484"/>
              <a:ext cx="5495927" cy="3456536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grpSp>
          <p:nvGrpSpPr>
            <p:cNvPr id="57" name="Csoportba foglalás 56">
              <a:extLst>
                <a:ext uri="{FF2B5EF4-FFF2-40B4-BE49-F238E27FC236}">
                  <a16:creationId xmlns:a16="http://schemas.microsoft.com/office/drawing/2014/main" id="{453A8562-0ACC-0BE5-2083-6D83C9A25AFA}"/>
                </a:ext>
              </a:extLst>
            </p:cNvPr>
            <p:cNvGrpSpPr/>
            <p:nvPr/>
          </p:nvGrpSpPr>
          <p:grpSpPr>
            <a:xfrm>
              <a:off x="1543048" y="1158240"/>
              <a:ext cx="1216820" cy="739140"/>
              <a:chOff x="1543048" y="1158240"/>
              <a:chExt cx="1216820" cy="739140"/>
            </a:xfrm>
            <a:grpFill/>
          </p:grpSpPr>
          <p:sp>
            <p:nvSpPr>
              <p:cNvPr id="62" name="Téglalap: lekerekített 61">
                <a:extLst>
                  <a:ext uri="{FF2B5EF4-FFF2-40B4-BE49-F238E27FC236}">
                    <a16:creationId xmlns:a16="http://schemas.microsoft.com/office/drawing/2014/main" id="{8CA7F074-FC89-2800-1442-F5ADF83D751A}"/>
                  </a:ext>
                </a:extLst>
              </p:cNvPr>
              <p:cNvSpPr/>
              <p:nvPr/>
            </p:nvSpPr>
            <p:spPr>
              <a:xfrm>
                <a:off x="1543048" y="1158240"/>
                <a:ext cx="821551" cy="739140"/>
              </a:xfrm>
              <a:prstGeom prst="roundRect">
                <a:avLst>
                  <a:gd name="adj" fmla="val 23883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63" name="Háromszög 62">
                <a:extLst>
                  <a:ext uri="{FF2B5EF4-FFF2-40B4-BE49-F238E27FC236}">
                    <a16:creationId xmlns:a16="http://schemas.microsoft.com/office/drawing/2014/main" id="{26FE8E28-5FDD-710F-FCA0-DB0315284455}"/>
                  </a:ext>
                </a:extLst>
              </p:cNvPr>
              <p:cNvSpPr/>
              <p:nvPr/>
            </p:nvSpPr>
            <p:spPr>
              <a:xfrm>
                <a:off x="2364599" y="1158240"/>
                <a:ext cx="395269" cy="118110"/>
              </a:xfrm>
              <a:prstGeom prst="triangle">
                <a:avLst>
                  <a:gd name="adj" fmla="val 76364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24" name="Téglalap 1023">
                <a:extLst>
                  <a:ext uri="{FF2B5EF4-FFF2-40B4-BE49-F238E27FC236}">
                    <a16:creationId xmlns:a16="http://schemas.microsoft.com/office/drawing/2014/main" id="{1BA19D91-1AE1-9EC0-317D-E12275CAEAB2}"/>
                  </a:ext>
                </a:extLst>
              </p:cNvPr>
              <p:cNvSpPr/>
              <p:nvPr/>
            </p:nvSpPr>
            <p:spPr>
              <a:xfrm>
                <a:off x="2185988" y="1158240"/>
                <a:ext cx="481011" cy="23448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grpSp>
          <p:nvGrpSpPr>
            <p:cNvPr id="58" name="Csoportba foglalás 57">
              <a:extLst>
                <a:ext uri="{FF2B5EF4-FFF2-40B4-BE49-F238E27FC236}">
                  <a16:creationId xmlns:a16="http://schemas.microsoft.com/office/drawing/2014/main" id="{16250417-F2B3-CF57-640D-EB303AC2E605}"/>
                </a:ext>
              </a:extLst>
            </p:cNvPr>
            <p:cNvGrpSpPr/>
            <p:nvPr/>
          </p:nvGrpSpPr>
          <p:grpSpPr>
            <a:xfrm flipH="1">
              <a:off x="5818343" y="1158240"/>
              <a:ext cx="1216820" cy="739140"/>
              <a:chOff x="1543048" y="1158240"/>
              <a:chExt cx="1216820" cy="739140"/>
            </a:xfrm>
            <a:grpFill/>
          </p:grpSpPr>
          <p:sp>
            <p:nvSpPr>
              <p:cNvPr id="59" name="Téglalap: lekerekített 58">
                <a:extLst>
                  <a:ext uri="{FF2B5EF4-FFF2-40B4-BE49-F238E27FC236}">
                    <a16:creationId xmlns:a16="http://schemas.microsoft.com/office/drawing/2014/main" id="{C6D4BA0F-8F7A-0D6E-9663-5450C6EC522F}"/>
                  </a:ext>
                </a:extLst>
              </p:cNvPr>
              <p:cNvSpPr/>
              <p:nvPr/>
            </p:nvSpPr>
            <p:spPr>
              <a:xfrm>
                <a:off x="1543048" y="1158240"/>
                <a:ext cx="821551" cy="739140"/>
              </a:xfrm>
              <a:prstGeom prst="roundRect">
                <a:avLst>
                  <a:gd name="adj" fmla="val 23883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60" name="Háromszög 59">
                <a:extLst>
                  <a:ext uri="{FF2B5EF4-FFF2-40B4-BE49-F238E27FC236}">
                    <a16:creationId xmlns:a16="http://schemas.microsoft.com/office/drawing/2014/main" id="{07E302A0-84B6-680D-70AD-F490A4AD0703}"/>
                  </a:ext>
                </a:extLst>
              </p:cNvPr>
              <p:cNvSpPr/>
              <p:nvPr/>
            </p:nvSpPr>
            <p:spPr>
              <a:xfrm>
                <a:off x="2364599" y="1158240"/>
                <a:ext cx="395269" cy="118110"/>
              </a:xfrm>
              <a:prstGeom prst="triangle">
                <a:avLst>
                  <a:gd name="adj" fmla="val 76364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61" name="Téglalap 60">
                <a:extLst>
                  <a:ext uri="{FF2B5EF4-FFF2-40B4-BE49-F238E27FC236}">
                    <a16:creationId xmlns:a16="http://schemas.microsoft.com/office/drawing/2014/main" id="{6CBFF92C-00D1-39BD-76C6-BF9A50F2E037}"/>
                  </a:ext>
                </a:extLst>
              </p:cNvPr>
              <p:cNvSpPr/>
              <p:nvPr/>
            </p:nvSpPr>
            <p:spPr>
              <a:xfrm>
                <a:off x="2185988" y="1158240"/>
                <a:ext cx="481011" cy="23448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</p:grpSp>
      <p:sp>
        <p:nvSpPr>
          <p:cNvPr id="1075" name="Téglalap 1074">
            <a:extLst>
              <a:ext uri="{FF2B5EF4-FFF2-40B4-BE49-F238E27FC236}">
                <a16:creationId xmlns:a16="http://schemas.microsoft.com/office/drawing/2014/main" id="{21AFED98-11D5-A496-3824-1BB3359B62A8}"/>
              </a:ext>
            </a:extLst>
          </p:cNvPr>
          <p:cNvSpPr/>
          <p:nvPr/>
        </p:nvSpPr>
        <p:spPr>
          <a:xfrm>
            <a:off x="19856074" y="1764447"/>
            <a:ext cx="7571770" cy="50680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endParaRPr lang="hu-HU" dirty="0"/>
          </a:p>
        </p:txBody>
      </p:sp>
      <p:grpSp>
        <p:nvGrpSpPr>
          <p:cNvPr id="34" name="Csoportba foglalás 33">
            <a:extLst>
              <a:ext uri="{FF2B5EF4-FFF2-40B4-BE49-F238E27FC236}">
                <a16:creationId xmlns:a16="http://schemas.microsoft.com/office/drawing/2014/main" id="{D49688B9-1BB9-603A-282C-3D1F9DA0584C}"/>
              </a:ext>
            </a:extLst>
          </p:cNvPr>
          <p:cNvGrpSpPr/>
          <p:nvPr/>
        </p:nvGrpSpPr>
        <p:grpSpPr>
          <a:xfrm>
            <a:off x="-8724657" y="1679293"/>
            <a:ext cx="7924802" cy="5153180"/>
            <a:chOff x="1543048" y="1158240"/>
            <a:chExt cx="5495927" cy="3573780"/>
          </a:xfrm>
          <a:solidFill>
            <a:schemeClr val="bg1">
              <a:lumMod val="65000"/>
            </a:schemeClr>
          </a:solidFill>
        </p:grpSpPr>
        <p:sp>
          <p:nvSpPr>
            <p:cNvPr id="16" name="Téglalap 15">
              <a:extLst>
                <a:ext uri="{FF2B5EF4-FFF2-40B4-BE49-F238E27FC236}">
                  <a16:creationId xmlns:a16="http://schemas.microsoft.com/office/drawing/2014/main" id="{D6F7FCA0-E10F-11FF-EB1B-4F05E7D10C96}"/>
                </a:ext>
              </a:extLst>
            </p:cNvPr>
            <p:cNvSpPr/>
            <p:nvPr/>
          </p:nvSpPr>
          <p:spPr>
            <a:xfrm>
              <a:off x="1543048" y="1275484"/>
              <a:ext cx="5495927" cy="3456536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grpSp>
          <p:nvGrpSpPr>
            <p:cNvPr id="25" name="Csoportba foglalás 24">
              <a:extLst>
                <a:ext uri="{FF2B5EF4-FFF2-40B4-BE49-F238E27FC236}">
                  <a16:creationId xmlns:a16="http://schemas.microsoft.com/office/drawing/2014/main" id="{2936DCBA-8D24-6FBC-01AF-F2C7D33136DF}"/>
                </a:ext>
              </a:extLst>
            </p:cNvPr>
            <p:cNvGrpSpPr/>
            <p:nvPr/>
          </p:nvGrpSpPr>
          <p:grpSpPr>
            <a:xfrm>
              <a:off x="1543048" y="1158240"/>
              <a:ext cx="1216820" cy="739140"/>
              <a:chOff x="1543048" y="1158240"/>
              <a:chExt cx="1216820" cy="739140"/>
            </a:xfrm>
            <a:grpFill/>
          </p:grpSpPr>
          <p:sp>
            <p:nvSpPr>
              <p:cNvPr id="17" name="Téglalap: lekerekített 16">
                <a:extLst>
                  <a:ext uri="{FF2B5EF4-FFF2-40B4-BE49-F238E27FC236}">
                    <a16:creationId xmlns:a16="http://schemas.microsoft.com/office/drawing/2014/main" id="{A2C710AD-21D4-8C2B-3714-51B71B06B110}"/>
                  </a:ext>
                </a:extLst>
              </p:cNvPr>
              <p:cNvSpPr/>
              <p:nvPr/>
            </p:nvSpPr>
            <p:spPr>
              <a:xfrm>
                <a:off x="1543048" y="1158240"/>
                <a:ext cx="821551" cy="739140"/>
              </a:xfrm>
              <a:prstGeom prst="roundRect">
                <a:avLst>
                  <a:gd name="adj" fmla="val 23883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9" name="Háromszög 18">
                <a:extLst>
                  <a:ext uri="{FF2B5EF4-FFF2-40B4-BE49-F238E27FC236}">
                    <a16:creationId xmlns:a16="http://schemas.microsoft.com/office/drawing/2014/main" id="{8E308C42-B72F-483B-9B6B-367CE06A03FF}"/>
                  </a:ext>
                </a:extLst>
              </p:cNvPr>
              <p:cNvSpPr/>
              <p:nvPr/>
            </p:nvSpPr>
            <p:spPr>
              <a:xfrm>
                <a:off x="2364599" y="1158240"/>
                <a:ext cx="395269" cy="118110"/>
              </a:xfrm>
              <a:prstGeom prst="triangle">
                <a:avLst>
                  <a:gd name="adj" fmla="val 76364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20" name="Téglalap 19">
                <a:extLst>
                  <a:ext uri="{FF2B5EF4-FFF2-40B4-BE49-F238E27FC236}">
                    <a16:creationId xmlns:a16="http://schemas.microsoft.com/office/drawing/2014/main" id="{1F0F456D-371E-E6ED-8562-59673210E9AD}"/>
                  </a:ext>
                </a:extLst>
              </p:cNvPr>
              <p:cNvSpPr/>
              <p:nvPr/>
            </p:nvSpPr>
            <p:spPr>
              <a:xfrm>
                <a:off x="2185988" y="1158240"/>
                <a:ext cx="481011" cy="23448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grpSp>
          <p:nvGrpSpPr>
            <p:cNvPr id="30" name="Csoportba foglalás 29">
              <a:extLst>
                <a:ext uri="{FF2B5EF4-FFF2-40B4-BE49-F238E27FC236}">
                  <a16:creationId xmlns:a16="http://schemas.microsoft.com/office/drawing/2014/main" id="{B5FD9057-38A2-B920-BF62-71CBD634FB88}"/>
                </a:ext>
              </a:extLst>
            </p:cNvPr>
            <p:cNvGrpSpPr/>
            <p:nvPr/>
          </p:nvGrpSpPr>
          <p:grpSpPr>
            <a:xfrm flipH="1">
              <a:off x="5818343" y="1158240"/>
              <a:ext cx="1216820" cy="739140"/>
              <a:chOff x="1543048" y="1158240"/>
              <a:chExt cx="1216820" cy="739140"/>
            </a:xfrm>
            <a:grpFill/>
          </p:grpSpPr>
          <p:sp>
            <p:nvSpPr>
              <p:cNvPr id="31" name="Téglalap: lekerekített 30">
                <a:extLst>
                  <a:ext uri="{FF2B5EF4-FFF2-40B4-BE49-F238E27FC236}">
                    <a16:creationId xmlns:a16="http://schemas.microsoft.com/office/drawing/2014/main" id="{BFD94FC5-CFE3-8C01-AFC0-CD22EBB03E92}"/>
                  </a:ext>
                </a:extLst>
              </p:cNvPr>
              <p:cNvSpPr/>
              <p:nvPr/>
            </p:nvSpPr>
            <p:spPr>
              <a:xfrm>
                <a:off x="1543048" y="1158240"/>
                <a:ext cx="821551" cy="739140"/>
              </a:xfrm>
              <a:prstGeom prst="roundRect">
                <a:avLst>
                  <a:gd name="adj" fmla="val 23883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2" name="Háromszög 31">
                <a:extLst>
                  <a:ext uri="{FF2B5EF4-FFF2-40B4-BE49-F238E27FC236}">
                    <a16:creationId xmlns:a16="http://schemas.microsoft.com/office/drawing/2014/main" id="{283B903C-DDE3-28E0-945F-92AE7C17DECF}"/>
                  </a:ext>
                </a:extLst>
              </p:cNvPr>
              <p:cNvSpPr/>
              <p:nvPr/>
            </p:nvSpPr>
            <p:spPr>
              <a:xfrm>
                <a:off x="2364599" y="1158240"/>
                <a:ext cx="395269" cy="118110"/>
              </a:xfrm>
              <a:prstGeom prst="triangle">
                <a:avLst>
                  <a:gd name="adj" fmla="val 76364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" name="Téglalap 32">
                <a:extLst>
                  <a:ext uri="{FF2B5EF4-FFF2-40B4-BE49-F238E27FC236}">
                    <a16:creationId xmlns:a16="http://schemas.microsoft.com/office/drawing/2014/main" id="{D4238015-A193-AD51-3988-671A88577E52}"/>
                  </a:ext>
                </a:extLst>
              </p:cNvPr>
              <p:cNvSpPr/>
              <p:nvPr/>
            </p:nvSpPr>
            <p:spPr>
              <a:xfrm>
                <a:off x="2185988" y="1158240"/>
                <a:ext cx="481011" cy="23448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</p:grpSp>
      <p:sp>
        <p:nvSpPr>
          <p:cNvPr id="1076" name="Téglalap 1075">
            <a:extLst>
              <a:ext uri="{FF2B5EF4-FFF2-40B4-BE49-F238E27FC236}">
                <a16:creationId xmlns:a16="http://schemas.microsoft.com/office/drawing/2014/main" id="{0581DF9A-B0AB-B931-5DC1-7916254D4ACB}"/>
              </a:ext>
            </a:extLst>
          </p:cNvPr>
          <p:cNvSpPr/>
          <p:nvPr/>
        </p:nvSpPr>
        <p:spPr>
          <a:xfrm>
            <a:off x="-51361" y="0"/>
            <a:ext cx="12288196" cy="688577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hu-HU" sz="6000" dirty="0" err="1">
                <a:solidFill>
                  <a:schemeClr val="tx1"/>
                </a:solidFill>
                <a:latin typeface="Bodoni MT" panose="02070603080606020203" pitchFamily="18" charset="0"/>
              </a:rPr>
              <a:t>Funckiók</a:t>
            </a:r>
            <a:endParaRPr lang="hu-HU" sz="6000" dirty="0">
              <a:solidFill>
                <a:schemeClr val="tx1"/>
              </a:solidFill>
              <a:latin typeface="Bodoni MT" panose="02070603080606020203" pitchFamily="18" charset="0"/>
            </a:endParaRPr>
          </a:p>
        </p:txBody>
      </p:sp>
      <p:grpSp>
        <p:nvGrpSpPr>
          <p:cNvPr id="45" name="Csoportba foglalás 44">
            <a:extLst>
              <a:ext uri="{FF2B5EF4-FFF2-40B4-BE49-F238E27FC236}">
                <a16:creationId xmlns:a16="http://schemas.microsoft.com/office/drawing/2014/main" id="{DD3EFA12-4436-50F7-40EA-55566C65FFB4}"/>
              </a:ext>
            </a:extLst>
          </p:cNvPr>
          <p:cNvGrpSpPr/>
          <p:nvPr/>
        </p:nvGrpSpPr>
        <p:grpSpPr>
          <a:xfrm>
            <a:off x="-8730153" y="5416324"/>
            <a:ext cx="7924802" cy="1614829"/>
            <a:chOff x="1543048" y="1158240"/>
            <a:chExt cx="5495927" cy="3573780"/>
          </a:xfrm>
          <a:solidFill>
            <a:schemeClr val="bg2">
              <a:lumMod val="90000"/>
            </a:schemeClr>
          </a:solidFill>
        </p:grpSpPr>
        <p:sp>
          <p:nvSpPr>
            <p:cNvPr id="46" name="Téglalap 45">
              <a:extLst>
                <a:ext uri="{FF2B5EF4-FFF2-40B4-BE49-F238E27FC236}">
                  <a16:creationId xmlns:a16="http://schemas.microsoft.com/office/drawing/2014/main" id="{592CAE45-B3BD-504D-0F48-A207B6252553}"/>
                </a:ext>
              </a:extLst>
            </p:cNvPr>
            <p:cNvSpPr/>
            <p:nvPr/>
          </p:nvSpPr>
          <p:spPr>
            <a:xfrm>
              <a:off x="1543048" y="1275484"/>
              <a:ext cx="5495927" cy="3456536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grpSp>
          <p:nvGrpSpPr>
            <p:cNvPr id="47" name="Csoportba foglalás 46">
              <a:extLst>
                <a:ext uri="{FF2B5EF4-FFF2-40B4-BE49-F238E27FC236}">
                  <a16:creationId xmlns:a16="http://schemas.microsoft.com/office/drawing/2014/main" id="{0A4EF68B-C939-8072-4797-E86CD5464108}"/>
                </a:ext>
              </a:extLst>
            </p:cNvPr>
            <p:cNvGrpSpPr/>
            <p:nvPr/>
          </p:nvGrpSpPr>
          <p:grpSpPr>
            <a:xfrm>
              <a:off x="1543048" y="1158240"/>
              <a:ext cx="1216820" cy="739140"/>
              <a:chOff x="1543048" y="1158240"/>
              <a:chExt cx="1216820" cy="739140"/>
            </a:xfrm>
            <a:grpFill/>
          </p:grpSpPr>
          <p:sp>
            <p:nvSpPr>
              <p:cNvPr id="52" name="Téglalap: lekerekített 51">
                <a:extLst>
                  <a:ext uri="{FF2B5EF4-FFF2-40B4-BE49-F238E27FC236}">
                    <a16:creationId xmlns:a16="http://schemas.microsoft.com/office/drawing/2014/main" id="{C939FDE5-B049-9456-6FFB-2F4213AAC1FC}"/>
                  </a:ext>
                </a:extLst>
              </p:cNvPr>
              <p:cNvSpPr/>
              <p:nvPr/>
            </p:nvSpPr>
            <p:spPr>
              <a:xfrm>
                <a:off x="1543048" y="1158240"/>
                <a:ext cx="821551" cy="739140"/>
              </a:xfrm>
              <a:prstGeom prst="roundRect">
                <a:avLst>
                  <a:gd name="adj" fmla="val 23883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53" name="Háromszög 52">
                <a:extLst>
                  <a:ext uri="{FF2B5EF4-FFF2-40B4-BE49-F238E27FC236}">
                    <a16:creationId xmlns:a16="http://schemas.microsoft.com/office/drawing/2014/main" id="{D41B9498-B00A-D8CB-34EE-E88899E39D2F}"/>
                  </a:ext>
                </a:extLst>
              </p:cNvPr>
              <p:cNvSpPr/>
              <p:nvPr/>
            </p:nvSpPr>
            <p:spPr>
              <a:xfrm>
                <a:off x="2364599" y="1158240"/>
                <a:ext cx="395269" cy="118110"/>
              </a:xfrm>
              <a:prstGeom prst="triangle">
                <a:avLst>
                  <a:gd name="adj" fmla="val 76364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54" name="Téglalap 53">
                <a:extLst>
                  <a:ext uri="{FF2B5EF4-FFF2-40B4-BE49-F238E27FC236}">
                    <a16:creationId xmlns:a16="http://schemas.microsoft.com/office/drawing/2014/main" id="{D95D347E-8E20-EF45-74AD-6C92AD1CF622}"/>
                  </a:ext>
                </a:extLst>
              </p:cNvPr>
              <p:cNvSpPr/>
              <p:nvPr/>
            </p:nvSpPr>
            <p:spPr>
              <a:xfrm>
                <a:off x="2185988" y="1158240"/>
                <a:ext cx="481011" cy="23448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grpSp>
          <p:nvGrpSpPr>
            <p:cNvPr id="48" name="Csoportba foglalás 47">
              <a:extLst>
                <a:ext uri="{FF2B5EF4-FFF2-40B4-BE49-F238E27FC236}">
                  <a16:creationId xmlns:a16="http://schemas.microsoft.com/office/drawing/2014/main" id="{BACAAE3B-15C4-30C3-7ECA-9B4B7724E567}"/>
                </a:ext>
              </a:extLst>
            </p:cNvPr>
            <p:cNvGrpSpPr/>
            <p:nvPr/>
          </p:nvGrpSpPr>
          <p:grpSpPr>
            <a:xfrm flipH="1">
              <a:off x="5818343" y="1158240"/>
              <a:ext cx="1216820" cy="739140"/>
              <a:chOff x="1543048" y="1158240"/>
              <a:chExt cx="1216820" cy="739140"/>
            </a:xfrm>
            <a:grpFill/>
          </p:grpSpPr>
          <p:sp>
            <p:nvSpPr>
              <p:cNvPr id="49" name="Téglalap: lekerekített 48">
                <a:extLst>
                  <a:ext uri="{FF2B5EF4-FFF2-40B4-BE49-F238E27FC236}">
                    <a16:creationId xmlns:a16="http://schemas.microsoft.com/office/drawing/2014/main" id="{4F530A71-2D1E-7BF6-6E9F-4BFD7211C95F}"/>
                  </a:ext>
                </a:extLst>
              </p:cNvPr>
              <p:cNvSpPr/>
              <p:nvPr/>
            </p:nvSpPr>
            <p:spPr>
              <a:xfrm>
                <a:off x="1543048" y="1158240"/>
                <a:ext cx="821551" cy="739140"/>
              </a:xfrm>
              <a:prstGeom prst="roundRect">
                <a:avLst>
                  <a:gd name="adj" fmla="val 23883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50" name="Háromszög 49">
                <a:extLst>
                  <a:ext uri="{FF2B5EF4-FFF2-40B4-BE49-F238E27FC236}">
                    <a16:creationId xmlns:a16="http://schemas.microsoft.com/office/drawing/2014/main" id="{97C31005-DBA4-9723-35DE-0CCD25FDF1A8}"/>
                  </a:ext>
                </a:extLst>
              </p:cNvPr>
              <p:cNvSpPr/>
              <p:nvPr/>
            </p:nvSpPr>
            <p:spPr>
              <a:xfrm>
                <a:off x="2364599" y="1158240"/>
                <a:ext cx="395269" cy="118110"/>
              </a:xfrm>
              <a:prstGeom prst="triangle">
                <a:avLst>
                  <a:gd name="adj" fmla="val 76364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51" name="Téglalap 50">
                <a:extLst>
                  <a:ext uri="{FF2B5EF4-FFF2-40B4-BE49-F238E27FC236}">
                    <a16:creationId xmlns:a16="http://schemas.microsoft.com/office/drawing/2014/main" id="{E72C9A1F-419A-AAFA-8A8A-2D315A8F2BE0}"/>
                  </a:ext>
                </a:extLst>
              </p:cNvPr>
              <p:cNvSpPr/>
              <p:nvPr/>
            </p:nvSpPr>
            <p:spPr>
              <a:xfrm>
                <a:off x="2185988" y="1158240"/>
                <a:ext cx="481011" cy="23448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</p:grpSp>
      <p:pic>
        <p:nvPicPr>
          <p:cNvPr id="1045" name="Kép 1044">
            <a:extLst>
              <a:ext uri="{FF2B5EF4-FFF2-40B4-BE49-F238E27FC236}">
                <a16:creationId xmlns:a16="http://schemas.microsoft.com/office/drawing/2014/main" id="{80B6504A-1B5B-5BA0-333B-2DBA74EC581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artisticBlur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9865526" y="1789974"/>
            <a:ext cx="7552866" cy="480060"/>
          </a:xfrm>
          <a:prstGeom prst="rect">
            <a:avLst/>
          </a:prstGeom>
          <a:effectLst/>
        </p:spPr>
      </p:pic>
      <p:grpSp>
        <p:nvGrpSpPr>
          <p:cNvPr id="1025" name="Csoportba foglalás 1024">
            <a:extLst>
              <a:ext uri="{FF2B5EF4-FFF2-40B4-BE49-F238E27FC236}">
                <a16:creationId xmlns:a16="http://schemas.microsoft.com/office/drawing/2014/main" id="{FA75B1D3-4FC3-35D8-F6FB-56732ACC0D5C}"/>
              </a:ext>
            </a:extLst>
          </p:cNvPr>
          <p:cNvGrpSpPr/>
          <p:nvPr/>
        </p:nvGrpSpPr>
        <p:grpSpPr>
          <a:xfrm>
            <a:off x="19741288" y="1817423"/>
            <a:ext cx="7924802" cy="5068026"/>
            <a:chOff x="1543048" y="1158240"/>
            <a:chExt cx="5495927" cy="3573780"/>
          </a:xfrm>
          <a:solidFill>
            <a:schemeClr val="accent2">
              <a:lumMod val="40000"/>
              <a:lumOff val="60000"/>
            </a:schemeClr>
          </a:solidFill>
        </p:grpSpPr>
        <p:sp>
          <p:nvSpPr>
            <p:cNvPr id="1027" name="Téglalap 1026">
              <a:extLst>
                <a:ext uri="{FF2B5EF4-FFF2-40B4-BE49-F238E27FC236}">
                  <a16:creationId xmlns:a16="http://schemas.microsoft.com/office/drawing/2014/main" id="{D216D7BD-69A3-BA91-C687-E59D595A41AE}"/>
                </a:ext>
              </a:extLst>
            </p:cNvPr>
            <p:cNvSpPr/>
            <p:nvPr/>
          </p:nvSpPr>
          <p:spPr>
            <a:xfrm>
              <a:off x="1543048" y="1275484"/>
              <a:ext cx="5495927" cy="3456536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grpSp>
          <p:nvGrpSpPr>
            <p:cNvPr id="1028" name="Csoportba foglalás 1027">
              <a:extLst>
                <a:ext uri="{FF2B5EF4-FFF2-40B4-BE49-F238E27FC236}">
                  <a16:creationId xmlns:a16="http://schemas.microsoft.com/office/drawing/2014/main" id="{5DD7ABC2-F91F-91B9-1BC8-AD3268C9B40A}"/>
                </a:ext>
              </a:extLst>
            </p:cNvPr>
            <p:cNvGrpSpPr/>
            <p:nvPr/>
          </p:nvGrpSpPr>
          <p:grpSpPr>
            <a:xfrm>
              <a:off x="1543048" y="1158240"/>
              <a:ext cx="1216820" cy="739140"/>
              <a:chOff x="1543048" y="1158240"/>
              <a:chExt cx="1216820" cy="739140"/>
            </a:xfrm>
            <a:grpFill/>
          </p:grpSpPr>
          <p:sp>
            <p:nvSpPr>
              <p:cNvPr id="1033" name="Téglalap: lekerekített 1032">
                <a:extLst>
                  <a:ext uri="{FF2B5EF4-FFF2-40B4-BE49-F238E27FC236}">
                    <a16:creationId xmlns:a16="http://schemas.microsoft.com/office/drawing/2014/main" id="{B45E9521-2DB3-6FC8-76B8-DECAE20D06B7}"/>
                  </a:ext>
                </a:extLst>
              </p:cNvPr>
              <p:cNvSpPr/>
              <p:nvPr/>
            </p:nvSpPr>
            <p:spPr>
              <a:xfrm>
                <a:off x="1543048" y="1158240"/>
                <a:ext cx="821551" cy="739140"/>
              </a:xfrm>
              <a:prstGeom prst="roundRect">
                <a:avLst>
                  <a:gd name="adj" fmla="val 23883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34" name="Háromszög 1033">
                <a:extLst>
                  <a:ext uri="{FF2B5EF4-FFF2-40B4-BE49-F238E27FC236}">
                    <a16:creationId xmlns:a16="http://schemas.microsoft.com/office/drawing/2014/main" id="{5E58EC3B-6603-9384-249C-DE930F84C34A}"/>
                  </a:ext>
                </a:extLst>
              </p:cNvPr>
              <p:cNvSpPr/>
              <p:nvPr/>
            </p:nvSpPr>
            <p:spPr>
              <a:xfrm>
                <a:off x="2364599" y="1158240"/>
                <a:ext cx="395269" cy="118110"/>
              </a:xfrm>
              <a:prstGeom prst="triangle">
                <a:avLst>
                  <a:gd name="adj" fmla="val 76364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35" name="Téglalap 1034">
                <a:extLst>
                  <a:ext uri="{FF2B5EF4-FFF2-40B4-BE49-F238E27FC236}">
                    <a16:creationId xmlns:a16="http://schemas.microsoft.com/office/drawing/2014/main" id="{CB30DBD7-C62A-EE6F-F2EC-CD10AC1E9EED}"/>
                  </a:ext>
                </a:extLst>
              </p:cNvPr>
              <p:cNvSpPr/>
              <p:nvPr/>
            </p:nvSpPr>
            <p:spPr>
              <a:xfrm>
                <a:off x="2185988" y="1158240"/>
                <a:ext cx="481011" cy="23448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grpSp>
          <p:nvGrpSpPr>
            <p:cNvPr id="1029" name="Csoportba foglalás 1028">
              <a:extLst>
                <a:ext uri="{FF2B5EF4-FFF2-40B4-BE49-F238E27FC236}">
                  <a16:creationId xmlns:a16="http://schemas.microsoft.com/office/drawing/2014/main" id="{7B168024-0652-B480-00A5-7BA6863C2937}"/>
                </a:ext>
              </a:extLst>
            </p:cNvPr>
            <p:cNvGrpSpPr/>
            <p:nvPr/>
          </p:nvGrpSpPr>
          <p:grpSpPr>
            <a:xfrm flipH="1">
              <a:off x="5818343" y="1158240"/>
              <a:ext cx="1216820" cy="739140"/>
              <a:chOff x="1543048" y="1158240"/>
              <a:chExt cx="1216820" cy="739140"/>
            </a:xfrm>
            <a:grpFill/>
          </p:grpSpPr>
          <p:sp>
            <p:nvSpPr>
              <p:cNvPr id="1030" name="Téglalap: lekerekített 1029">
                <a:extLst>
                  <a:ext uri="{FF2B5EF4-FFF2-40B4-BE49-F238E27FC236}">
                    <a16:creationId xmlns:a16="http://schemas.microsoft.com/office/drawing/2014/main" id="{7AEC6744-C2D5-CFC1-6D13-F6AB2C0705FD}"/>
                  </a:ext>
                </a:extLst>
              </p:cNvPr>
              <p:cNvSpPr/>
              <p:nvPr/>
            </p:nvSpPr>
            <p:spPr>
              <a:xfrm>
                <a:off x="1543048" y="1158240"/>
                <a:ext cx="821551" cy="739140"/>
              </a:xfrm>
              <a:prstGeom prst="roundRect">
                <a:avLst>
                  <a:gd name="adj" fmla="val 23883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31" name="Háromszög 1030">
                <a:extLst>
                  <a:ext uri="{FF2B5EF4-FFF2-40B4-BE49-F238E27FC236}">
                    <a16:creationId xmlns:a16="http://schemas.microsoft.com/office/drawing/2014/main" id="{AB9E964D-CC55-0E76-AEBC-F4232F02F4FA}"/>
                  </a:ext>
                </a:extLst>
              </p:cNvPr>
              <p:cNvSpPr/>
              <p:nvPr/>
            </p:nvSpPr>
            <p:spPr>
              <a:xfrm>
                <a:off x="2364599" y="1158240"/>
                <a:ext cx="395269" cy="118110"/>
              </a:xfrm>
              <a:prstGeom prst="triangle">
                <a:avLst>
                  <a:gd name="adj" fmla="val 76364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32" name="Téglalap 1031">
                <a:extLst>
                  <a:ext uri="{FF2B5EF4-FFF2-40B4-BE49-F238E27FC236}">
                    <a16:creationId xmlns:a16="http://schemas.microsoft.com/office/drawing/2014/main" id="{6C80CF07-C745-3BA6-2DFE-3DF4590D4FC3}"/>
                  </a:ext>
                </a:extLst>
              </p:cNvPr>
              <p:cNvSpPr/>
              <p:nvPr/>
            </p:nvSpPr>
            <p:spPr>
              <a:xfrm>
                <a:off x="2185988" y="1158240"/>
                <a:ext cx="481011" cy="23448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</p:grpSp>
      <p:sp>
        <p:nvSpPr>
          <p:cNvPr id="1050" name="Téglalap 1049">
            <a:extLst>
              <a:ext uri="{FF2B5EF4-FFF2-40B4-BE49-F238E27FC236}">
                <a16:creationId xmlns:a16="http://schemas.microsoft.com/office/drawing/2014/main" id="{7B20F3A2-7DDD-D99A-113D-58D206245E69}"/>
              </a:ext>
            </a:extLst>
          </p:cNvPr>
          <p:cNvSpPr/>
          <p:nvPr/>
        </p:nvSpPr>
        <p:spPr>
          <a:xfrm>
            <a:off x="10069655" y="6072649"/>
            <a:ext cx="4324574" cy="1080226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1051" name="Téglalap: felső két sarkán levágva 1050">
            <a:extLst>
              <a:ext uri="{FF2B5EF4-FFF2-40B4-BE49-F238E27FC236}">
                <a16:creationId xmlns:a16="http://schemas.microsoft.com/office/drawing/2014/main" id="{15455862-CE3F-75CA-B0BD-BEA8771FEA3B}"/>
              </a:ext>
            </a:extLst>
          </p:cNvPr>
          <p:cNvSpPr/>
          <p:nvPr/>
        </p:nvSpPr>
        <p:spPr>
          <a:xfrm rot="10800000">
            <a:off x="9899052" y="5758071"/>
            <a:ext cx="4608000" cy="314577"/>
          </a:xfrm>
          <a:prstGeom prst="snip2SameRect">
            <a:avLst>
              <a:gd name="adj1" fmla="val 27265"/>
              <a:gd name="adj2" fmla="val 0"/>
            </a:avLst>
          </a:prstGeom>
          <a:solidFill>
            <a:srgbClr val="D9D9D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pic>
        <p:nvPicPr>
          <p:cNvPr id="1047" name="Kép 1046">
            <a:extLst>
              <a:ext uri="{FF2B5EF4-FFF2-40B4-BE49-F238E27FC236}">
                <a16:creationId xmlns:a16="http://schemas.microsoft.com/office/drawing/2014/main" id="{823EE979-E008-08B1-B67F-2FAD129C0A4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65871" y="2367538"/>
            <a:ext cx="3968441" cy="3968441"/>
          </a:xfrm>
          <a:prstGeom prst="rect">
            <a:avLst/>
          </a:prstGeom>
        </p:spPr>
      </p:pic>
      <p:pic>
        <p:nvPicPr>
          <p:cNvPr id="1049" name="Kép 1048">
            <a:extLst>
              <a:ext uri="{FF2B5EF4-FFF2-40B4-BE49-F238E27FC236}">
                <a16:creationId xmlns:a16="http://schemas.microsoft.com/office/drawing/2014/main" id="{BFDDE8B3-4CA0-BDFB-ECFA-6D5BAAD37F3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92693" y="2367539"/>
            <a:ext cx="3968441" cy="3968441"/>
          </a:xfrm>
          <a:prstGeom prst="rect">
            <a:avLst/>
          </a:prstGeom>
        </p:spPr>
      </p:pic>
      <p:pic>
        <p:nvPicPr>
          <p:cNvPr id="1074" name="Kép 1073">
            <a:extLst>
              <a:ext uri="{FF2B5EF4-FFF2-40B4-BE49-F238E27FC236}">
                <a16:creationId xmlns:a16="http://schemas.microsoft.com/office/drawing/2014/main" id="{3A5CF514-E22A-2F7F-6DC0-0F2D8DFE05DB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80417" y="-5158151"/>
            <a:ext cx="8985673" cy="5990449"/>
          </a:xfrm>
          <a:prstGeom prst="rect">
            <a:avLst/>
          </a:prstGeom>
        </p:spPr>
      </p:pic>
      <p:pic>
        <p:nvPicPr>
          <p:cNvPr id="2" name="Picture 2">
            <a:extLst>
              <a:ext uri="{FF2B5EF4-FFF2-40B4-BE49-F238E27FC236}">
                <a16:creationId xmlns:a16="http://schemas.microsoft.com/office/drawing/2014/main" id="{2ED3590D-FE31-9F10-3479-E5ADC8D1622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96953" y="290047"/>
            <a:ext cx="1347833" cy="1347833"/>
          </a:xfrm>
          <a:prstGeom prst="rect">
            <a:avLst/>
          </a:prstGeom>
          <a:solidFill>
            <a:srgbClr val="DF6266"/>
          </a:solidFill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03534AD8-2136-1918-7A33-A85789608CDF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97846" y="2710322"/>
            <a:ext cx="3539905" cy="3539905"/>
          </a:xfrm>
          <a:prstGeom prst="rect">
            <a:avLst/>
          </a:prstGeom>
        </p:spPr>
      </p:pic>
      <p:sp>
        <p:nvSpPr>
          <p:cNvPr id="13" name="Szövegdoboz 12">
            <a:extLst>
              <a:ext uri="{FF2B5EF4-FFF2-40B4-BE49-F238E27FC236}">
                <a16:creationId xmlns:a16="http://schemas.microsoft.com/office/drawing/2014/main" id="{650E5651-BFED-0EF1-57EA-C99DB468900D}"/>
              </a:ext>
            </a:extLst>
          </p:cNvPr>
          <p:cNvSpPr txBox="1"/>
          <p:nvPr/>
        </p:nvSpPr>
        <p:spPr>
          <a:xfrm>
            <a:off x="4245618" y="1214205"/>
            <a:ext cx="2994834" cy="50167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3200" dirty="0">
                <a:latin typeface="Bodoni MT" panose="02070603080606020203" pitchFamily="18" charset="0"/>
              </a:rPr>
              <a:t>Egy két adat kiírása</a:t>
            </a:r>
          </a:p>
          <a:p>
            <a:endParaRPr lang="hu-HU" sz="3200" dirty="0">
              <a:latin typeface="Bodoni MT" panose="02070603080606020203" pitchFamily="18" charset="0"/>
            </a:endParaRPr>
          </a:p>
          <a:p>
            <a:r>
              <a:rPr lang="hu-HU" sz="3200" dirty="0">
                <a:latin typeface="Bodoni MT" panose="02070603080606020203" pitchFamily="18" charset="0"/>
              </a:rPr>
              <a:t>Felhasználók</a:t>
            </a:r>
          </a:p>
          <a:p>
            <a:endParaRPr lang="hu-HU" sz="3200" dirty="0">
              <a:latin typeface="Bodoni MT" panose="02070603080606020203" pitchFamily="18" charset="0"/>
            </a:endParaRPr>
          </a:p>
          <a:p>
            <a:r>
              <a:rPr lang="hu-HU" sz="3200" dirty="0">
                <a:latin typeface="Bodoni MT" panose="02070603080606020203" pitchFamily="18" charset="0"/>
              </a:rPr>
              <a:t>Posztok</a:t>
            </a:r>
          </a:p>
          <a:p>
            <a:endParaRPr lang="hu-HU" sz="3200" dirty="0">
              <a:latin typeface="Bodoni MT" panose="02070603080606020203" pitchFamily="18" charset="0"/>
            </a:endParaRPr>
          </a:p>
          <a:p>
            <a:r>
              <a:rPr lang="hu-HU" sz="3200" dirty="0">
                <a:latin typeface="Bodoni MT" panose="02070603080606020203" pitchFamily="18" charset="0"/>
              </a:rPr>
              <a:t>Hirdetések</a:t>
            </a:r>
            <a:br>
              <a:rPr lang="hu-HU" sz="3200" dirty="0">
                <a:latin typeface="Bodoni MT" panose="02070603080606020203" pitchFamily="18" charset="0"/>
              </a:rPr>
            </a:br>
            <a:br>
              <a:rPr lang="hu-HU" sz="3200" dirty="0">
                <a:latin typeface="Bodoni MT" panose="02070603080606020203" pitchFamily="18" charset="0"/>
              </a:rPr>
            </a:br>
            <a:r>
              <a:rPr lang="hu-HU" sz="3200" dirty="0" err="1">
                <a:latin typeface="Bodoni MT" panose="02070603080606020203" pitchFamily="18" charset="0"/>
              </a:rPr>
              <a:t>adminok</a:t>
            </a:r>
            <a:endParaRPr lang="hu-HU" sz="3200" dirty="0">
              <a:latin typeface="Bodoni MT" panose="02070603080606020203" pitchFamily="18" charset="0"/>
            </a:endParaRPr>
          </a:p>
        </p:txBody>
      </p:sp>
      <p:pic>
        <p:nvPicPr>
          <p:cNvPr id="6" name="Kép 5">
            <a:extLst>
              <a:ext uri="{FF2B5EF4-FFF2-40B4-BE49-F238E27FC236}">
                <a16:creationId xmlns:a16="http://schemas.microsoft.com/office/drawing/2014/main" id="{518915BF-F971-4D21-1369-19A69E846D5E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89859" y="832407"/>
            <a:ext cx="3872647" cy="57803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4751221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1250">
        <p15:prstTrans prst="peelOff"/>
      </p:transition>
    </mc:Choice>
    <mc:Fallback>
      <p:transition spd="slow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D1B526-6F2A-9CB9-BABC-9BC573707F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5" name="Csoportba foglalás 54">
            <a:extLst>
              <a:ext uri="{FF2B5EF4-FFF2-40B4-BE49-F238E27FC236}">
                <a16:creationId xmlns:a16="http://schemas.microsoft.com/office/drawing/2014/main" id="{A4DC6036-C2AF-011D-DE7F-599FA59F8503}"/>
              </a:ext>
            </a:extLst>
          </p:cNvPr>
          <p:cNvGrpSpPr/>
          <p:nvPr/>
        </p:nvGrpSpPr>
        <p:grpSpPr>
          <a:xfrm>
            <a:off x="19735570" y="1679293"/>
            <a:ext cx="7924802" cy="5153180"/>
            <a:chOff x="1543048" y="1158240"/>
            <a:chExt cx="5495927" cy="3573780"/>
          </a:xfrm>
          <a:solidFill>
            <a:schemeClr val="accent2">
              <a:lumMod val="60000"/>
              <a:lumOff val="40000"/>
            </a:schemeClr>
          </a:solidFill>
        </p:grpSpPr>
        <p:sp>
          <p:nvSpPr>
            <p:cNvPr id="56" name="Téglalap 55">
              <a:extLst>
                <a:ext uri="{FF2B5EF4-FFF2-40B4-BE49-F238E27FC236}">
                  <a16:creationId xmlns:a16="http://schemas.microsoft.com/office/drawing/2014/main" id="{1CFA2CE8-D877-E01D-6E0D-4718945ECB22}"/>
                </a:ext>
              </a:extLst>
            </p:cNvPr>
            <p:cNvSpPr/>
            <p:nvPr/>
          </p:nvSpPr>
          <p:spPr>
            <a:xfrm>
              <a:off x="1543048" y="1275484"/>
              <a:ext cx="5495927" cy="3456536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grpSp>
          <p:nvGrpSpPr>
            <p:cNvPr id="57" name="Csoportba foglalás 56">
              <a:extLst>
                <a:ext uri="{FF2B5EF4-FFF2-40B4-BE49-F238E27FC236}">
                  <a16:creationId xmlns:a16="http://schemas.microsoft.com/office/drawing/2014/main" id="{F0A4CD9E-FBB0-D975-41D0-F7C4C58E766D}"/>
                </a:ext>
              </a:extLst>
            </p:cNvPr>
            <p:cNvGrpSpPr/>
            <p:nvPr/>
          </p:nvGrpSpPr>
          <p:grpSpPr>
            <a:xfrm>
              <a:off x="1543048" y="1158240"/>
              <a:ext cx="1216820" cy="739140"/>
              <a:chOff x="1543048" y="1158240"/>
              <a:chExt cx="1216820" cy="739140"/>
            </a:xfrm>
            <a:grpFill/>
          </p:grpSpPr>
          <p:sp>
            <p:nvSpPr>
              <p:cNvPr id="62" name="Téglalap: lekerekített 61">
                <a:extLst>
                  <a:ext uri="{FF2B5EF4-FFF2-40B4-BE49-F238E27FC236}">
                    <a16:creationId xmlns:a16="http://schemas.microsoft.com/office/drawing/2014/main" id="{8A32D825-DE1D-8850-8D6F-70DCE935284F}"/>
                  </a:ext>
                </a:extLst>
              </p:cNvPr>
              <p:cNvSpPr/>
              <p:nvPr/>
            </p:nvSpPr>
            <p:spPr>
              <a:xfrm>
                <a:off x="1543048" y="1158240"/>
                <a:ext cx="821551" cy="739140"/>
              </a:xfrm>
              <a:prstGeom prst="roundRect">
                <a:avLst>
                  <a:gd name="adj" fmla="val 23883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63" name="Háromszög 62">
                <a:extLst>
                  <a:ext uri="{FF2B5EF4-FFF2-40B4-BE49-F238E27FC236}">
                    <a16:creationId xmlns:a16="http://schemas.microsoft.com/office/drawing/2014/main" id="{A02468AF-BF8E-0BF4-07F3-8FB520014F97}"/>
                  </a:ext>
                </a:extLst>
              </p:cNvPr>
              <p:cNvSpPr/>
              <p:nvPr/>
            </p:nvSpPr>
            <p:spPr>
              <a:xfrm>
                <a:off x="2364599" y="1158240"/>
                <a:ext cx="395269" cy="118110"/>
              </a:xfrm>
              <a:prstGeom prst="triangle">
                <a:avLst>
                  <a:gd name="adj" fmla="val 76364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24" name="Téglalap 1023">
                <a:extLst>
                  <a:ext uri="{FF2B5EF4-FFF2-40B4-BE49-F238E27FC236}">
                    <a16:creationId xmlns:a16="http://schemas.microsoft.com/office/drawing/2014/main" id="{DC72CADF-43C7-DC22-EA6C-8D47CCBCD63F}"/>
                  </a:ext>
                </a:extLst>
              </p:cNvPr>
              <p:cNvSpPr/>
              <p:nvPr/>
            </p:nvSpPr>
            <p:spPr>
              <a:xfrm>
                <a:off x="2185988" y="1158240"/>
                <a:ext cx="481011" cy="23448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grpSp>
          <p:nvGrpSpPr>
            <p:cNvPr id="58" name="Csoportba foglalás 57">
              <a:extLst>
                <a:ext uri="{FF2B5EF4-FFF2-40B4-BE49-F238E27FC236}">
                  <a16:creationId xmlns:a16="http://schemas.microsoft.com/office/drawing/2014/main" id="{E29ABBA1-D556-B885-8F63-ED129B0BE339}"/>
                </a:ext>
              </a:extLst>
            </p:cNvPr>
            <p:cNvGrpSpPr/>
            <p:nvPr/>
          </p:nvGrpSpPr>
          <p:grpSpPr>
            <a:xfrm flipH="1">
              <a:off x="5818343" y="1158240"/>
              <a:ext cx="1216820" cy="739140"/>
              <a:chOff x="1543048" y="1158240"/>
              <a:chExt cx="1216820" cy="739140"/>
            </a:xfrm>
            <a:grpFill/>
          </p:grpSpPr>
          <p:sp>
            <p:nvSpPr>
              <p:cNvPr id="59" name="Téglalap: lekerekített 58">
                <a:extLst>
                  <a:ext uri="{FF2B5EF4-FFF2-40B4-BE49-F238E27FC236}">
                    <a16:creationId xmlns:a16="http://schemas.microsoft.com/office/drawing/2014/main" id="{A619B9BA-A973-6EC2-0112-436AA5C595D5}"/>
                  </a:ext>
                </a:extLst>
              </p:cNvPr>
              <p:cNvSpPr/>
              <p:nvPr/>
            </p:nvSpPr>
            <p:spPr>
              <a:xfrm>
                <a:off x="1543048" y="1158240"/>
                <a:ext cx="821551" cy="739140"/>
              </a:xfrm>
              <a:prstGeom prst="roundRect">
                <a:avLst>
                  <a:gd name="adj" fmla="val 23883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60" name="Háromszög 59">
                <a:extLst>
                  <a:ext uri="{FF2B5EF4-FFF2-40B4-BE49-F238E27FC236}">
                    <a16:creationId xmlns:a16="http://schemas.microsoft.com/office/drawing/2014/main" id="{180D62C0-FECC-A25D-1C36-B0F95A03D566}"/>
                  </a:ext>
                </a:extLst>
              </p:cNvPr>
              <p:cNvSpPr/>
              <p:nvPr/>
            </p:nvSpPr>
            <p:spPr>
              <a:xfrm>
                <a:off x="2364599" y="1158240"/>
                <a:ext cx="395269" cy="118110"/>
              </a:xfrm>
              <a:prstGeom prst="triangle">
                <a:avLst>
                  <a:gd name="adj" fmla="val 76364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61" name="Téglalap 60">
                <a:extLst>
                  <a:ext uri="{FF2B5EF4-FFF2-40B4-BE49-F238E27FC236}">
                    <a16:creationId xmlns:a16="http://schemas.microsoft.com/office/drawing/2014/main" id="{A3DCE88A-762A-3C2C-8BA1-5F37C6EF072D}"/>
                  </a:ext>
                </a:extLst>
              </p:cNvPr>
              <p:cNvSpPr/>
              <p:nvPr/>
            </p:nvSpPr>
            <p:spPr>
              <a:xfrm>
                <a:off x="2185988" y="1158240"/>
                <a:ext cx="481011" cy="23448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</p:grpSp>
      <p:sp>
        <p:nvSpPr>
          <p:cNvPr id="1075" name="Téglalap 1074">
            <a:extLst>
              <a:ext uri="{FF2B5EF4-FFF2-40B4-BE49-F238E27FC236}">
                <a16:creationId xmlns:a16="http://schemas.microsoft.com/office/drawing/2014/main" id="{17506F17-5D4E-AE69-844C-926ADB0198F2}"/>
              </a:ext>
            </a:extLst>
          </p:cNvPr>
          <p:cNvSpPr/>
          <p:nvPr/>
        </p:nvSpPr>
        <p:spPr>
          <a:xfrm>
            <a:off x="19856074" y="1764447"/>
            <a:ext cx="7571770" cy="50680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endParaRPr lang="hu-HU" dirty="0"/>
          </a:p>
        </p:txBody>
      </p:sp>
      <p:grpSp>
        <p:nvGrpSpPr>
          <p:cNvPr id="34" name="Csoportba foglalás 33">
            <a:extLst>
              <a:ext uri="{FF2B5EF4-FFF2-40B4-BE49-F238E27FC236}">
                <a16:creationId xmlns:a16="http://schemas.microsoft.com/office/drawing/2014/main" id="{9692903C-D5C3-C412-5BAD-C022413FA4EA}"/>
              </a:ext>
            </a:extLst>
          </p:cNvPr>
          <p:cNvGrpSpPr/>
          <p:nvPr/>
        </p:nvGrpSpPr>
        <p:grpSpPr>
          <a:xfrm>
            <a:off x="-8724657" y="1679293"/>
            <a:ext cx="7924802" cy="5153180"/>
            <a:chOff x="1543048" y="1158240"/>
            <a:chExt cx="5495927" cy="3573780"/>
          </a:xfrm>
          <a:solidFill>
            <a:schemeClr val="bg1">
              <a:lumMod val="65000"/>
            </a:schemeClr>
          </a:solidFill>
        </p:grpSpPr>
        <p:sp>
          <p:nvSpPr>
            <p:cNvPr id="16" name="Téglalap 15">
              <a:extLst>
                <a:ext uri="{FF2B5EF4-FFF2-40B4-BE49-F238E27FC236}">
                  <a16:creationId xmlns:a16="http://schemas.microsoft.com/office/drawing/2014/main" id="{591FCC04-6745-B8B8-CCF6-EC55A40AC46C}"/>
                </a:ext>
              </a:extLst>
            </p:cNvPr>
            <p:cNvSpPr/>
            <p:nvPr/>
          </p:nvSpPr>
          <p:spPr>
            <a:xfrm>
              <a:off x="1543048" y="1275484"/>
              <a:ext cx="5495927" cy="3456536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grpSp>
          <p:nvGrpSpPr>
            <p:cNvPr id="25" name="Csoportba foglalás 24">
              <a:extLst>
                <a:ext uri="{FF2B5EF4-FFF2-40B4-BE49-F238E27FC236}">
                  <a16:creationId xmlns:a16="http://schemas.microsoft.com/office/drawing/2014/main" id="{57AB82BA-A7DB-6337-9A7A-F97C46FCE6B1}"/>
                </a:ext>
              </a:extLst>
            </p:cNvPr>
            <p:cNvGrpSpPr/>
            <p:nvPr/>
          </p:nvGrpSpPr>
          <p:grpSpPr>
            <a:xfrm>
              <a:off x="1543048" y="1158240"/>
              <a:ext cx="1216820" cy="739140"/>
              <a:chOff x="1543048" y="1158240"/>
              <a:chExt cx="1216820" cy="739140"/>
            </a:xfrm>
            <a:grpFill/>
          </p:grpSpPr>
          <p:sp>
            <p:nvSpPr>
              <p:cNvPr id="17" name="Téglalap: lekerekített 16">
                <a:extLst>
                  <a:ext uri="{FF2B5EF4-FFF2-40B4-BE49-F238E27FC236}">
                    <a16:creationId xmlns:a16="http://schemas.microsoft.com/office/drawing/2014/main" id="{E0A997D9-CC5D-6B20-2FE7-DE877192D1A2}"/>
                  </a:ext>
                </a:extLst>
              </p:cNvPr>
              <p:cNvSpPr/>
              <p:nvPr/>
            </p:nvSpPr>
            <p:spPr>
              <a:xfrm>
                <a:off x="1543048" y="1158240"/>
                <a:ext cx="821551" cy="739140"/>
              </a:xfrm>
              <a:prstGeom prst="roundRect">
                <a:avLst>
                  <a:gd name="adj" fmla="val 23883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9" name="Háromszög 18">
                <a:extLst>
                  <a:ext uri="{FF2B5EF4-FFF2-40B4-BE49-F238E27FC236}">
                    <a16:creationId xmlns:a16="http://schemas.microsoft.com/office/drawing/2014/main" id="{87EB8F28-2EBD-1622-C594-DE8A77CEAA91}"/>
                  </a:ext>
                </a:extLst>
              </p:cNvPr>
              <p:cNvSpPr/>
              <p:nvPr/>
            </p:nvSpPr>
            <p:spPr>
              <a:xfrm>
                <a:off x="2364599" y="1158240"/>
                <a:ext cx="395269" cy="118110"/>
              </a:xfrm>
              <a:prstGeom prst="triangle">
                <a:avLst>
                  <a:gd name="adj" fmla="val 76364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20" name="Téglalap 19">
                <a:extLst>
                  <a:ext uri="{FF2B5EF4-FFF2-40B4-BE49-F238E27FC236}">
                    <a16:creationId xmlns:a16="http://schemas.microsoft.com/office/drawing/2014/main" id="{1C3B042C-07FF-966F-E4CD-6036D899A176}"/>
                  </a:ext>
                </a:extLst>
              </p:cNvPr>
              <p:cNvSpPr/>
              <p:nvPr/>
            </p:nvSpPr>
            <p:spPr>
              <a:xfrm>
                <a:off x="2185988" y="1158240"/>
                <a:ext cx="481011" cy="23448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grpSp>
          <p:nvGrpSpPr>
            <p:cNvPr id="30" name="Csoportba foglalás 29">
              <a:extLst>
                <a:ext uri="{FF2B5EF4-FFF2-40B4-BE49-F238E27FC236}">
                  <a16:creationId xmlns:a16="http://schemas.microsoft.com/office/drawing/2014/main" id="{E8DD14FA-DE79-CB6A-3ED4-7B5D0B2FFABC}"/>
                </a:ext>
              </a:extLst>
            </p:cNvPr>
            <p:cNvGrpSpPr/>
            <p:nvPr/>
          </p:nvGrpSpPr>
          <p:grpSpPr>
            <a:xfrm flipH="1">
              <a:off x="5818343" y="1158240"/>
              <a:ext cx="1216820" cy="739140"/>
              <a:chOff x="1543048" y="1158240"/>
              <a:chExt cx="1216820" cy="739140"/>
            </a:xfrm>
            <a:grpFill/>
          </p:grpSpPr>
          <p:sp>
            <p:nvSpPr>
              <p:cNvPr id="31" name="Téglalap: lekerekített 30">
                <a:extLst>
                  <a:ext uri="{FF2B5EF4-FFF2-40B4-BE49-F238E27FC236}">
                    <a16:creationId xmlns:a16="http://schemas.microsoft.com/office/drawing/2014/main" id="{968F5D0D-9DE4-FC3B-839C-E05CF2517CC3}"/>
                  </a:ext>
                </a:extLst>
              </p:cNvPr>
              <p:cNvSpPr/>
              <p:nvPr/>
            </p:nvSpPr>
            <p:spPr>
              <a:xfrm>
                <a:off x="1543048" y="1158240"/>
                <a:ext cx="821551" cy="739140"/>
              </a:xfrm>
              <a:prstGeom prst="roundRect">
                <a:avLst>
                  <a:gd name="adj" fmla="val 23883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2" name="Háromszög 31">
                <a:extLst>
                  <a:ext uri="{FF2B5EF4-FFF2-40B4-BE49-F238E27FC236}">
                    <a16:creationId xmlns:a16="http://schemas.microsoft.com/office/drawing/2014/main" id="{AF72601C-5EDB-7C25-4E9F-96D4005333F6}"/>
                  </a:ext>
                </a:extLst>
              </p:cNvPr>
              <p:cNvSpPr/>
              <p:nvPr/>
            </p:nvSpPr>
            <p:spPr>
              <a:xfrm>
                <a:off x="2364599" y="1158240"/>
                <a:ext cx="395269" cy="118110"/>
              </a:xfrm>
              <a:prstGeom prst="triangle">
                <a:avLst>
                  <a:gd name="adj" fmla="val 76364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" name="Téglalap 32">
                <a:extLst>
                  <a:ext uri="{FF2B5EF4-FFF2-40B4-BE49-F238E27FC236}">
                    <a16:creationId xmlns:a16="http://schemas.microsoft.com/office/drawing/2014/main" id="{5C595C28-E19A-5E13-588F-6D531796A565}"/>
                  </a:ext>
                </a:extLst>
              </p:cNvPr>
              <p:cNvSpPr/>
              <p:nvPr/>
            </p:nvSpPr>
            <p:spPr>
              <a:xfrm>
                <a:off x="2185988" y="1158240"/>
                <a:ext cx="481011" cy="23448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</p:grpSp>
      <p:sp>
        <p:nvSpPr>
          <p:cNvPr id="1076" name="Téglalap 1075">
            <a:extLst>
              <a:ext uri="{FF2B5EF4-FFF2-40B4-BE49-F238E27FC236}">
                <a16:creationId xmlns:a16="http://schemas.microsoft.com/office/drawing/2014/main" id="{295AF43F-7BA5-2394-39FC-1C1B0C1A9D5D}"/>
              </a:ext>
            </a:extLst>
          </p:cNvPr>
          <p:cNvSpPr/>
          <p:nvPr/>
        </p:nvSpPr>
        <p:spPr>
          <a:xfrm>
            <a:off x="-51361" y="0"/>
            <a:ext cx="12288196" cy="688577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hu-HU" sz="6000">
                <a:solidFill>
                  <a:schemeClr val="tx1"/>
                </a:solidFill>
                <a:latin typeface="Bodoni MT" panose="02070603080606020203" pitchFamily="18" charset="0"/>
              </a:rPr>
              <a:t>Folyamat</a:t>
            </a:r>
            <a:endParaRPr lang="hu-HU" sz="6000" dirty="0">
              <a:solidFill>
                <a:schemeClr val="tx1"/>
              </a:solidFill>
              <a:latin typeface="Bodoni MT" panose="02070603080606020203" pitchFamily="18" charset="0"/>
            </a:endParaRPr>
          </a:p>
        </p:txBody>
      </p:sp>
      <p:grpSp>
        <p:nvGrpSpPr>
          <p:cNvPr id="45" name="Csoportba foglalás 44">
            <a:extLst>
              <a:ext uri="{FF2B5EF4-FFF2-40B4-BE49-F238E27FC236}">
                <a16:creationId xmlns:a16="http://schemas.microsoft.com/office/drawing/2014/main" id="{1227C22A-6096-B948-921B-1CC4C1BA82CC}"/>
              </a:ext>
            </a:extLst>
          </p:cNvPr>
          <p:cNvGrpSpPr/>
          <p:nvPr/>
        </p:nvGrpSpPr>
        <p:grpSpPr>
          <a:xfrm>
            <a:off x="-8730153" y="5416324"/>
            <a:ext cx="7924802" cy="1614829"/>
            <a:chOff x="1543048" y="1158240"/>
            <a:chExt cx="5495927" cy="3573780"/>
          </a:xfrm>
          <a:solidFill>
            <a:schemeClr val="bg2">
              <a:lumMod val="90000"/>
            </a:schemeClr>
          </a:solidFill>
        </p:grpSpPr>
        <p:sp>
          <p:nvSpPr>
            <p:cNvPr id="46" name="Téglalap 45">
              <a:extLst>
                <a:ext uri="{FF2B5EF4-FFF2-40B4-BE49-F238E27FC236}">
                  <a16:creationId xmlns:a16="http://schemas.microsoft.com/office/drawing/2014/main" id="{B9A4E64D-62E3-EA68-0348-B7A49EBC23EC}"/>
                </a:ext>
              </a:extLst>
            </p:cNvPr>
            <p:cNvSpPr/>
            <p:nvPr/>
          </p:nvSpPr>
          <p:spPr>
            <a:xfrm>
              <a:off x="1543048" y="1275484"/>
              <a:ext cx="5495927" cy="3456536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grpSp>
          <p:nvGrpSpPr>
            <p:cNvPr id="47" name="Csoportba foglalás 46">
              <a:extLst>
                <a:ext uri="{FF2B5EF4-FFF2-40B4-BE49-F238E27FC236}">
                  <a16:creationId xmlns:a16="http://schemas.microsoft.com/office/drawing/2014/main" id="{BD86526A-4457-71E4-F949-EACD6A576DE6}"/>
                </a:ext>
              </a:extLst>
            </p:cNvPr>
            <p:cNvGrpSpPr/>
            <p:nvPr/>
          </p:nvGrpSpPr>
          <p:grpSpPr>
            <a:xfrm>
              <a:off x="1543048" y="1158240"/>
              <a:ext cx="1216820" cy="739140"/>
              <a:chOff x="1543048" y="1158240"/>
              <a:chExt cx="1216820" cy="739140"/>
            </a:xfrm>
            <a:grpFill/>
          </p:grpSpPr>
          <p:sp>
            <p:nvSpPr>
              <p:cNvPr id="52" name="Téglalap: lekerekített 51">
                <a:extLst>
                  <a:ext uri="{FF2B5EF4-FFF2-40B4-BE49-F238E27FC236}">
                    <a16:creationId xmlns:a16="http://schemas.microsoft.com/office/drawing/2014/main" id="{D25B7778-68FB-A55B-03CA-FB27196D764D}"/>
                  </a:ext>
                </a:extLst>
              </p:cNvPr>
              <p:cNvSpPr/>
              <p:nvPr/>
            </p:nvSpPr>
            <p:spPr>
              <a:xfrm>
                <a:off x="1543048" y="1158240"/>
                <a:ext cx="821551" cy="739140"/>
              </a:xfrm>
              <a:prstGeom prst="roundRect">
                <a:avLst>
                  <a:gd name="adj" fmla="val 23883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53" name="Háromszög 52">
                <a:extLst>
                  <a:ext uri="{FF2B5EF4-FFF2-40B4-BE49-F238E27FC236}">
                    <a16:creationId xmlns:a16="http://schemas.microsoft.com/office/drawing/2014/main" id="{1640D80A-DAD5-01E7-78EE-73B65F5CA5DC}"/>
                  </a:ext>
                </a:extLst>
              </p:cNvPr>
              <p:cNvSpPr/>
              <p:nvPr/>
            </p:nvSpPr>
            <p:spPr>
              <a:xfrm>
                <a:off x="2364599" y="1158240"/>
                <a:ext cx="395269" cy="118110"/>
              </a:xfrm>
              <a:prstGeom prst="triangle">
                <a:avLst>
                  <a:gd name="adj" fmla="val 76364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54" name="Téglalap 53">
                <a:extLst>
                  <a:ext uri="{FF2B5EF4-FFF2-40B4-BE49-F238E27FC236}">
                    <a16:creationId xmlns:a16="http://schemas.microsoft.com/office/drawing/2014/main" id="{CB5CDF94-47FD-D83D-EA7D-4EEF615D564F}"/>
                  </a:ext>
                </a:extLst>
              </p:cNvPr>
              <p:cNvSpPr/>
              <p:nvPr/>
            </p:nvSpPr>
            <p:spPr>
              <a:xfrm>
                <a:off x="2185988" y="1158240"/>
                <a:ext cx="481011" cy="23448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grpSp>
          <p:nvGrpSpPr>
            <p:cNvPr id="48" name="Csoportba foglalás 47">
              <a:extLst>
                <a:ext uri="{FF2B5EF4-FFF2-40B4-BE49-F238E27FC236}">
                  <a16:creationId xmlns:a16="http://schemas.microsoft.com/office/drawing/2014/main" id="{3A36A0C5-0288-E6A6-4A99-27AF58953838}"/>
                </a:ext>
              </a:extLst>
            </p:cNvPr>
            <p:cNvGrpSpPr/>
            <p:nvPr/>
          </p:nvGrpSpPr>
          <p:grpSpPr>
            <a:xfrm flipH="1">
              <a:off x="5818343" y="1158240"/>
              <a:ext cx="1216820" cy="739140"/>
              <a:chOff x="1543048" y="1158240"/>
              <a:chExt cx="1216820" cy="739140"/>
            </a:xfrm>
            <a:grpFill/>
          </p:grpSpPr>
          <p:sp>
            <p:nvSpPr>
              <p:cNvPr id="49" name="Téglalap: lekerekített 48">
                <a:extLst>
                  <a:ext uri="{FF2B5EF4-FFF2-40B4-BE49-F238E27FC236}">
                    <a16:creationId xmlns:a16="http://schemas.microsoft.com/office/drawing/2014/main" id="{BB564A32-C0AB-5DEF-00BD-C2A8FB25D475}"/>
                  </a:ext>
                </a:extLst>
              </p:cNvPr>
              <p:cNvSpPr/>
              <p:nvPr/>
            </p:nvSpPr>
            <p:spPr>
              <a:xfrm>
                <a:off x="1543048" y="1158240"/>
                <a:ext cx="821551" cy="739140"/>
              </a:xfrm>
              <a:prstGeom prst="roundRect">
                <a:avLst>
                  <a:gd name="adj" fmla="val 23883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50" name="Háromszög 49">
                <a:extLst>
                  <a:ext uri="{FF2B5EF4-FFF2-40B4-BE49-F238E27FC236}">
                    <a16:creationId xmlns:a16="http://schemas.microsoft.com/office/drawing/2014/main" id="{72956F62-E6BC-E409-7047-D479D03E780B}"/>
                  </a:ext>
                </a:extLst>
              </p:cNvPr>
              <p:cNvSpPr/>
              <p:nvPr/>
            </p:nvSpPr>
            <p:spPr>
              <a:xfrm>
                <a:off x="2364599" y="1158240"/>
                <a:ext cx="395269" cy="118110"/>
              </a:xfrm>
              <a:prstGeom prst="triangle">
                <a:avLst>
                  <a:gd name="adj" fmla="val 76364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51" name="Téglalap 50">
                <a:extLst>
                  <a:ext uri="{FF2B5EF4-FFF2-40B4-BE49-F238E27FC236}">
                    <a16:creationId xmlns:a16="http://schemas.microsoft.com/office/drawing/2014/main" id="{66CAE2CA-339C-6703-6B5A-5EDCD1604A58}"/>
                  </a:ext>
                </a:extLst>
              </p:cNvPr>
              <p:cNvSpPr/>
              <p:nvPr/>
            </p:nvSpPr>
            <p:spPr>
              <a:xfrm>
                <a:off x="2185988" y="1158240"/>
                <a:ext cx="481011" cy="23448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</p:grpSp>
      <p:pic>
        <p:nvPicPr>
          <p:cNvPr id="1045" name="Kép 1044">
            <a:extLst>
              <a:ext uri="{FF2B5EF4-FFF2-40B4-BE49-F238E27FC236}">
                <a16:creationId xmlns:a16="http://schemas.microsoft.com/office/drawing/2014/main" id="{07C35769-2188-88CC-823B-FA82B034103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artisticBlur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9865526" y="1789974"/>
            <a:ext cx="7552866" cy="480060"/>
          </a:xfrm>
          <a:prstGeom prst="rect">
            <a:avLst/>
          </a:prstGeom>
          <a:effectLst/>
        </p:spPr>
      </p:pic>
      <p:grpSp>
        <p:nvGrpSpPr>
          <p:cNvPr id="1025" name="Csoportba foglalás 1024">
            <a:extLst>
              <a:ext uri="{FF2B5EF4-FFF2-40B4-BE49-F238E27FC236}">
                <a16:creationId xmlns:a16="http://schemas.microsoft.com/office/drawing/2014/main" id="{B51A57DE-EA22-C5FD-92FD-77362BB869E5}"/>
              </a:ext>
            </a:extLst>
          </p:cNvPr>
          <p:cNvGrpSpPr/>
          <p:nvPr/>
        </p:nvGrpSpPr>
        <p:grpSpPr>
          <a:xfrm>
            <a:off x="19741288" y="1817423"/>
            <a:ext cx="7924802" cy="5068026"/>
            <a:chOff x="1543048" y="1158240"/>
            <a:chExt cx="5495927" cy="3573780"/>
          </a:xfrm>
          <a:solidFill>
            <a:schemeClr val="accent2">
              <a:lumMod val="40000"/>
              <a:lumOff val="60000"/>
            </a:schemeClr>
          </a:solidFill>
        </p:grpSpPr>
        <p:sp>
          <p:nvSpPr>
            <p:cNvPr id="1027" name="Téglalap 1026">
              <a:extLst>
                <a:ext uri="{FF2B5EF4-FFF2-40B4-BE49-F238E27FC236}">
                  <a16:creationId xmlns:a16="http://schemas.microsoft.com/office/drawing/2014/main" id="{82F4F17F-99B1-6A49-7C13-D700ED2476C1}"/>
                </a:ext>
              </a:extLst>
            </p:cNvPr>
            <p:cNvSpPr/>
            <p:nvPr/>
          </p:nvSpPr>
          <p:spPr>
            <a:xfrm>
              <a:off x="1543048" y="1275484"/>
              <a:ext cx="5495927" cy="3456536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grpSp>
          <p:nvGrpSpPr>
            <p:cNvPr id="1028" name="Csoportba foglalás 1027">
              <a:extLst>
                <a:ext uri="{FF2B5EF4-FFF2-40B4-BE49-F238E27FC236}">
                  <a16:creationId xmlns:a16="http://schemas.microsoft.com/office/drawing/2014/main" id="{60DD8C54-83A5-15F1-6C5F-3F4541208414}"/>
                </a:ext>
              </a:extLst>
            </p:cNvPr>
            <p:cNvGrpSpPr/>
            <p:nvPr/>
          </p:nvGrpSpPr>
          <p:grpSpPr>
            <a:xfrm>
              <a:off x="1543048" y="1158240"/>
              <a:ext cx="1216820" cy="739140"/>
              <a:chOff x="1543048" y="1158240"/>
              <a:chExt cx="1216820" cy="739140"/>
            </a:xfrm>
            <a:grpFill/>
          </p:grpSpPr>
          <p:sp>
            <p:nvSpPr>
              <p:cNvPr id="1033" name="Téglalap: lekerekített 1032">
                <a:extLst>
                  <a:ext uri="{FF2B5EF4-FFF2-40B4-BE49-F238E27FC236}">
                    <a16:creationId xmlns:a16="http://schemas.microsoft.com/office/drawing/2014/main" id="{E50C2741-D82D-CC95-8FE8-39172BB98EDC}"/>
                  </a:ext>
                </a:extLst>
              </p:cNvPr>
              <p:cNvSpPr/>
              <p:nvPr/>
            </p:nvSpPr>
            <p:spPr>
              <a:xfrm>
                <a:off x="1543048" y="1158240"/>
                <a:ext cx="821551" cy="739140"/>
              </a:xfrm>
              <a:prstGeom prst="roundRect">
                <a:avLst>
                  <a:gd name="adj" fmla="val 23883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34" name="Háromszög 1033">
                <a:extLst>
                  <a:ext uri="{FF2B5EF4-FFF2-40B4-BE49-F238E27FC236}">
                    <a16:creationId xmlns:a16="http://schemas.microsoft.com/office/drawing/2014/main" id="{B2E70949-6391-93FE-03CC-AAE560C4E391}"/>
                  </a:ext>
                </a:extLst>
              </p:cNvPr>
              <p:cNvSpPr/>
              <p:nvPr/>
            </p:nvSpPr>
            <p:spPr>
              <a:xfrm>
                <a:off x="2364599" y="1158240"/>
                <a:ext cx="395269" cy="118110"/>
              </a:xfrm>
              <a:prstGeom prst="triangle">
                <a:avLst>
                  <a:gd name="adj" fmla="val 76364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35" name="Téglalap 1034">
                <a:extLst>
                  <a:ext uri="{FF2B5EF4-FFF2-40B4-BE49-F238E27FC236}">
                    <a16:creationId xmlns:a16="http://schemas.microsoft.com/office/drawing/2014/main" id="{2C0A46E7-E7CB-41B0-B4E0-AE64A80CA7F6}"/>
                  </a:ext>
                </a:extLst>
              </p:cNvPr>
              <p:cNvSpPr/>
              <p:nvPr/>
            </p:nvSpPr>
            <p:spPr>
              <a:xfrm>
                <a:off x="2185988" y="1158240"/>
                <a:ext cx="481011" cy="23448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grpSp>
          <p:nvGrpSpPr>
            <p:cNvPr id="1029" name="Csoportba foglalás 1028">
              <a:extLst>
                <a:ext uri="{FF2B5EF4-FFF2-40B4-BE49-F238E27FC236}">
                  <a16:creationId xmlns:a16="http://schemas.microsoft.com/office/drawing/2014/main" id="{6DAE9FC0-D6C6-5C2B-B0B0-7D141EF0A371}"/>
                </a:ext>
              </a:extLst>
            </p:cNvPr>
            <p:cNvGrpSpPr/>
            <p:nvPr/>
          </p:nvGrpSpPr>
          <p:grpSpPr>
            <a:xfrm flipH="1">
              <a:off x="5818343" y="1158240"/>
              <a:ext cx="1216820" cy="739140"/>
              <a:chOff x="1543048" y="1158240"/>
              <a:chExt cx="1216820" cy="739140"/>
            </a:xfrm>
            <a:grpFill/>
          </p:grpSpPr>
          <p:sp>
            <p:nvSpPr>
              <p:cNvPr id="1030" name="Téglalap: lekerekített 1029">
                <a:extLst>
                  <a:ext uri="{FF2B5EF4-FFF2-40B4-BE49-F238E27FC236}">
                    <a16:creationId xmlns:a16="http://schemas.microsoft.com/office/drawing/2014/main" id="{0485EB4B-4931-D193-984C-A5678DA4CA9D}"/>
                  </a:ext>
                </a:extLst>
              </p:cNvPr>
              <p:cNvSpPr/>
              <p:nvPr/>
            </p:nvSpPr>
            <p:spPr>
              <a:xfrm>
                <a:off x="1543048" y="1158240"/>
                <a:ext cx="821551" cy="739140"/>
              </a:xfrm>
              <a:prstGeom prst="roundRect">
                <a:avLst>
                  <a:gd name="adj" fmla="val 23883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31" name="Háromszög 1030">
                <a:extLst>
                  <a:ext uri="{FF2B5EF4-FFF2-40B4-BE49-F238E27FC236}">
                    <a16:creationId xmlns:a16="http://schemas.microsoft.com/office/drawing/2014/main" id="{1481C079-B42F-6E08-336A-E11A7F7D96E2}"/>
                  </a:ext>
                </a:extLst>
              </p:cNvPr>
              <p:cNvSpPr/>
              <p:nvPr/>
            </p:nvSpPr>
            <p:spPr>
              <a:xfrm>
                <a:off x="2364599" y="1158240"/>
                <a:ext cx="395269" cy="118110"/>
              </a:xfrm>
              <a:prstGeom prst="triangle">
                <a:avLst>
                  <a:gd name="adj" fmla="val 76364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32" name="Téglalap 1031">
                <a:extLst>
                  <a:ext uri="{FF2B5EF4-FFF2-40B4-BE49-F238E27FC236}">
                    <a16:creationId xmlns:a16="http://schemas.microsoft.com/office/drawing/2014/main" id="{CFC3DD87-3C71-6B6D-8303-CA43209C3FA2}"/>
                  </a:ext>
                </a:extLst>
              </p:cNvPr>
              <p:cNvSpPr/>
              <p:nvPr/>
            </p:nvSpPr>
            <p:spPr>
              <a:xfrm>
                <a:off x="2185988" y="1158240"/>
                <a:ext cx="481011" cy="23448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</p:grpSp>
      <p:sp>
        <p:nvSpPr>
          <p:cNvPr id="1050" name="Téglalap 1049">
            <a:extLst>
              <a:ext uri="{FF2B5EF4-FFF2-40B4-BE49-F238E27FC236}">
                <a16:creationId xmlns:a16="http://schemas.microsoft.com/office/drawing/2014/main" id="{28907F0D-3F1D-18AF-E2BA-3320882FBBD7}"/>
              </a:ext>
            </a:extLst>
          </p:cNvPr>
          <p:cNvSpPr/>
          <p:nvPr/>
        </p:nvSpPr>
        <p:spPr>
          <a:xfrm>
            <a:off x="10069655" y="6072649"/>
            <a:ext cx="4324574" cy="1080226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1051" name="Téglalap: felső két sarkán levágva 1050">
            <a:extLst>
              <a:ext uri="{FF2B5EF4-FFF2-40B4-BE49-F238E27FC236}">
                <a16:creationId xmlns:a16="http://schemas.microsoft.com/office/drawing/2014/main" id="{2CFD3F4B-76B2-DAB8-ED30-09508A05B8C3}"/>
              </a:ext>
            </a:extLst>
          </p:cNvPr>
          <p:cNvSpPr/>
          <p:nvPr/>
        </p:nvSpPr>
        <p:spPr>
          <a:xfrm rot="10800000">
            <a:off x="9899052" y="5758071"/>
            <a:ext cx="4608000" cy="314577"/>
          </a:xfrm>
          <a:prstGeom prst="snip2SameRect">
            <a:avLst>
              <a:gd name="adj1" fmla="val 27265"/>
              <a:gd name="adj2" fmla="val 0"/>
            </a:avLst>
          </a:prstGeom>
          <a:solidFill>
            <a:srgbClr val="D9D9D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pic>
        <p:nvPicPr>
          <p:cNvPr id="1047" name="Kép 1046">
            <a:extLst>
              <a:ext uri="{FF2B5EF4-FFF2-40B4-BE49-F238E27FC236}">
                <a16:creationId xmlns:a16="http://schemas.microsoft.com/office/drawing/2014/main" id="{34796220-4D65-3B9F-E18C-3EE01554722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65871" y="2367538"/>
            <a:ext cx="3968441" cy="3968441"/>
          </a:xfrm>
          <a:prstGeom prst="rect">
            <a:avLst/>
          </a:prstGeom>
        </p:spPr>
      </p:pic>
      <p:pic>
        <p:nvPicPr>
          <p:cNvPr id="1049" name="Kép 1048">
            <a:extLst>
              <a:ext uri="{FF2B5EF4-FFF2-40B4-BE49-F238E27FC236}">
                <a16:creationId xmlns:a16="http://schemas.microsoft.com/office/drawing/2014/main" id="{2E5D810B-461A-E90A-631A-16A39E0365B8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92693" y="2367539"/>
            <a:ext cx="3968441" cy="3968441"/>
          </a:xfrm>
          <a:prstGeom prst="rect">
            <a:avLst/>
          </a:prstGeom>
        </p:spPr>
      </p:pic>
      <p:pic>
        <p:nvPicPr>
          <p:cNvPr id="1074" name="Kép 1073">
            <a:extLst>
              <a:ext uri="{FF2B5EF4-FFF2-40B4-BE49-F238E27FC236}">
                <a16:creationId xmlns:a16="http://schemas.microsoft.com/office/drawing/2014/main" id="{E94695D9-5F92-C5FA-5032-C38EEF07754E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80417" y="-5158151"/>
            <a:ext cx="8985673" cy="5990449"/>
          </a:xfrm>
          <a:prstGeom prst="rect">
            <a:avLst/>
          </a:prstGeom>
        </p:spPr>
      </p:pic>
      <p:pic>
        <p:nvPicPr>
          <p:cNvPr id="2" name="Picture 2">
            <a:extLst>
              <a:ext uri="{FF2B5EF4-FFF2-40B4-BE49-F238E27FC236}">
                <a16:creationId xmlns:a16="http://schemas.microsoft.com/office/drawing/2014/main" id="{8B155D2A-2396-9952-D8F1-B6C98CF850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96953" y="290047"/>
            <a:ext cx="1347833" cy="1347833"/>
          </a:xfrm>
          <a:prstGeom prst="rect">
            <a:avLst/>
          </a:prstGeom>
          <a:solidFill>
            <a:srgbClr val="DF6266"/>
          </a:solidFill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989D50E4-8ED9-A67E-A636-316E843BFC33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97846" y="2710322"/>
            <a:ext cx="3539905" cy="3539905"/>
          </a:xfrm>
          <a:prstGeom prst="rect">
            <a:avLst/>
          </a:prstGeom>
        </p:spPr>
      </p:pic>
      <p:sp>
        <p:nvSpPr>
          <p:cNvPr id="3" name="Szövegdoboz 2">
            <a:extLst>
              <a:ext uri="{FF2B5EF4-FFF2-40B4-BE49-F238E27FC236}">
                <a16:creationId xmlns:a16="http://schemas.microsoft.com/office/drawing/2014/main" id="{DEFD6A4A-1842-3A94-AEFF-875745D24D61}"/>
              </a:ext>
            </a:extLst>
          </p:cNvPr>
          <p:cNvSpPr txBox="1"/>
          <p:nvPr/>
        </p:nvSpPr>
        <p:spPr>
          <a:xfrm>
            <a:off x="206186" y="1415236"/>
            <a:ext cx="237827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3200" dirty="0">
                <a:latin typeface="Bodoni MT" panose="02070603080606020203" pitchFamily="18" charset="0"/>
              </a:rPr>
              <a:t>Poszt törlése</a:t>
            </a:r>
          </a:p>
        </p:txBody>
      </p:sp>
      <p:sp>
        <p:nvSpPr>
          <p:cNvPr id="4" name="Nyíl: jobbra mutató 3">
            <a:extLst>
              <a:ext uri="{FF2B5EF4-FFF2-40B4-BE49-F238E27FC236}">
                <a16:creationId xmlns:a16="http://schemas.microsoft.com/office/drawing/2014/main" id="{17D3CFC3-EFF0-824C-3E28-5FD70D7F40D6}"/>
              </a:ext>
            </a:extLst>
          </p:cNvPr>
          <p:cNvSpPr/>
          <p:nvPr/>
        </p:nvSpPr>
        <p:spPr>
          <a:xfrm>
            <a:off x="2609005" y="1659211"/>
            <a:ext cx="1437601" cy="21047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5" name="Szövegdoboz 4">
            <a:extLst>
              <a:ext uri="{FF2B5EF4-FFF2-40B4-BE49-F238E27FC236}">
                <a16:creationId xmlns:a16="http://schemas.microsoft.com/office/drawing/2014/main" id="{291410E8-55E0-A10E-FE03-3F6B3E10E938}"/>
              </a:ext>
            </a:extLst>
          </p:cNvPr>
          <p:cNvSpPr txBox="1"/>
          <p:nvPr/>
        </p:nvSpPr>
        <p:spPr>
          <a:xfrm>
            <a:off x="4290566" y="1472059"/>
            <a:ext cx="120812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3200" dirty="0" err="1">
                <a:latin typeface="Bodoni MT" panose="02070603080606020203" pitchFamily="18" charset="0"/>
              </a:rPr>
              <a:t>View</a:t>
            </a:r>
            <a:endParaRPr lang="hu-HU" sz="3200" dirty="0">
              <a:latin typeface="Bodoni MT" panose="02070603080606020203" pitchFamily="18" charset="0"/>
            </a:endParaRPr>
          </a:p>
        </p:txBody>
      </p:sp>
      <p:sp>
        <p:nvSpPr>
          <p:cNvPr id="8" name="Szövegdoboz 7">
            <a:extLst>
              <a:ext uri="{FF2B5EF4-FFF2-40B4-BE49-F238E27FC236}">
                <a16:creationId xmlns:a16="http://schemas.microsoft.com/office/drawing/2014/main" id="{17215E62-3D97-BE30-7BEC-3E7269CACF34}"/>
              </a:ext>
            </a:extLst>
          </p:cNvPr>
          <p:cNvSpPr txBox="1"/>
          <p:nvPr/>
        </p:nvSpPr>
        <p:spPr>
          <a:xfrm>
            <a:off x="5334733" y="2341515"/>
            <a:ext cx="3770623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3000" dirty="0" err="1">
                <a:latin typeface="Bodoni MT" panose="02070603080606020203" pitchFamily="18" charset="0"/>
              </a:rPr>
              <a:t>ViewModel</a:t>
            </a:r>
            <a:r>
              <a:rPr lang="hu-HU" sz="3000" dirty="0">
                <a:latin typeface="Bodoni MT" panose="02070603080606020203" pitchFamily="18" charset="0"/>
              </a:rPr>
              <a:t> </a:t>
            </a:r>
            <a:r>
              <a:rPr lang="hu-HU" sz="3000" dirty="0" err="1">
                <a:latin typeface="Bodoni MT" panose="02070603080606020203" pitchFamily="18" charset="0"/>
              </a:rPr>
              <a:t>Command</a:t>
            </a:r>
            <a:endParaRPr lang="hu-HU" sz="3000" dirty="0">
              <a:latin typeface="Bodoni MT" panose="02070603080606020203" pitchFamily="18" charset="0"/>
            </a:endParaRPr>
          </a:p>
        </p:txBody>
      </p:sp>
      <p:sp>
        <p:nvSpPr>
          <p:cNvPr id="9" name="Szövegdoboz 8">
            <a:extLst>
              <a:ext uri="{FF2B5EF4-FFF2-40B4-BE49-F238E27FC236}">
                <a16:creationId xmlns:a16="http://schemas.microsoft.com/office/drawing/2014/main" id="{27923D5B-3767-5982-5EBC-7CECD1BA973F}"/>
              </a:ext>
            </a:extLst>
          </p:cNvPr>
          <p:cNvSpPr txBox="1"/>
          <p:nvPr/>
        </p:nvSpPr>
        <p:spPr>
          <a:xfrm>
            <a:off x="791897" y="2305950"/>
            <a:ext cx="2234562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3000" dirty="0">
                <a:latin typeface="Bodoni MT" panose="02070603080606020203" pitchFamily="18" charset="0"/>
              </a:rPr>
              <a:t>Service (</a:t>
            </a:r>
            <a:r>
              <a:rPr lang="hu-HU" sz="3000" dirty="0" err="1">
                <a:latin typeface="Bodoni MT" panose="02070603080606020203" pitchFamily="18" charset="0"/>
              </a:rPr>
              <a:t>api</a:t>
            </a:r>
            <a:r>
              <a:rPr lang="hu-HU" sz="3000" dirty="0">
                <a:latin typeface="Bodoni MT" panose="02070603080606020203" pitchFamily="18" charset="0"/>
              </a:rPr>
              <a:t>)</a:t>
            </a:r>
          </a:p>
        </p:txBody>
      </p:sp>
      <p:sp>
        <p:nvSpPr>
          <p:cNvPr id="10" name="Szövegdoboz 9">
            <a:extLst>
              <a:ext uri="{FF2B5EF4-FFF2-40B4-BE49-F238E27FC236}">
                <a16:creationId xmlns:a16="http://schemas.microsoft.com/office/drawing/2014/main" id="{292ABD4B-AF68-3892-C386-8D8F7CFC405A}"/>
              </a:ext>
            </a:extLst>
          </p:cNvPr>
          <p:cNvSpPr txBox="1"/>
          <p:nvPr/>
        </p:nvSpPr>
        <p:spPr>
          <a:xfrm>
            <a:off x="714483" y="3463105"/>
            <a:ext cx="2675950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3000" dirty="0">
                <a:latin typeface="Bodoni MT" panose="02070603080606020203" pitchFamily="18" charset="0"/>
              </a:rPr>
              <a:t>HTTP </a:t>
            </a:r>
            <a:r>
              <a:rPr lang="hu-HU" sz="3000" dirty="0" err="1">
                <a:latin typeface="Bodoni MT" panose="02070603080606020203" pitchFamily="18" charset="0"/>
              </a:rPr>
              <a:t>request</a:t>
            </a:r>
            <a:endParaRPr lang="hu-HU" sz="3000" dirty="0">
              <a:latin typeface="Bodoni MT" panose="02070603080606020203" pitchFamily="18" charset="0"/>
            </a:endParaRPr>
          </a:p>
        </p:txBody>
      </p:sp>
      <p:sp>
        <p:nvSpPr>
          <p:cNvPr id="11" name="Szövegdoboz 10">
            <a:extLst>
              <a:ext uri="{FF2B5EF4-FFF2-40B4-BE49-F238E27FC236}">
                <a16:creationId xmlns:a16="http://schemas.microsoft.com/office/drawing/2014/main" id="{45EB88A6-6B82-DA4B-D423-9AC16EEEBD15}"/>
              </a:ext>
            </a:extLst>
          </p:cNvPr>
          <p:cNvSpPr txBox="1"/>
          <p:nvPr/>
        </p:nvSpPr>
        <p:spPr>
          <a:xfrm>
            <a:off x="4190401" y="3463740"/>
            <a:ext cx="881103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3000" dirty="0" err="1">
                <a:latin typeface="Bodoni MT" panose="02070603080606020203" pitchFamily="18" charset="0"/>
              </a:rPr>
              <a:t>Api</a:t>
            </a:r>
            <a:endParaRPr lang="hu-HU" sz="3000" dirty="0">
              <a:latin typeface="Bodoni MT" panose="02070603080606020203" pitchFamily="18" charset="0"/>
            </a:endParaRPr>
          </a:p>
        </p:txBody>
      </p:sp>
      <p:sp>
        <p:nvSpPr>
          <p:cNvPr id="12" name="Szövegdoboz 11">
            <a:extLst>
              <a:ext uri="{FF2B5EF4-FFF2-40B4-BE49-F238E27FC236}">
                <a16:creationId xmlns:a16="http://schemas.microsoft.com/office/drawing/2014/main" id="{1B654A81-EE17-7138-E478-CED70B605039}"/>
              </a:ext>
            </a:extLst>
          </p:cNvPr>
          <p:cNvSpPr txBox="1"/>
          <p:nvPr/>
        </p:nvSpPr>
        <p:spPr>
          <a:xfrm>
            <a:off x="5277413" y="4157569"/>
            <a:ext cx="4478182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3000" dirty="0">
                <a:latin typeface="Bodoni MT" panose="02070603080606020203" pitchFamily="18" charset="0"/>
              </a:rPr>
              <a:t>vissza a </a:t>
            </a:r>
            <a:r>
              <a:rPr lang="hu-HU" sz="3000" dirty="0" err="1">
                <a:latin typeface="Bodoni MT" panose="02070603080606020203" pitchFamily="18" charset="0"/>
              </a:rPr>
              <a:t>ViewModel</a:t>
            </a:r>
            <a:r>
              <a:rPr lang="hu-HU" sz="3000" dirty="0">
                <a:latin typeface="Bodoni MT" panose="02070603080606020203" pitchFamily="18" charset="0"/>
              </a:rPr>
              <a:t> </a:t>
            </a:r>
            <a:r>
              <a:rPr lang="hu-HU" sz="3000" dirty="0" err="1">
                <a:latin typeface="Bodoni MT" panose="02070603080606020203" pitchFamily="18" charset="0"/>
              </a:rPr>
              <a:t>state</a:t>
            </a:r>
            <a:endParaRPr lang="hu-HU" sz="3000" dirty="0">
              <a:latin typeface="Bodoni MT" panose="02070603080606020203" pitchFamily="18" charset="0"/>
            </a:endParaRPr>
          </a:p>
        </p:txBody>
      </p:sp>
      <p:sp>
        <p:nvSpPr>
          <p:cNvPr id="14" name="Szövegdoboz 13">
            <a:extLst>
              <a:ext uri="{FF2B5EF4-FFF2-40B4-BE49-F238E27FC236}">
                <a16:creationId xmlns:a16="http://schemas.microsoft.com/office/drawing/2014/main" id="{0193BAAD-1399-5EC2-145D-FAD7864A7F7A}"/>
              </a:ext>
            </a:extLst>
          </p:cNvPr>
          <p:cNvSpPr txBox="1"/>
          <p:nvPr/>
        </p:nvSpPr>
        <p:spPr>
          <a:xfrm>
            <a:off x="763799" y="4219388"/>
            <a:ext cx="1838709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3000" dirty="0">
                <a:latin typeface="Bodoni MT" panose="02070603080606020203" pitchFamily="18" charset="0"/>
              </a:rPr>
              <a:t>UI Frissül</a:t>
            </a:r>
          </a:p>
        </p:txBody>
      </p:sp>
      <p:sp>
        <p:nvSpPr>
          <p:cNvPr id="15" name="Nyíl: jobbra mutató 14">
            <a:extLst>
              <a:ext uri="{FF2B5EF4-FFF2-40B4-BE49-F238E27FC236}">
                <a16:creationId xmlns:a16="http://schemas.microsoft.com/office/drawing/2014/main" id="{14059ACD-B0A8-1662-A8E5-6C36C49C0EF2}"/>
              </a:ext>
            </a:extLst>
          </p:cNvPr>
          <p:cNvSpPr/>
          <p:nvPr/>
        </p:nvSpPr>
        <p:spPr>
          <a:xfrm flipH="1">
            <a:off x="3386355" y="2531604"/>
            <a:ext cx="1437601" cy="21047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18" name="Nyíl: jobbra mutató 17">
            <a:extLst>
              <a:ext uri="{FF2B5EF4-FFF2-40B4-BE49-F238E27FC236}">
                <a16:creationId xmlns:a16="http://schemas.microsoft.com/office/drawing/2014/main" id="{2F957B57-0840-E68E-935C-2167922F29FD}"/>
              </a:ext>
            </a:extLst>
          </p:cNvPr>
          <p:cNvSpPr/>
          <p:nvPr/>
        </p:nvSpPr>
        <p:spPr>
          <a:xfrm rot="16200000" flipH="1">
            <a:off x="1502699" y="3056291"/>
            <a:ext cx="745356" cy="21047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22" name="Nyíl: jobbra mutató 21">
            <a:extLst>
              <a:ext uri="{FF2B5EF4-FFF2-40B4-BE49-F238E27FC236}">
                <a16:creationId xmlns:a16="http://schemas.microsoft.com/office/drawing/2014/main" id="{09E6D6D7-7BE6-29C3-A268-73FA25188357}"/>
              </a:ext>
            </a:extLst>
          </p:cNvPr>
          <p:cNvSpPr/>
          <p:nvPr/>
        </p:nvSpPr>
        <p:spPr>
          <a:xfrm>
            <a:off x="3265561" y="3637790"/>
            <a:ext cx="851662" cy="21047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24" name="Nyíl: jobbra mutató 23">
            <a:extLst>
              <a:ext uri="{FF2B5EF4-FFF2-40B4-BE49-F238E27FC236}">
                <a16:creationId xmlns:a16="http://schemas.microsoft.com/office/drawing/2014/main" id="{A3493B31-984B-05C3-C911-ABCBD1BF48E9}"/>
              </a:ext>
            </a:extLst>
          </p:cNvPr>
          <p:cNvSpPr/>
          <p:nvPr/>
        </p:nvSpPr>
        <p:spPr>
          <a:xfrm rot="1254279">
            <a:off x="5379633" y="1969174"/>
            <a:ext cx="1437601" cy="21047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26" name="Nyíl: jobbra mutató 25">
            <a:extLst>
              <a:ext uri="{FF2B5EF4-FFF2-40B4-BE49-F238E27FC236}">
                <a16:creationId xmlns:a16="http://schemas.microsoft.com/office/drawing/2014/main" id="{36D578EF-6556-53B6-0951-3C0DEB5397E0}"/>
              </a:ext>
            </a:extLst>
          </p:cNvPr>
          <p:cNvSpPr/>
          <p:nvPr/>
        </p:nvSpPr>
        <p:spPr>
          <a:xfrm rot="1254279">
            <a:off x="4976605" y="3892679"/>
            <a:ext cx="1437601" cy="21047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27" name="Nyíl: jobbra mutató 26">
            <a:extLst>
              <a:ext uri="{FF2B5EF4-FFF2-40B4-BE49-F238E27FC236}">
                <a16:creationId xmlns:a16="http://schemas.microsoft.com/office/drawing/2014/main" id="{5E205994-547B-1D7B-F4FB-BE67EA597011}"/>
              </a:ext>
            </a:extLst>
          </p:cNvPr>
          <p:cNvSpPr/>
          <p:nvPr/>
        </p:nvSpPr>
        <p:spPr>
          <a:xfrm rot="10800000">
            <a:off x="3060760" y="4409788"/>
            <a:ext cx="1437601" cy="21047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698060092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1250">
        <p15:prstTrans prst="peelOff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4" grpId="0" animBg="1"/>
      <p:bldP spid="5" grpId="0"/>
      <p:bldP spid="8" grpId="0"/>
      <p:bldP spid="9" grpId="0"/>
      <p:bldP spid="10" grpId="0"/>
      <p:bldP spid="11" grpId="0"/>
      <p:bldP spid="12" grpId="0"/>
      <p:bldP spid="14" grpId="0"/>
      <p:bldP spid="15" grpId="0" animBg="1"/>
      <p:bldP spid="18" grpId="0" animBg="1"/>
      <p:bldP spid="22" grpId="0" animBg="1"/>
      <p:bldP spid="24" grpId="0" animBg="1"/>
      <p:bldP spid="26" grpId="0" animBg="1"/>
      <p:bldP spid="27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54CD7F-ABD9-557B-35D5-41A6021986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5" name="Csoportba foglalás 54">
            <a:extLst>
              <a:ext uri="{FF2B5EF4-FFF2-40B4-BE49-F238E27FC236}">
                <a16:creationId xmlns:a16="http://schemas.microsoft.com/office/drawing/2014/main" id="{4CDC6661-5BAF-ED2C-D7B0-AA740E44E456}"/>
              </a:ext>
            </a:extLst>
          </p:cNvPr>
          <p:cNvGrpSpPr/>
          <p:nvPr/>
        </p:nvGrpSpPr>
        <p:grpSpPr>
          <a:xfrm>
            <a:off x="19735570" y="1679293"/>
            <a:ext cx="7924802" cy="5153180"/>
            <a:chOff x="1543048" y="1158240"/>
            <a:chExt cx="5495927" cy="3573780"/>
          </a:xfrm>
          <a:solidFill>
            <a:schemeClr val="accent2">
              <a:lumMod val="60000"/>
              <a:lumOff val="40000"/>
            </a:schemeClr>
          </a:solidFill>
        </p:grpSpPr>
        <p:sp>
          <p:nvSpPr>
            <p:cNvPr id="56" name="Téglalap 55">
              <a:extLst>
                <a:ext uri="{FF2B5EF4-FFF2-40B4-BE49-F238E27FC236}">
                  <a16:creationId xmlns:a16="http://schemas.microsoft.com/office/drawing/2014/main" id="{FD871D12-BE20-AE28-305C-6DE43A864AB8}"/>
                </a:ext>
              </a:extLst>
            </p:cNvPr>
            <p:cNvSpPr/>
            <p:nvPr/>
          </p:nvSpPr>
          <p:spPr>
            <a:xfrm>
              <a:off x="1543048" y="1275484"/>
              <a:ext cx="5495927" cy="3456536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grpSp>
          <p:nvGrpSpPr>
            <p:cNvPr id="57" name="Csoportba foglalás 56">
              <a:extLst>
                <a:ext uri="{FF2B5EF4-FFF2-40B4-BE49-F238E27FC236}">
                  <a16:creationId xmlns:a16="http://schemas.microsoft.com/office/drawing/2014/main" id="{ACD87307-15B7-B63F-2458-5382800ABDD1}"/>
                </a:ext>
              </a:extLst>
            </p:cNvPr>
            <p:cNvGrpSpPr/>
            <p:nvPr/>
          </p:nvGrpSpPr>
          <p:grpSpPr>
            <a:xfrm>
              <a:off x="1543048" y="1158240"/>
              <a:ext cx="1216820" cy="739140"/>
              <a:chOff x="1543048" y="1158240"/>
              <a:chExt cx="1216820" cy="739140"/>
            </a:xfrm>
            <a:grpFill/>
          </p:grpSpPr>
          <p:sp>
            <p:nvSpPr>
              <p:cNvPr id="62" name="Téglalap: lekerekített 61">
                <a:extLst>
                  <a:ext uri="{FF2B5EF4-FFF2-40B4-BE49-F238E27FC236}">
                    <a16:creationId xmlns:a16="http://schemas.microsoft.com/office/drawing/2014/main" id="{BD1FC988-4DEA-C5AC-ADB0-A9F8E0DD022F}"/>
                  </a:ext>
                </a:extLst>
              </p:cNvPr>
              <p:cNvSpPr/>
              <p:nvPr/>
            </p:nvSpPr>
            <p:spPr>
              <a:xfrm>
                <a:off x="1543048" y="1158240"/>
                <a:ext cx="821551" cy="739140"/>
              </a:xfrm>
              <a:prstGeom prst="roundRect">
                <a:avLst>
                  <a:gd name="adj" fmla="val 23883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63" name="Háromszög 62">
                <a:extLst>
                  <a:ext uri="{FF2B5EF4-FFF2-40B4-BE49-F238E27FC236}">
                    <a16:creationId xmlns:a16="http://schemas.microsoft.com/office/drawing/2014/main" id="{D99B67BB-3923-2DF7-1E68-D2F343E9EC96}"/>
                  </a:ext>
                </a:extLst>
              </p:cNvPr>
              <p:cNvSpPr/>
              <p:nvPr/>
            </p:nvSpPr>
            <p:spPr>
              <a:xfrm>
                <a:off x="2364599" y="1158240"/>
                <a:ext cx="395269" cy="118110"/>
              </a:xfrm>
              <a:prstGeom prst="triangle">
                <a:avLst>
                  <a:gd name="adj" fmla="val 76364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24" name="Téglalap 1023">
                <a:extLst>
                  <a:ext uri="{FF2B5EF4-FFF2-40B4-BE49-F238E27FC236}">
                    <a16:creationId xmlns:a16="http://schemas.microsoft.com/office/drawing/2014/main" id="{66A0E687-EED3-C1FD-A934-DD025E991F04}"/>
                  </a:ext>
                </a:extLst>
              </p:cNvPr>
              <p:cNvSpPr/>
              <p:nvPr/>
            </p:nvSpPr>
            <p:spPr>
              <a:xfrm>
                <a:off x="2185988" y="1158240"/>
                <a:ext cx="481011" cy="23448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grpSp>
          <p:nvGrpSpPr>
            <p:cNvPr id="58" name="Csoportba foglalás 57">
              <a:extLst>
                <a:ext uri="{FF2B5EF4-FFF2-40B4-BE49-F238E27FC236}">
                  <a16:creationId xmlns:a16="http://schemas.microsoft.com/office/drawing/2014/main" id="{43453BF8-91B8-07D0-F39E-691A21FCC73E}"/>
                </a:ext>
              </a:extLst>
            </p:cNvPr>
            <p:cNvGrpSpPr/>
            <p:nvPr/>
          </p:nvGrpSpPr>
          <p:grpSpPr>
            <a:xfrm flipH="1">
              <a:off x="5818343" y="1158240"/>
              <a:ext cx="1216820" cy="739140"/>
              <a:chOff x="1543048" y="1158240"/>
              <a:chExt cx="1216820" cy="739140"/>
            </a:xfrm>
            <a:grpFill/>
          </p:grpSpPr>
          <p:sp>
            <p:nvSpPr>
              <p:cNvPr id="59" name="Téglalap: lekerekített 58">
                <a:extLst>
                  <a:ext uri="{FF2B5EF4-FFF2-40B4-BE49-F238E27FC236}">
                    <a16:creationId xmlns:a16="http://schemas.microsoft.com/office/drawing/2014/main" id="{BAE3DEA8-7ED7-6345-CA69-564921F07182}"/>
                  </a:ext>
                </a:extLst>
              </p:cNvPr>
              <p:cNvSpPr/>
              <p:nvPr/>
            </p:nvSpPr>
            <p:spPr>
              <a:xfrm>
                <a:off x="1543048" y="1158240"/>
                <a:ext cx="821551" cy="739140"/>
              </a:xfrm>
              <a:prstGeom prst="roundRect">
                <a:avLst>
                  <a:gd name="adj" fmla="val 23883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60" name="Háromszög 59">
                <a:extLst>
                  <a:ext uri="{FF2B5EF4-FFF2-40B4-BE49-F238E27FC236}">
                    <a16:creationId xmlns:a16="http://schemas.microsoft.com/office/drawing/2014/main" id="{0440D208-3E44-FEB0-1B7E-23733D10DC6E}"/>
                  </a:ext>
                </a:extLst>
              </p:cNvPr>
              <p:cNvSpPr/>
              <p:nvPr/>
            </p:nvSpPr>
            <p:spPr>
              <a:xfrm>
                <a:off x="2364599" y="1158240"/>
                <a:ext cx="395269" cy="118110"/>
              </a:xfrm>
              <a:prstGeom prst="triangle">
                <a:avLst>
                  <a:gd name="adj" fmla="val 76364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61" name="Téglalap 60">
                <a:extLst>
                  <a:ext uri="{FF2B5EF4-FFF2-40B4-BE49-F238E27FC236}">
                    <a16:creationId xmlns:a16="http://schemas.microsoft.com/office/drawing/2014/main" id="{A9D49C40-ABA6-7EF4-F041-BB30B5A0E133}"/>
                  </a:ext>
                </a:extLst>
              </p:cNvPr>
              <p:cNvSpPr/>
              <p:nvPr/>
            </p:nvSpPr>
            <p:spPr>
              <a:xfrm>
                <a:off x="2185988" y="1158240"/>
                <a:ext cx="481011" cy="23448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</p:grpSp>
      <p:sp>
        <p:nvSpPr>
          <p:cNvPr id="1075" name="Téglalap 1074">
            <a:extLst>
              <a:ext uri="{FF2B5EF4-FFF2-40B4-BE49-F238E27FC236}">
                <a16:creationId xmlns:a16="http://schemas.microsoft.com/office/drawing/2014/main" id="{13424B59-8177-E45D-F129-43F27A5A4FF4}"/>
              </a:ext>
            </a:extLst>
          </p:cNvPr>
          <p:cNvSpPr/>
          <p:nvPr/>
        </p:nvSpPr>
        <p:spPr>
          <a:xfrm>
            <a:off x="19856074" y="1764447"/>
            <a:ext cx="7571770" cy="50680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endParaRPr lang="hu-HU" dirty="0"/>
          </a:p>
        </p:txBody>
      </p:sp>
      <p:grpSp>
        <p:nvGrpSpPr>
          <p:cNvPr id="34" name="Csoportba foglalás 33">
            <a:extLst>
              <a:ext uri="{FF2B5EF4-FFF2-40B4-BE49-F238E27FC236}">
                <a16:creationId xmlns:a16="http://schemas.microsoft.com/office/drawing/2014/main" id="{DAED2548-089D-B361-DC05-7A029B9E15A1}"/>
              </a:ext>
            </a:extLst>
          </p:cNvPr>
          <p:cNvGrpSpPr/>
          <p:nvPr/>
        </p:nvGrpSpPr>
        <p:grpSpPr>
          <a:xfrm>
            <a:off x="-8724657" y="1679293"/>
            <a:ext cx="7924802" cy="5153180"/>
            <a:chOff x="1543048" y="1158240"/>
            <a:chExt cx="5495927" cy="3573780"/>
          </a:xfrm>
          <a:solidFill>
            <a:schemeClr val="bg1">
              <a:lumMod val="65000"/>
            </a:schemeClr>
          </a:solidFill>
        </p:grpSpPr>
        <p:sp>
          <p:nvSpPr>
            <p:cNvPr id="16" name="Téglalap 15">
              <a:extLst>
                <a:ext uri="{FF2B5EF4-FFF2-40B4-BE49-F238E27FC236}">
                  <a16:creationId xmlns:a16="http://schemas.microsoft.com/office/drawing/2014/main" id="{BD98EA62-7871-8C42-F683-1E6C183ED599}"/>
                </a:ext>
              </a:extLst>
            </p:cNvPr>
            <p:cNvSpPr/>
            <p:nvPr/>
          </p:nvSpPr>
          <p:spPr>
            <a:xfrm>
              <a:off x="1543048" y="1275484"/>
              <a:ext cx="5495927" cy="3456536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grpSp>
          <p:nvGrpSpPr>
            <p:cNvPr id="25" name="Csoportba foglalás 24">
              <a:extLst>
                <a:ext uri="{FF2B5EF4-FFF2-40B4-BE49-F238E27FC236}">
                  <a16:creationId xmlns:a16="http://schemas.microsoft.com/office/drawing/2014/main" id="{F36F3DEE-A085-FD32-9ECE-D2A4E32DBE27}"/>
                </a:ext>
              </a:extLst>
            </p:cNvPr>
            <p:cNvGrpSpPr/>
            <p:nvPr/>
          </p:nvGrpSpPr>
          <p:grpSpPr>
            <a:xfrm>
              <a:off x="1543048" y="1158240"/>
              <a:ext cx="1216820" cy="739140"/>
              <a:chOff x="1543048" y="1158240"/>
              <a:chExt cx="1216820" cy="739140"/>
            </a:xfrm>
            <a:grpFill/>
          </p:grpSpPr>
          <p:sp>
            <p:nvSpPr>
              <p:cNvPr id="17" name="Téglalap: lekerekített 16">
                <a:extLst>
                  <a:ext uri="{FF2B5EF4-FFF2-40B4-BE49-F238E27FC236}">
                    <a16:creationId xmlns:a16="http://schemas.microsoft.com/office/drawing/2014/main" id="{E34D916C-1CC1-3DF1-39D3-BF7E93C38D23}"/>
                  </a:ext>
                </a:extLst>
              </p:cNvPr>
              <p:cNvSpPr/>
              <p:nvPr/>
            </p:nvSpPr>
            <p:spPr>
              <a:xfrm>
                <a:off x="1543048" y="1158240"/>
                <a:ext cx="821551" cy="739140"/>
              </a:xfrm>
              <a:prstGeom prst="roundRect">
                <a:avLst>
                  <a:gd name="adj" fmla="val 23883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9" name="Háromszög 18">
                <a:extLst>
                  <a:ext uri="{FF2B5EF4-FFF2-40B4-BE49-F238E27FC236}">
                    <a16:creationId xmlns:a16="http://schemas.microsoft.com/office/drawing/2014/main" id="{CD146DE7-D7A6-2C72-0ABD-4168247144B0}"/>
                  </a:ext>
                </a:extLst>
              </p:cNvPr>
              <p:cNvSpPr/>
              <p:nvPr/>
            </p:nvSpPr>
            <p:spPr>
              <a:xfrm>
                <a:off x="2364599" y="1158240"/>
                <a:ext cx="395269" cy="118110"/>
              </a:xfrm>
              <a:prstGeom prst="triangle">
                <a:avLst>
                  <a:gd name="adj" fmla="val 76364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20" name="Téglalap 19">
                <a:extLst>
                  <a:ext uri="{FF2B5EF4-FFF2-40B4-BE49-F238E27FC236}">
                    <a16:creationId xmlns:a16="http://schemas.microsoft.com/office/drawing/2014/main" id="{DD05F200-6268-9C0B-9ACB-4FC79B913CBD}"/>
                  </a:ext>
                </a:extLst>
              </p:cNvPr>
              <p:cNvSpPr/>
              <p:nvPr/>
            </p:nvSpPr>
            <p:spPr>
              <a:xfrm>
                <a:off x="2185988" y="1158240"/>
                <a:ext cx="481011" cy="23448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grpSp>
          <p:nvGrpSpPr>
            <p:cNvPr id="30" name="Csoportba foglalás 29">
              <a:extLst>
                <a:ext uri="{FF2B5EF4-FFF2-40B4-BE49-F238E27FC236}">
                  <a16:creationId xmlns:a16="http://schemas.microsoft.com/office/drawing/2014/main" id="{5B17715E-4E81-E868-B326-8592003BB3C2}"/>
                </a:ext>
              </a:extLst>
            </p:cNvPr>
            <p:cNvGrpSpPr/>
            <p:nvPr/>
          </p:nvGrpSpPr>
          <p:grpSpPr>
            <a:xfrm flipH="1">
              <a:off x="5818343" y="1158240"/>
              <a:ext cx="1216820" cy="739140"/>
              <a:chOff x="1543048" y="1158240"/>
              <a:chExt cx="1216820" cy="739140"/>
            </a:xfrm>
            <a:grpFill/>
          </p:grpSpPr>
          <p:sp>
            <p:nvSpPr>
              <p:cNvPr id="31" name="Téglalap: lekerekített 30">
                <a:extLst>
                  <a:ext uri="{FF2B5EF4-FFF2-40B4-BE49-F238E27FC236}">
                    <a16:creationId xmlns:a16="http://schemas.microsoft.com/office/drawing/2014/main" id="{19BBEC41-1A18-F01E-D15F-CA25D5514590}"/>
                  </a:ext>
                </a:extLst>
              </p:cNvPr>
              <p:cNvSpPr/>
              <p:nvPr/>
            </p:nvSpPr>
            <p:spPr>
              <a:xfrm>
                <a:off x="1543048" y="1158240"/>
                <a:ext cx="821551" cy="739140"/>
              </a:xfrm>
              <a:prstGeom prst="roundRect">
                <a:avLst>
                  <a:gd name="adj" fmla="val 23883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2" name="Háromszög 31">
                <a:extLst>
                  <a:ext uri="{FF2B5EF4-FFF2-40B4-BE49-F238E27FC236}">
                    <a16:creationId xmlns:a16="http://schemas.microsoft.com/office/drawing/2014/main" id="{5AE55575-07D9-EA39-30F1-6CAF0CFEFDC2}"/>
                  </a:ext>
                </a:extLst>
              </p:cNvPr>
              <p:cNvSpPr/>
              <p:nvPr/>
            </p:nvSpPr>
            <p:spPr>
              <a:xfrm>
                <a:off x="2364599" y="1158240"/>
                <a:ext cx="395269" cy="118110"/>
              </a:xfrm>
              <a:prstGeom prst="triangle">
                <a:avLst>
                  <a:gd name="adj" fmla="val 76364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" name="Téglalap 32">
                <a:extLst>
                  <a:ext uri="{FF2B5EF4-FFF2-40B4-BE49-F238E27FC236}">
                    <a16:creationId xmlns:a16="http://schemas.microsoft.com/office/drawing/2014/main" id="{8C2BB722-2287-EA6E-16D2-964A4707BBB2}"/>
                  </a:ext>
                </a:extLst>
              </p:cNvPr>
              <p:cNvSpPr/>
              <p:nvPr/>
            </p:nvSpPr>
            <p:spPr>
              <a:xfrm>
                <a:off x="2185988" y="1158240"/>
                <a:ext cx="481011" cy="23448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</p:grpSp>
      <p:sp>
        <p:nvSpPr>
          <p:cNvPr id="1076" name="Téglalap 1075">
            <a:extLst>
              <a:ext uri="{FF2B5EF4-FFF2-40B4-BE49-F238E27FC236}">
                <a16:creationId xmlns:a16="http://schemas.microsoft.com/office/drawing/2014/main" id="{E5861D41-A771-FFAB-60AF-DCE87A67FE07}"/>
              </a:ext>
            </a:extLst>
          </p:cNvPr>
          <p:cNvSpPr/>
          <p:nvPr/>
        </p:nvSpPr>
        <p:spPr>
          <a:xfrm>
            <a:off x="-51361" y="0"/>
            <a:ext cx="12288196" cy="688577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r>
              <a:rPr lang="hu-HU" sz="6000" dirty="0">
                <a:solidFill>
                  <a:schemeClr val="tx1"/>
                </a:solidFill>
                <a:latin typeface="Bodoni MT" panose="02070603080606020203" pitchFamily="18" charset="0"/>
              </a:rPr>
              <a:t>Angol Bemutatás</a:t>
            </a:r>
          </a:p>
        </p:txBody>
      </p:sp>
      <p:grpSp>
        <p:nvGrpSpPr>
          <p:cNvPr id="45" name="Csoportba foglalás 44">
            <a:extLst>
              <a:ext uri="{FF2B5EF4-FFF2-40B4-BE49-F238E27FC236}">
                <a16:creationId xmlns:a16="http://schemas.microsoft.com/office/drawing/2014/main" id="{E8A896B9-7A65-338C-D1E3-6794A8E183B2}"/>
              </a:ext>
            </a:extLst>
          </p:cNvPr>
          <p:cNvGrpSpPr/>
          <p:nvPr/>
        </p:nvGrpSpPr>
        <p:grpSpPr>
          <a:xfrm>
            <a:off x="-8730153" y="5416324"/>
            <a:ext cx="7924802" cy="1614829"/>
            <a:chOff x="1543048" y="1158240"/>
            <a:chExt cx="5495927" cy="3573780"/>
          </a:xfrm>
          <a:solidFill>
            <a:schemeClr val="bg2">
              <a:lumMod val="90000"/>
            </a:schemeClr>
          </a:solidFill>
        </p:grpSpPr>
        <p:sp>
          <p:nvSpPr>
            <p:cNvPr id="46" name="Téglalap 45">
              <a:extLst>
                <a:ext uri="{FF2B5EF4-FFF2-40B4-BE49-F238E27FC236}">
                  <a16:creationId xmlns:a16="http://schemas.microsoft.com/office/drawing/2014/main" id="{CEB42E68-BD9A-0C2F-9B29-2E4139E9685D}"/>
                </a:ext>
              </a:extLst>
            </p:cNvPr>
            <p:cNvSpPr/>
            <p:nvPr/>
          </p:nvSpPr>
          <p:spPr>
            <a:xfrm>
              <a:off x="1543048" y="1275484"/>
              <a:ext cx="5495927" cy="3456536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grpSp>
          <p:nvGrpSpPr>
            <p:cNvPr id="47" name="Csoportba foglalás 46">
              <a:extLst>
                <a:ext uri="{FF2B5EF4-FFF2-40B4-BE49-F238E27FC236}">
                  <a16:creationId xmlns:a16="http://schemas.microsoft.com/office/drawing/2014/main" id="{9EAEA01F-FB10-CE9B-0F38-75983D7990BA}"/>
                </a:ext>
              </a:extLst>
            </p:cNvPr>
            <p:cNvGrpSpPr/>
            <p:nvPr/>
          </p:nvGrpSpPr>
          <p:grpSpPr>
            <a:xfrm>
              <a:off x="1543048" y="1158240"/>
              <a:ext cx="1216820" cy="739140"/>
              <a:chOff x="1543048" y="1158240"/>
              <a:chExt cx="1216820" cy="739140"/>
            </a:xfrm>
            <a:grpFill/>
          </p:grpSpPr>
          <p:sp>
            <p:nvSpPr>
              <p:cNvPr id="52" name="Téglalap: lekerekített 51">
                <a:extLst>
                  <a:ext uri="{FF2B5EF4-FFF2-40B4-BE49-F238E27FC236}">
                    <a16:creationId xmlns:a16="http://schemas.microsoft.com/office/drawing/2014/main" id="{C2772D44-667D-119C-186C-5032943B4944}"/>
                  </a:ext>
                </a:extLst>
              </p:cNvPr>
              <p:cNvSpPr/>
              <p:nvPr/>
            </p:nvSpPr>
            <p:spPr>
              <a:xfrm>
                <a:off x="1543048" y="1158240"/>
                <a:ext cx="821551" cy="739140"/>
              </a:xfrm>
              <a:prstGeom prst="roundRect">
                <a:avLst>
                  <a:gd name="adj" fmla="val 23883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53" name="Háromszög 52">
                <a:extLst>
                  <a:ext uri="{FF2B5EF4-FFF2-40B4-BE49-F238E27FC236}">
                    <a16:creationId xmlns:a16="http://schemas.microsoft.com/office/drawing/2014/main" id="{EFC6569A-DBE7-5E94-444A-B2F21736F199}"/>
                  </a:ext>
                </a:extLst>
              </p:cNvPr>
              <p:cNvSpPr/>
              <p:nvPr/>
            </p:nvSpPr>
            <p:spPr>
              <a:xfrm>
                <a:off x="2364599" y="1158240"/>
                <a:ext cx="395269" cy="118110"/>
              </a:xfrm>
              <a:prstGeom prst="triangle">
                <a:avLst>
                  <a:gd name="adj" fmla="val 76364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54" name="Téglalap 53">
                <a:extLst>
                  <a:ext uri="{FF2B5EF4-FFF2-40B4-BE49-F238E27FC236}">
                    <a16:creationId xmlns:a16="http://schemas.microsoft.com/office/drawing/2014/main" id="{B2150EAB-F96C-8034-1C28-6A513F07AF08}"/>
                  </a:ext>
                </a:extLst>
              </p:cNvPr>
              <p:cNvSpPr/>
              <p:nvPr/>
            </p:nvSpPr>
            <p:spPr>
              <a:xfrm>
                <a:off x="2185988" y="1158240"/>
                <a:ext cx="481011" cy="23448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grpSp>
          <p:nvGrpSpPr>
            <p:cNvPr id="48" name="Csoportba foglalás 47">
              <a:extLst>
                <a:ext uri="{FF2B5EF4-FFF2-40B4-BE49-F238E27FC236}">
                  <a16:creationId xmlns:a16="http://schemas.microsoft.com/office/drawing/2014/main" id="{E753432D-274B-1BBC-7EA9-84203665DE75}"/>
                </a:ext>
              </a:extLst>
            </p:cNvPr>
            <p:cNvGrpSpPr/>
            <p:nvPr/>
          </p:nvGrpSpPr>
          <p:grpSpPr>
            <a:xfrm flipH="1">
              <a:off x="5818343" y="1158240"/>
              <a:ext cx="1216820" cy="739140"/>
              <a:chOff x="1543048" y="1158240"/>
              <a:chExt cx="1216820" cy="739140"/>
            </a:xfrm>
            <a:grpFill/>
          </p:grpSpPr>
          <p:sp>
            <p:nvSpPr>
              <p:cNvPr id="49" name="Téglalap: lekerekített 48">
                <a:extLst>
                  <a:ext uri="{FF2B5EF4-FFF2-40B4-BE49-F238E27FC236}">
                    <a16:creationId xmlns:a16="http://schemas.microsoft.com/office/drawing/2014/main" id="{2AF88F9C-B02B-F0DD-2077-E4EF65E960C3}"/>
                  </a:ext>
                </a:extLst>
              </p:cNvPr>
              <p:cNvSpPr/>
              <p:nvPr/>
            </p:nvSpPr>
            <p:spPr>
              <a:xfrm>
                <a:off x="1543048" y="1158240"/>
                <a:ext cx="821551" cy="739140"/>
              </a:xfrm>
              <a:prstGeom prst="roundRect">
                <a:avLst>
                  <a:gd name="adj" fmla="val 23883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50" name="Háromszög 49">
                <a:extLst>
                  <a:ext uri="{FF2B5EF4-FFF2-40B4-BE49-F238E27FC236}">
                    <a16:creationId xmlns:a16="http://schemas.microsoft.com/office/drawing/2014/main" id="{66AD73A8-67B4-4407-3CE9-B63E65652F93}"/>
                  </a:ext>
                </a:extLst>
              </p:cNvPr>
              <p:cNvSpPr/>
              <p:nvPr/>
            </p:nvSpPr>
            <p:spPr>
              <a:xfrm>
                <a:off x="2364599" y="1158240"/>
                <a:ext cx="395269" cy="118110"/>
              </a:xfrm>
              <a:prstGeom prst="triangle">
                <a:avLst>
                  <a:gd name="adj" fmla="val 76364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51" name="Téglalap 50">
                <a:extLst>
                  <a:ext uri="{FF2B5EF4-FFF2-40B4-BE49-F238E27FC236}">
                    <a16:creationId xmlns:a16="http://schemas.microsoft.com/office/drawing/2014/main" id="{0B65A676-8D86-BD3E-1605-F934C702D50A}"/>
                  </a:ext>
                </a:extLst>
              </p:cNvPr>
              <p:cNvSpPr/>
              <p:nvPr/>
            </p:nvSpPr>
            <p:spPr>
              <a:xfrm>
                <a:off x="2185988" y="1158240"/>
                <a:ext cx="481011" cy="23448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</p:grpSp>
      <p:pic>
        <p:nvPicPr>
          <p:cNvPr id="1045" name="Kép 1044">
            <a:extLst>
              <a:ext uri="{FF2B5EF4-FFF2-40B4-BE49-F238E27FC236}">
                <a16:creationId xmlns:a16="http://schemas.microsoft.com/office/drawing/2014/main" id="{7C322021-9BF9-C78F-10DA-6F61317F39B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artisticBlur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9865526" y="1789974"/>
            <a:ext cx="7552866" cy="480060"/>
          </a:xfrm>
          <a:prstGeom prst="rect">
            <a:avLst/>
          </a:prstGeom>
          <a:effectLst/>
        </p:spPr>
      </p:pic>
      <p:grpSp>
        <p:nvGrpSpPr>
          <p:cNvPr id="1025" name="Csoportba foglalás 1024">
            <a:extLst>
              <a:ext uri="{FF2B5EF4-FFF2-40B4-BE49-F238E27FC236}">
                <a16:creationId xmlns:a16="http://schemas.microsoft.com/office/drawing/2014/main" id="{245AB27A-BE36-354A-6E11-48001E552FF4}"/>
              </a:ext>
            </a:extLst>
          </p:cNvPr>
          <p:cNvGrpSpPr/>
          <p:nvPr/>
        </p:nvGrpSpPr>
        <p:grpSpPr>
          <a:xfrm>
            <a:off x="19741288" y="1817423"/>
            <a:ext cx="7924802" cy="5068026"/>
            <a:chOff x="1543048" y="1158240"/>
            <a:chExt cx="5495927" cy="3573780"/>
          </a:xfrm>
          <a:solidFill>
            <a:schemeClr val="accent2">
              <a:lumMod val="40000"/>
              <a:lumOff val="60000"/>
            </a:schemeClr>
          </a:solidFill>
        </p:grpSpPr>
        <p:sp>
          <p:nvSpPr>
            <p:cNvPr id="1027" name="Téglalap 1026">
              <a:extLst>
                <a:ext uri="{FF2B5EF4-FFF2-40B4-BE49-F238E27FC236}">
                  <a16:creationId xmlns:a16="http://schemas.microsoft.com/office/drawing/2014/main" id="{71815EBB-2E86-A532-B19E-9E338F2E4F95}"/>
                </a:ext>
              </a:extLst>
            </p:cNvPr>
            <p:cNvSpPr/>
            <p:nvPr/>
          </p:nvSpPr>
          <p:spPr>
            <a:xfrm>
              <a:off x="1543048" y="1275484"/>
              <a:ext cx="5495927" cy="3456536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grpSp>
          <p:nvGrpSpPr>
            <p:cNvPr id="1028" name="Csoportba foglalás 1027">
              <a:extLst>
                <a:ext uri="{FF2B5EF4-FFF2-40B4-BE49-F238E27FC236}">
                  <a16:creationId xmlns:a16="http://schemas.microsoft.com/office/drawing/2014/main" id="{4BC6F46B-BFBB-EE3A-261C-C5926F2A33E1}"/>
                </a:ext>
              </a:extLst>
            </p:cNvPr>
            <p:cNvGrpSpPr/>
            <p:nvPr/>
          </p:nvGrpSpPr>
          <p:grpSpPr>
            <a:xfrm>
              <a:off x="1543048" y="1158240"/>
              <a:ext cx="1216820" cy="739140"/>
              <a:chOff x="1543048" y="1158240"/>
              <a:chExt cx="1216820" cy="739140"/>
            </a:xfrm>
            <a:grpFill/>
          </p:grpSpPr>
          <p:sp>
            <p:nvSpPr>
              <p:cNvPr id="1033" name="Téglalap: lekerekített 1032">
                <a:extLst>
                  <a:ext uri="{FF2B5EF4-FFF2-40B4-BE49-F238E27FC236}">
                    <a16:creationId xmlns:a16="http://schemas.microsoft.com/office/drawing/2014/main" id="{0D1E9F97-9909-81C3-5B4F-C5E27FCFCDDE}"/>
                  </a:ext>
                </a:extLst>
              </p:cNvPr>
              <p:cNvSpPr/>
              <p:nvPr/>
            </p:nvSpPr>
            <p:spPr>
              <a:xfrm>
                <a:off x="1543048" y="1158240"/>
                <a:ext cx="821551" cy="739140"/>
              </a:xfrm>
              <a:prstGeom prst="roundRect">
                <a:avLst>
                  <a:gd name="adj" fmla="val 23883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34" name="Háromszög 1033">
                <a:extLst>
                  <a:ext uri="{FF2B5EF4-FFF2-40B4-BE49-F238E27FC236}">
                    <a16:creationId xmlns:a16="http://schemas.microsoft.com/office/drawing/2014/main" id="{4476E106-4F4B-BA93-8A97-D30545A93C0E}"/>
                  </a:ext>
                </a:extLst>
              </p:cNvPr>
              <p:cNvSpPr/>
              <p:nvPr/>
            </p:nvSpPr>
            <p:spPr>
              <a:xfrm>
                <a:off x="2364599" y="1158240"/>
                <a:ext cx="395269" cy="118110"/>
              </a:xfrm>
              <a:prstGeom prst="triangle">
                <a:avLst>
                  <a:gd name="adj" fmla="val 76364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35" name="Téglalap 1034">
                <a:extLst>
                  <a:ext uri="{FF2B5EF4-FFF2-40B4-BE49-F238E27FC236}">
                    <a16:creationId xmlns:a16="http://schemas.microsoft.com/office/drawing/2014/main" id="{D6AB4CB2-1B35-9605-1184-FBD38C3E3A0D}"/>
                  </a:ext>
                </a:extLst>
              </p:cNvPr>
              <p:cNvSpPr/>
              <p:nvPr/>
            </p:nvSpPr>
            <p:spPr>
              <a:xfrm>
                <a:off x="2185988" y="1158240"/>
                <a:ext cx="481011" cy="23448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grpSp>
          <p:nvGrpSpPr>
            <p:cNvPr id="1029" name="Csoportba foglalás 1028">
              <a:extLst>
                <a:ext uri="{FF2B5EF4-FFF2-40B4-BE49-F238E27FC236}">
                  <a16:creationId xmlns:a16="http://schemas.microsoft.com/office/drawing/2014/main" id="{D3501966-7BA1-695C-9201-FE94738C758C}"/>
                </a:ext>
              </a:extLst>
            </p:cNvPr>
            <p:cNvGrpSpPr/>
            <p:nvPr/>
          </p:nvGrpSpPr>
          <p:grpSpPr>
            <a:xfrm flipH="1">
              <a:off x="5818343" y="1158240"/>
              <a:ext cx="1216820" cy="739140"/>
              <a:chOff x="1543048" y="1158240"/>
              <a:chExt cx="1216820" cy="739140"/>
            </a:xfrm>
            <a:grpFill/>
          </p:grpSpPr>
          <p:sp>
            <p:nvSpPr>
              <p:cNvPr id="1030" name="Téglalap: lekerekített 1029">
                <a:extLst>
                  <a:ext uri="{FF2B5EF4-FFF2-40B4-BE49-F238E27FC236}">
                    <a16:creationId xmlns:a16="http://schemas.microsoft.com/office/drawing/2014/main" id="{0C91B3DF-AA05-2EC3-B95B-D24659B175D2}"/>
                  </a:ext>
                </a:extLst>
              </p:cNvPr>
              <p:cNvSpPr/>
              <p:nvPr/>
            </p:nvSpPr>
            <p:spPr>
              <a:xfrm>
                <a:off x="1543048" y="1158240"/>
                <a:ext cx="821551" cy="739140"/>
              </a:xfrm>
              <a:prstGeom prst="roundRect">
                <a:avLst>
                  <a:gd name="adj" fmla="val 23883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31" name="Háromszög 1030">
                <a:extLst>
                  <a:ext uri="{FF2B5EF4-FFF2-40B4-BE49-F238E27FC236}">
                    <a16:creationId xmlns:a16="http://schemas.microsoft.com/office/drawing/2014/main" id="{7F9C68E0-ECDB-EB26-AB44-68D8884A66E7}"/>
                  </a:ext>
                </a:extLst>
              </p:cNvPr>
              <p:cNvSpPr/>
              <p:nvPr/>
            </p:nvSpPr>
            <p:spPr>
              <a:xfrm>
                <a:off x="2364599" y="1158240"/>
                <a:ext cx="395269" cy="118110"/>
              </a:xfrm>
              <a:prstGeom prst="triangle">
                <a:avLst>
                  <a:gd name="adj" fmla="val 76364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32" name="Téglalap 1031">
                <a:extLst>
                  <a:ext uri="{FF2B5EF4-FFF2-40B4-BE49-F238E27FC236}">
                    <a16:creationId xmlns:a16="http://schemas.microsoft.com/office/drawing/2014/main" id="{C6D7B92A-CE4B-19D7-4C92-8A8435FBBD12}"/>
                  </a:ext>
                </a:extLst>
              </p:cNvPr>
              <p:cNvSpPr/>
              <p:nvPr/>
            </p:nvSpPr>
            <p:spPr>
              <a:xfrm>
                <a:off x="2185988" y="1158240"/>
                <a:ext cx="481011" cy="23448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</p:grpSp>
      <p:sp>
        <p:nvSpPr>
          <p:cNvPr id="1050" name="Téglalap 1049">
            <a:extLst>
              <a:ext uri="{FF2B5EF4-FFF2-40B4-BE49-F238E27FC236}">
                <a16:creationId xmlns:a16="http://schemas.microsoft.com/office/drawing/2014/main" id="{A06A8C3C-5C6D-E57F-2296-1B6ADC61840D}"/>
              </a:ext>
            </a:extLst>
          </p:cNvPr>
          <p:cNvSpPr/>
          <p:nvPr/>
        </p:nvSpPr>
        <p:spPr>
          <a:xfrm>
            <a:off x="10069655" y="6072649"/>
            <a:ext cx="4324574" cy="1080226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1051" name="Téglalap: felső két sarkán levágva 1050">
            <a:extLst>
              <a:ext uri="{FF2B5EF4-FFF2-40B4-BE49-F238E27FC236}">
                <a16:creationId xmlns:a16="http://schemas.microsoft.com/office/drawing/2014/main" id="{A4864367-B9D7-FCD7-3AE9-8CC74AD35E07}"/>
              </a:ext>
            </a:extLst>
          </p:cNvPr>
          <p:cNvSpPr/>
          <p:nvPr/>
        </p:nvSpPr>
        <p:spPr>
          <a:xfrm rot="10800000">
            <a:off x="9899052" y="5758071"/>
            <a:ext cx="4608000" cy="314577"/>
          </a:xfrm>
          <a:prstGeom prst="snip2SameRect">
            <a:avLst>
              <a:gd name="adj1" fmla="val 27265"/>
              <a:gd name="adj2" fmla="val 0"/>
            </a:avLst>
          </a:prstGeom>
          <a:solidFill>
            <a:srgbClr val="D9D9D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pic>
        <p:nvPicPr>
          <p:cNvPr id="1047" name="Kép 1046">
            <a:extLst>
              <a:ext uri="{FF2B5EF4-FFF2-40B4-BE49-F238E27FC236}">
                <a16:creationId xmlns:a16="http://schemas.microsoft.com/office/drawing/2014/main" id="{46A5295A-6271-7F4E-4223-9EF7C99FF4A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65871" y="2367538"/>
            <a:ext cx="3968441" cy="3968441"/>
          </a:xfrm>
          <a:prstGeom prst="rect">
            <a:avLst/>
          </a:prstGeom>
        </p:spPr>
      </p:pic>
      <p:pic>
        <p:nvPicPr>
          <p:cNvPr id="1049" name="Kép 1048">
            <a:extLst>
              <a:ext uri="{FF2B5EF4-FFF2-40B4-BE49-F238E27FC236}">
                <a16:creationId xmlns:a16="http://schemas.microsoft.com/office/drawing/2014/main" id="{3EF66AD5-E7D3-FE43-D888-20A3DBF77E5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92693" y="2367539"/>
            <a:ext cx="3968441" cy="3968441"/>
          </a:xfrm>
          <a:prstGeom prst="rect">
            <a:avLst/>
          </a:prstGeom>
        </p:spPr>
      </p:pic>
      <p:pic>
        <p:nvPicPr>
          <p:cNvPr id="1074" name="Kép 1073">
            <a:extLst>
              <a:ext uri="{FF2B5EF4-FFF2-40B4-BE49-F238E27FC236}">
                <a16:creationId xmlns:a16="http://schemas.microsoft.com/office/drawing/2014/main" id="{FA501763-D5AA-807D-668A-0868A7B23500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80417" y="-5158151"/>
            <a:ext cx="8985673" cy="5990449"/>
          </a:xfrm>
          <a:prstGeom prst="rect">
            <a:avLst/>
          </a:prstGeom>
        </p:spPr>
      </p:pic>
      <p:pic>
        <p:nvPicPr>
          <p:cNvPr id="2" name="Picture 2">
            <a:extLst>
              <a:ext uri="{FF2B5EF4-FFF2-40B4-BE49-F238E27FC236}">
                <a16:creationId xmlns:a16="http://schemas.microsoft.com/office/drawing/2014/main" id="{FA8D4EB0-75E9-B86D-E9D2-A58D33D3215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96953" y="290047"/>
            <a:ext cx="1347833" cy="1347833"/>
          </a:xfrm>
          <a:prstGeom prst="rect">
            <a:avLst/>
          </a:prstGeom>
          <a:solidFill>
            <a:srgbClr val="DF6266"/>
          </a:solidFill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F073CE63-E6C5-C69D-5AB0-82F7564F8379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97846" y="2710322"/>
            <a:ext cx="3539905" cy="3539905"/>
          </a:xfrm>
          <a:prstGeom prst="rect">
            <a:avLst/>
          </a:prstGeom>
        </p:spPr>
      </p:pic>
      <p:pic>
        <p:nvPicPr>
          <p:cNvPr id="3" name="Kép 2">
            <a:extLst>
              <a:ext uri="{FF2B5EF4-FFF2-40B4-BE49-F238E27FC236}">
                <a16:creationId xmlns:a16="http://schemas.microsoft.com/office/drawing/2014/main" id="{8F4A871F-9F1D-0719-39AB-25753CAA8B46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0"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artisticBlur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82550" y="1789974"/>
            <a:ext cx="7552866" cy="480060"/>
          </a:xfrm>
          <a:prstGeom prst="rect">
            <a:avLst/>
          </a:prstGeom>
          <a:effectLst/>
        </p:spPr>
      </p:pic>
    </p:spTree>
    <p:extLst>
      <p:ext uri="{BB962C8B-B14F-4D97-AF65-F5344CB8AC3E}">
        <p14:creationId xmlns:p14="http://schemas.microsoft.com/office/powerpoint/2010/main" val="3453928492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1250">
        <p15:prstTrans prst="peelOff"/>
      </p:transition>
    </mc:Choice>
    <mc:Fallback>
      <p:transition spd="slow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635F87-5CD7-C562-DE9C-BD17EB9D46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5" name="Csoportba foglalás 54">
            <a:extLst>
              <a:ext uri="{FF2B5EF4-FFF2-40B4-BE49-F238E27FC236}">
                <a16:creationId xmlns:a16="http://schemas.microsoft.com/office/drawing/2014/main" id="{AD03EE2E-A163-AA39-07AB-FE1BF544D96A}"/>
              </a:ext>
            </a:extLst>
          </p:cNvPr>
          <p:cNvGrpSpPr/>
          <p:nvPr/>
        </p:nvGrpSpPr>
        <p:grpSpPr>
          <a:xfrm>
            <a:off x="19735570" y="1679293"/>
            <a:ext cx="7924802" cy="5153180"/>
            <a:chOff x="1543048" y="1158240"/>
            <a:chExt cx="5495927" cy="3573780"/>
          </a:xfrm>
          <a:solidFill>
            <a:schemeClr val="accent2">
              <a:lumMod val="60000"/>
              <a:lumOff val="40000"/>
            </a:schemeClr>
          </a:solidFill>
        </p:grpSpPr>
        <p:sp>
          <p:nvSpPr>
            <p:cNvPr id="56" name="Téglalap 55">
              <a:extLst>
                <a:ext uri="{FF2B5EF4-FFF2-40B4-BE49-F238E27FC236}">
                  <a16:creationId xmlns:a16="http://schemas.microsoft.com/office/drawing/2014/main" id="{3F703360-1732-6592-5BFC-1124023E3FDA}"/>
                </a:ext>
              </a:extLst>
            </p:cNvPr>
            <p:cNvSpPr/>
            <p:nvPr/>
          </p:nvSpPr>
          <p:spPr>
            <a:xfrm>
              <a:off x="1543048" y="1275484"/>
              <a:ext cx="5495927" cy="3456536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grpSp>
          <p:nvGrpSpPr>
            <p:cNvPr id="57" name="Csoportba foglalás 56">
              <a:extLst>
                <a:ext uri="{FF2B5EF4-FFF2-40B4-BE49-F238E27FC236}">
                  <a16:creationId xmlns:a16="http://schemas.microsoft.com/office/drawing/2014/main" id="{CFFD27BE-26EA-7714-A5F4-4C6A2B4485E0}"/>
                </a:ext>
              </a:extLst>
            </p:cNvPr>
            <p:cNvGrpSpPr/>
            <p:nvPr/>
          </p:nvGrpSpPr>
          <p:grpSpPr>
            <a:xfrm>
              <a:off x="1543048" y="1158240"/>
              <a:ext cx="1216820" cy="739140"/>
              <a:chOff x="1543048" y="1158240"/>
              <a:chExt cx="1216820" cy="739140"/>
            </a:xfrm>
            <a:grpFill/>
          </p:grpSpPr>
          <p:sp>
            <p:nvSpPr>
              <p:cNvPr id="62" name="Téglalap: lekerekített 61">
                <a:extLst>
                  <a:ext uri="{FF2B5EF4-FFF2-40B4-BE49-F238E27FC236}">
                    <a16:creationId xmlns:a16="http://schemas.microsoft.com/office/drawing/2014/main" id="{B6BD54E9-9481-857E-A071-AD14D34D63EC}"/>
                  </a:ext>
                </a:extLst>
              </p:cNvPr>
              <p:cNvSpPr/>
              <p:nvPr/>
            </p:nvSpPr>
            <p:spPr>
              <a:xfrm>
                <a:off x="1543048" y="1158240"/>
                <a:ext cx="821551" cy="739140"/>
              </a:xfrm>
              <a:prstGeom prst="roundRect">
                <a:avLst>
                  <a:gd name="adj" fmla="val 23883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63" name="Háromszög 62">
                <a:extLst>
                  <a:ext uri="{FF2B5EF4-FFF2-40B4-BE49-F238E27FC236}">
                    <a16:creationId xmlns:a16="http://schemas.microsoft.com/office/drawing/2014/main" id="{4B1E2152-C544-50A1-D433-A3C581683DA0}"/>
                  </a:ext>
                </a:extLst>
              </p:cNvPr>
              <p:cNvSpPr/>
              <p:nvPr/>
            </p:nvSpPr>
            <p:spPr>
              <a:xfrm>
                <a:off x="2364599" y="1158240"/>
                <a:ext cx="395269" cy="118110"/>
              </a:xfrm>
              <a:prstGeom prst="triangle">
                <a:avLst>
                  <a:gd name="adj" fmla="val 76364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24" name="Téglalap 1023">
                <a:extLst>
                  <a:ext uri="{FF2B5EF4-FFF2-40B4-BE49-F238E27FC236}">
                    <a16:creationId xmlns:a16="http://schemas.microsoft.com/office/drawing/2014/main" id="{93E6B183-0AAD-7877-2955-50C2472FD12B}"/>
                  </a:ext>
                </a:extLst>
              </p:cNvPr>
              <p:cNvSpPr/>
              <p:nvPr/>
            </p:nvSpPr>
            <p:spPr>
              <a:xfrm>
                <a:off x="2185988" y="1158240"/>
                <a:ext cx="481011" cy="23448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grpSp>
          <p:nvGrpSpPr>
            <p:cNvPr id="58" name="Csoportba foglalás 57">
              <a:extLst>
                <a:ext uri="{FF2B5EF4-FFF2-40B4-BE49-F238E27FC236}">
                  <a16:creationId xmlns:a16="http://schemas.microsoft.com/office/drawing/2014/main" id="{17BC9567-22D4-2B84-0E8A-4CD42387FDC5}"/>
                </a:ext>
              </a:extLst>
            </p:cNvPr>
            <p:cNvGrpSpPr/>
            <p:nvPr/>
          </p:nvGrpSpPr>
          <p:grpSpPr>
            <a:xfrm flipH="1">
              <a:off x="5818343" y="1158240"/>
              <a:ext cx="1216820" cy="739140"/>
              <a:chOff x="1543048" y="1158240"/>
              <a:chExt cx="1216820" cy="739140"/>
            </a:xfrm>
            <a:grpFill/>
          </p:grpSpPr>
          <p:sp>
            <p:nvSpPr>
              <p:cNvPr id="59" name="Téglalap: lekerekített 58">
                <a:extLst>
                  <a:ext uri="{FF2B5EF4-FFF2-40B4-BE49-F238E27FC236}">
                    <a16:creationId xmlns:a16="http://schemas.microsoft.com/office/drawing/2014/main" id="{0DAA91B2-4458-4900-A72C-480BCD37E4B4}"/>
                  </a:ext>
                </a:extLst>
              </p:cNvPr>
              <p:cNvSpPr/>
              <p:nvPr/>
            </p:nvSpPr>
            <p:spPr>
              <a:xfrm>
                <a:off x="1543048" y="1158240"/>
                <a:ext cx="821551" cy="739140"/>
              </a:xfrm>
              <a:prstGeom prst="roundRect">
                <a:avLst>
                  <a:gd name="adj" fmla="val 23883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60" name="Háromszög 59">
                <a:extLst>
                  <a:ext uri="{FF2B5EF4-FFF2-40B4-BE49-F238E27FC236}">
                    <a16:creationId xmlns:a16="http://schemas.microsoft.com/office/drawing/2014/main" id="{29AAF5C7-D682-AAE6-D6C6-ABCEC91F5E4B}"/>
                  </a:ext>
                </a:extLst>
              </p:cNvPr>
              <p:cNvSpPr/>
              <p:nvPr/>
            </p:nvSpPr>
            <p:spPr>
              <a:xfrm>
                <a:off x="2364599" y="1158240"/>
                <a:ext cx="395269" cy="118110"/>
              </a:xfrm>
              <a:prstGeom prst="triangle">
                <a:avLst>
                  <a:gd name="adj" fmla="val 76364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61" name="Téglalap 60">
                <a:extLst>
                  <a:ext uri="{FF2B5EF4-FFF2-40B4-BE49-F238E27FC236}">
                    <a16:creationId xmlns:a16="http://schemas.microsoft.com/office/drawing/2014/main" id="{A352CBA3-0212-3981-D576-F7ABD0F28D5E}"/>
                  </a:ext>
                </a:extLst>
              </p:cNvPr>
              <p:cNvSpPr/>
              <p:nvPr/>
            </p:nvSpPr>
            <p:spPr>
              <a:xfrm>
                <a:off x="2185988" y="1158240"/>
                <a:ext cx="481011" cy="23448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</p:grpSp>
      <p:sp>
        <p:nvSpPr>
          <p:cNvPr id="1075" name="Téglalap 1074">
            <a:extLst>
              <a:ext uri="{FF2B5EF4-FFF2-40B4-BE49-F238E27FC236}">
                <a16:creationId xmlns:a16="http://schemas.microsoft.com/office/drawing/2014/main" id="{64EFDC73-0115-279D-DC93-42FEA6A9F12C}"/>
              </a:ext>
            </a:extLst>
          </p:cNvPr>
          <p:cNvSpPr/>
          <p:nvPr/>
        </p:nvSpPr>
        <p:spPr>
          <a:xfrm>
            <a:off x="19856074" y="1764447"/>
            <a:ext cx="7571770" cy="50680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endParaRPr lang="hu-HU" dirty="0"/>
          </a:p>
        </p:txBody>
      </p:sp>
      <p:grpSp>
        <p:nvGrpSpPr>
          <p:cNvPr id="34" name="Csoportba foglalás 33">
            <a:extLst>
              <a:ext uri="{FF2B5EF4-FFF2-40B4-BE49-F238E27FC236}">
                <a16:creationId xmlns:a16="http://schemas.microsoft.com/office/drawing/2014/main" id="{2C7F3AB1-937A-DF75-2CEB-37167ED64580}"/>
              </a:ext>
            </a:extLst>
          </p:cNvPr>
          <p:cNvGrpSpPr/>
          <p:nvPr/>
        </p:nvGrpSpPr>
        <p:grpSpPr>
          <a:xfrm>
            <a:off x="-52605" y="1679293"/>
            <a:ext cx="7924802" cy="5153180"/>
            <a:chOff x="1543048" y="1158240"/>
            <a:chExt cx="5495927" cy="3573780"/>
          </a:xfrm>
          <a:solidFill>
            <a:schemeClr val="bg1">
              <a:lumMod val="65000"/>
            </a:schemeClr>
          </a:solidFill>
        </p:grpSpPr>
        <p:sp>
          <p:nvSpPr>
            <p:cNvPr id="16" name="Téglalap 15">
              <a:extLst>
                <a:ext uri="{FF2B5EF4-FFF2-40B4-BE49-F238E27FC236}">
                  <a16:creationId xmlns:a16="http://schemas.microsoft.com/office/drawing/2014/main" id="{977B850F-60A4-F873-9BAD-8A08D3F9C243}"/>
                </a:ext>
              </a:extLst>
            </p:cNvPr>
            <p:cNvSpPr/>
            <p:nvPr/>
          </p:nvSpPr>
          <p:spPr>
            <a:xfrm>
              <a:off x="1543048" y="1275484"/>
              <a:ext cx="5495927" cy="3456536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grpSp>
          <p:nvGrpSpPr>
            <p:cNvPr id="25" name="Csoportba foglalás 24">
              <a:extLst>
                <a:ext uri="{FF2B5EF4-FFF2-40B4-BE49-F238E27FC236}">
                  <a16:creationId xmlns:a16="http://schemas.microsoft.com/office/drawing/2014/main" id="{D3DA9E0D-E63F-090E-3823-053486871350}"/>
                </a:ext>
              </a:extLst>
            </p:cNvPr>
            <p:cNvGrpSpPr/>
            <p:nvPr/>
          </p:nvGrpSpPr>
          <p:grpSpPr>
            <a:xfrm>
              <a:off x="1543048" y="1158240"/>
              <a:ext cx="1216820" cy="739140"/>
              <a:chOff x="1543048" y="1158240"/>
              <a:chExt cx="1216820" cy="739140"/>
            </a:xfrm>
            <a:grpFill/>
          </p:grpSpPr>
          <p:sp>
            <p:nvSpPr>
              <p:cNvPr id="17" name="Téglalap: lekerekített 16">
                <a:extLst>
                  <a:ext uri="{FF2B5EF4-FFF2-40B4-BE49-F238E27FC236}">
                    <a16:creationId xmlns:a16="http://schemas.microsoft.com/office/drawing/2014/main" id="{1CAE2662-7AF6-BFA3-71EC-25C8593D6574}"/>
                  </a:ext>
                </a:extLst>
              </p:cNvPr>
              <p:cNvSpPr/>
              <p:nvPr/>
            </p:nvSpPr>
            <p:spPr>
              <a:xfrm>
                <a:off x="1543048" y="1158240"/>
                <a:ext cx="821551" cy="739140"/>
              </a:xfrm>
              <a:prstGeom prst="roundRect">
                <a:avLst>
                  <a:gd name="adj" fmla="val 23883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9" name="Háromszög 18">
                <a:extLst>
                  <a:ext uri="{FF2B5EF4-FFF2-40B4-BE49-F238E27FC236}">
                    <a16:creationId xmlns:a16="http://schemas.microsoft.com/office/drawing/2014/main" id="{BE3EC0E4-82E0-E69D-E88C-53261B82F42A}"/>
                  </a:ext>
                </a:extLst>
              </p:cNvPr>
              <p:cNvSpPr/>
              <p:nvPr/>
            </p:nvSpPr>
            <p:spPr>
              <a:xfrm>
                <a:off x="2364599" y="1158240"/>
                <a:ext cx="395269" cy="118110"/>
              </a:xfrm>
              <a:prstGeom prst="triangle">
                <a:avLst>
                  <a:gd name="adj" fmla="val 76364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20" name="Téglalap 19">
                <a:extLst>
                  <a:ext uri="{FF2B5EF4-FFF2-40B4-BE49-F238E27FC236}">
                    <a16:creationId xmlns:a16="http://schemas.microsoft.com/office/drawing/2014/main" id="{5FE1ACF2-5187-6C9E-2B4E-7D130C1A5242}"/>
                  </a:ext>
                </a:extLst>
              </p:cNvPr>
              <p:cNvSpPr/>
              <p:nvPr/>
            </p:nvSpPr>
            <p:spPr>
              <a:xfrm>
                <a:off x="2185988" y="1158240"/>
                <a:ext cx="481011" cy="23448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grpSp>
          <p:nvGrpSpPr>
            <p:cNvPr id="30" name="Csoportba foglalás 29">
              <a:extLst>
                <a:ext uri="{FF2B5EF4-FFF2-40B4-BE49-F238E27FC236}">
                  <a16:creationId xmlns:a16="http://schemas.microsoft.com/office/drawing/2014/main" id="{521A078B-096D-7D7F-CF5A-1EF877037E87}"/>
                </a:ext>
              </a:extLst>
            </p:cNvPr>
            <p:cNvGrpSpPr/>
            <p:nvPr/>
          </p:nvGrpSpPr>
          <p:grpSpPr>
            <a:xfrm flipH="1">
              <a:off x="5818343" y="1158240"/>
              <a:ext cx="1216820" cy="739140"/>
              <a:chOff x="1543048" y="1158240"/>
              <a:chExt cx="1216820" cy="739140"/>
            </a:xfrm>
            <a:grpFill/>
          </p:grpSpPr>
          <p:sp>
            <p:nvSpPr>
              <p:cNvPr id="31" name="Téglalap: lekerekített 30">
                <a:extLst>
                  <a:ext uri="{FF2B5EF4-FFF2-40B4-BE49-F238E27FC236}">
                    <a16:creationId xmlns:a16="http://schemas.microsoft.com/office/drawing/2014/main" id="{3A8A6C5B-24F8-54F5-E68A-49D49288D430}"/>
                  </a:ext>
                </a:extLst>
              </p:cNvPr>
              <p:cNvSpPr/>
              <p:nvPr/>
            </p:nvSpPr>
            <p:spPr>
              <a:xfrm>
                <a:off x="1543048" y="1158240"/>
                <a:ext cx="821551" cy="739140"/>
              </a:xfrm>
              <a:prstGeom prst="roundRect">
                <a:avLst>
                  <a:gd name="adj" fmla="val 23883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2" name="Háromszög 31">
                <a:extLst>
                  <a:ext uri="{FF2B5EF4-FFF2-40B4-BE49-F238E27FC236}">
                    <a16:creationId xmlns:a16="http://schemas.microsoft.com/office/drawing/2014/main" id="{1E547052-21E6-7481-4BF3-FE06DC0DF67A}"/>
                  </a:ext>
                </a:extLst>
              </p:cNvPr>
              <p:cNvSpPr/>
              <p:nvPr/>
            </p:nvSpPr>
            <p:spPr>
              <a:xfrm>
                <a:off x="2364599" y="1158240"/>
                <a:ext cx="395269" cy="118110"/>
              </a:xfrm>
              <a:prstGeom prst="triangle">
                <a:avLst>
                  <a:gd name="adj" fmla="val 76364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" name="Téglalap 32">
                <a:extLst>
                  <a:ext uri="{FF2B5EF4-FFF2-40B4-BE49-F238E27FC236}">
                    <a16:creationId xmlns:a16="http://schemas.microsoft.com/office/drawing/2014/main" id="{D1A7259F-DC8D-3E22-F451-A87C2C1EAAF0}"/>
                  </a:ext>
                </a:extLst>
              </p:cNvPr>
              <p:cNvSpPr/>
              <p:nvPr/>
            </p:nvSpPr>
            <p:spPr>
              <a:xfrm>
                <a:off x="2185988" y="1158240"/>
                <a:ext cx="481011" cy="23448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</p:grpSp>
      <p:sp>
        <p:nvSpPr>
          <p:cNvPr id="1076" name="Téglalap 1075">
            <a:extLst>
              <a:ext uri="{FF2B5EF4-FFF2-40B4-BE49-F238E27FC236}">
                <a16:creationId xmlns:a16="http://schemas.microsoft.com/office/drawing/2014/main" id="{7C276D71-7AF3-4FDC-93EE-27248F88ED78}"/>
              </a:ext>
            </a:extLst>
          </p:cNvPr>
          <p:cNvSpPr/>
          <p:nvPr/>
        </p:nvSpPr>
        <p:spPr>
          <a:xfrm>
            <a:off x="95250" y="1848352"/>
            <a:ext cx="7626350" cy="503741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r>
              <a:rPr lang="hu-HU" sz="6000" dirty="0">
                <a:solidFill>
                  <a:schemeClr val="tx1"/>
                </a:solidFill>
                <a:latin typeface="Bodoni MT" panose="02070603080606020203" pitchFamily="18" charset="0"/>
              </a:rPr>
              <a:t>Angol Bemutatás</a:t>
            </a:r>
          </a:p>
        </p:txBody>
      </p:sp>
      <p:grpSp>
        <p:nvGrpSpPr>
          <p:cNvPr id="45" name="Csoportba foglalás 44">
            <a:extLst>
              <a:ext uri="{FF2B5EF4-FFF2-40B4-BE49-F238E27FC236}">
                <a16:creationId xmlns:a16="http://schemas.microsoft.com/office/drawing/2014/main" id="{8EB76036-2B75-D45D-D148-14FF8D724847}"/>
              </a:ext>
            </a:extLst>
          </p:cNvPr>
          <p:cNvGrpSpPr/>
          <p:nvPr/>
        </p:nvGrpSpPr>
        <p:grpSpPr>
          <a:xfrm>
            <a:off x="-58101" y="5416324"/>
            <a:ext cx="7924802" cy="1614829"/>
            <a:chOff x="1543048" y="1158240"/>
            <a:chExt cx="5495927" cy="3573780"/>
          </a:xfrm>
          <a:solidFill>
            <a:schemeClr val="bg2">
              <a:lumMod val="90000"/>
            </a:schemeClr>
          </a:solidFill>
        </p:grpSpPr>
        <p:sp>
          <p:nvSpPr>
            <p:cNvPr id="46" name="Téglalap 45">
              <a:extLst>
                <a:ext uri="{FF2B5EF4-FFF2-40B4-BE49-F238E27FC236}">
                  <a16:creationId xmlns:a16="http://schemas.microsoft.com/office/drawing/2014/main" id="{7D58835E-7EFF-B6CC-0D62-01E65C3BEADC}"/>
                </a:ext>
              </a:extLst>
            </p:cNvPr>
            <p:cNvSpPr/>
            <p:nvPr/>
          </p:nvSpPr>
          <p:spPr>
            <a:xfrm>
              <a:off x="1543048" y="1275484"/>
              <a:ext cx="5495927" cy="3456536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grpSp>
          <p:nvGrpSpPr>
            <p:cNvPr id="47" name="Csoportba foglalás 46">
              <a:extLst>
                <a:ext uri="{FF2B5EF4-FFF2-40B4-BE49-F238E27FC236}">
                  <a16:creationId xmlns:a16="http://schemas.microsoft.com/office/drawing/2014/main" id="{1029890C-C9BA-F1FC-0FE2-C174E0C6D576}"/>
                </a:ext>
              </a:extLst>
            </p:cNvPr>
            <p:cNvGrpSpPr/>
            <p:nvPr/>
          </p:nvGrpSpPr>
          <p:grpSpPr>
            <a:xfrm>
              <a:off x="1543048" y="1158240"/>
              <a:ext cx="1216820" cy="739140"/>
              <a:chOff x="1543048" y="1158240"/>
              <a:chExt cx="1216820" cy="739140"/>
            </a:xfrm>
            <a:grpFill/>
          </p:grpSpPr>
          <p:sp>
            <p:nvSpPr>
              <p:cNvPr id="52" name="Téglalap: lekerekített 51">
                <a:extLst>
                  <a:ext uri="{FF2B5EF4-FFF2-40B4-BE49-F238E27FC236}">
                    <a16:creationId xmlns:a16="http://schemas.microsoft.com/office/drawing/2014/main" id="{B2576667-E905-CBE8-CE29-8A03372B4AA4}"/>
                  </a:ext>
                </a:extLst>
              </p:cNvPr>
              <p:cNvSpPr/>
              <p:nvPr/>
            </p:nvSpPr>
            <p:spPr>
              <a:xfrm>
                <a:off x="1543048" y="1158240"/>
                <a:ext cx="821551" cy="739140"/>
              </a:xfrm>
              <a:prstGeom prst="roundRect">
                <a:avLst>
                  <a:gd name="adj" fmla="val 23883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53" name="Háromszög 52">
                <a:extLst>
                  <a:ext uri="{FF2B5EF4-FFF2-40B4-BE49-F238E27FC236}">
                    <a16:creationId xmlns:a16="http://schemas.microsoft.com/office/drawing/2014/main" id="{5FB353C9-93F4-5961-1660-1B8C7BB07647}"/>
                  </a:ext>
                </a:extLst>
              </p:cNvPr>
              <p:cNvSpPr/>
              <p:nvPr/>
            </p:nvSpPr>
            <p:spPr>
              <a:xfrm>
                <a:off x="2364599" y="1158240"/>
                <a:ext cx="395269" cy="118110"/>
              </a:xfrm>
              <a:prstGeom prst="triangle">
                <a:avLst>
                  <a:gd name="adj" fmla="val 76364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54" name="Téglalap 53">
                <a:extLst>
                  <a:ext uri="{FF2B5EF4-FFF2-40B4-BE49-F238E27FC236}">
                    <a16:creationId xmlns:a16="http://schemas.microsoft.com/office/drawing/2014/main" id="{9A6C92BC-12B7-FD88-936A-9D15033C5E39}"/>
                  </a:ext>
                </a:extLst>
              </p:cNvPr>
              <p:cNvSpPr/>
              <p:nvPr/>
            </p:nvSpPr>
            <p:spPr>
              <a:xfrm>
                <a:off x="2185988" y="1158240"/>
                <a:ext cx="481011" cy="23448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grpSp>
          <p:nvGrpSpPr>
            <p:cNvPr id="48" name="Csoportba foglalás 47">
              <a:extLst>
                <a:ext uri="{FF2B5EF4-FFF2-40B4-BE49-F238E27FC236}">
                  <a16:creationId xmlns:a16="http://schemas.microsoft.com/office/drawing/2014/main" id="{F8BB4991-1D57-DB99-796E-9F9D94A5A892}"/>
                </a:ext>
              </a:extLst>
            </p:cNvPr>
            <p:cNvGrpSpPr/>
            <p:nvPr/>
          </p:nvGrpSpPr>
          <p:grpSpPr>
            <a:xfrm flipH="1">
              <a:off x="5818343" y="1158240"/>
              <a:ext cx="1216820" cy="739140"/>
              <a:chOff x="1543048" y="1158240"/>
              <a:chExt cx="1216820" cy="739140"/>
            </a:xfrm>
            <a:grpFill/>
          </p:grpSpPr>
          <p:sp>
            <p:nvSpPr>
              <p:cNvPr id="49" name="Téglalap: lekerekített 48">
                <a:extLst>
                  <a:ext uri="{FF2B5EF4-FFF2-40B4-BE49-F238E27FC236}">
                    <a16:creationId xmlns:a16="http://schemas.microsoft.com/office/drawing/2014/main" id="{803017DE-9DAB-0686-9F47-D688A62BDB01}"/>
                  </a:ext>
                </a:extLst>
              </p:cNvPr>
              <p:cNvSpPr/>
              <p:nvPr/>
            </p:nvSpPr>
            <p:spPr>
              <a:xfrm>
                <a:off x="1543048" y="1158240"/>
                <a:ext cx="821551" cy="739140"/>
              </a:xfrm>
              <a:prstGeom prst="roundRect">
                <a:avLst>
                  <a:gd name="adj" fmla="val 23883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50" name="Háromszög 49">
                <a:extLst>
                  <a:ext uri="{FF2B5EF4-FFF2-40B4-BE49-F238E27FC236}">
                    <a16:creationId xmlns:a16="http://schemas.microsoft.com/office/drawing/2014/main" id="{262785BB-FD88-340D-5DEF-EB13A9DA63BD}"/>
                  </a:ext>
                </a:extLst>
              </p:cNvPr>
              <p:cNvSpPr/>
              <p:nvPr/>
            </p:nvSpPr>
            <p:spPr>
              <a:xfrm>
                <a:off x="2364599" y="1158240"/>
                <a:ext cx="395269" cy="118110"/>
              </a:xfrm>
              <a:prstGeom prst="triangle">
                <a:avLst>
                  <a:gd name="adj" fmla="val 76364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51" name="Téglalap 50">
                <a:extLst>
                  <a:ext uri="{FF2B5EF4-FFF2-40B4-BE49-F238E27FC236}">
                    <a16:creationId xmlns:a16="http://schemas.microsoft.com/office/drawing/2014/main" id="{913F0D7D-FB85-5A5E-2BB9-DA9AFC0FAA1E}"/>
                  </a:ext>
                </a:extLst>
              </p:cNvPr>
              <p:cNvSpPr/>
              <p:nvPr/>
            </p:nvSpPr>
            <p:spPr>
              <a:xfrm>
                <a:off x="2185988" y="1158240"/>
                <a:ext cx="481011" cy="23448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</p:grpSp>
      <p:pic>
        <p:nvPicPr>
          <p:cNvPr id="2" name="Picture 2">
            <a:extLst>
              <a:ext uri="{FF2B5EF4-FFF2-40B4-BE49-F238E27FC236}">
                <a16:creationId xmlns:a16="http://schemas.microsoft.com/office/drawing/2014/main" id="{FD3D147E-B320-C159-B217-E354002B6DC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96235" y="2438630"/>
            <a:ext cx="1347833" cy="1347833"/>
          </a:xfrm>
          <a:prstGeom prst="rect">
            <a:avLst/>
          </a:prstGeom>
          <a:solidFill>
            <a:srgbClr val="DF6266"/>
          </a:solidFill>
        </p:spPr>
      </p:pic>
      <p:pic>
        <p:nvPicPr>
          <p:cNvPr id="1045" name="Kép 1044">
            <a:extLst>
              <a:ext uri="{FF2B5EF4-FFF2-40B4-BE49-F238E27FC236}">
                <a16:creationId xmlns:a16="http://schemas.microsoft.com/office/drawing/2014/main" id="{F58826D3-F434-C2C0-187A-C28C13A0700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artisticBlur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9865526" y="1789974"/>
            <a:ext cx="7552866" cy="480060"/>
          </a:xfrm>
          <a:prstGeom prst="rect">
            <a:avLst/>
          </a:prstGeom>
          <a:effectLst/>
        </p:spPr>
      </p:pic>
      <p:grpSp>
        <p:nvGrpSpPr>
          <p:cNvPr id="1025" name="Csoportba foglalás 1024">
            <a:extLst>
              <a:ext uri="{FF2B5EF4-FFF2-40B4-BE49-F238E27FC236}">
                <a16:creationId xmlns:a16="http://schemas.microsoft.com/office/drawing/2014/main" id="{F24BC421-85DF-64B4-9FB6-93988D8B578D}"/>
              </a:ext>
            </a:extLst>
          </p:cNvPr>
          <p:cNvGrpSpPr/>
          <p:nvPr/>
        </p:nvGrpSpPr>
        <p:grpSpPr>
          <a:xfrm>
            <a:off x="19741288" y="1817423"/>
            <a:ext cx="7924802" cy="5068026"/>
            <a:chOff x="1543048" y="1158240"/>
            <a:chExt cx="5495927" cy="3573780"/>
          </a:xfrm>
          <a:solidFill>
            <a:schemeClr val="accent2">
              <a:lumMod val="40000"/>
              <a:lumOff val="60000"/>
            </a:schemeClr>
          </a:solidFill>
        </p:grpSpPr>
        <p:sp>
          <p:nvSpPr>
            <p:cNvPr id="1027" name="Téglalap 1026">
              <a:extLst>
                <a:ext uri="{FF2B5EF4-FFF2-40B4-BE49-F238E27FC236}">
                  <a16:creationId xmlns:a16="http://schemas.microsoft.com/office/drawing/2014/main" id="{2C11B061-F227-95C5-91FF-07E1BE1A3110}"/>
                </a:ext>
              </a:extLst>
            </p:cNvPr>
            <p:cNvSpPr/>
            <p:nvPr/>
          </p:nvSpPr>
          <p:spPr>
            <a:xfrm>
              <a:off x="1543048" y="1275484"/>
              <a:ext cx="5495927" cy="3456536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grpSp>
          <p:nvGrpSpPr>
            <p:cNvPr id="1028" name="Csoportba foglalás 1027">
              <a:extLst>
                <a:ext uri="{FF2B5EF4-FFF2-40B4-BE49-F238E27FC236}">
                  <a16:creationId xmlns:a16="http://schemas.microsoft.com/office/drawing/2014/main" id="{6D2BB559-6E30-475E-2B08-826965E4FC3E}"/>
                </a:ext>
              </a:extLst>
            </p:cNvPr>
            <p:cNvGrpSpPr/>
            <p:nvPr/>
          </p:nvGrpSpPr>
          <p:grpSpPr>
            <a:xfrm>
              <a:off x="1543048" y="1158240"/>
              <a:ext cx="1216820" cy="739140"/>
              <a:chOff x="1543048" y="1158240"/>
              <a:chExt cx="1216820" cy="739140"/>
            </a:xfrm>
            <a:grpFill/>
          </p:grpSpPr>
          <p:sp>
            <p:nvSpPr>
              <p:cNvPr id="1033" name="Téglalap: lekerekített 1032">
                <a:extLst>
                  <a:ext uri="{FF2B5EF4-FFF2-40B4-BE49-F238E27FC236}">
                    <a16:creationId xmlns:a16="http://schemas.microsoft.com/office/drawing/2014/main" id="{29EC444A-7285-2248-6AF9-06577E3233C3}"/>
                  </a:ext>
                </a:extLst>
              </p:cNvPr>
              <p:cNvSpPr/>
              <p:nvPr/>
            </p:nvSpPr>
            <p:spPr>
              <a:xfrm>
                <a:off x="1543048" y="1158240"/>
                <a:ext cx="821551" cy="739140"/>
              </a:xfrm>
              <a:prstGeom prst="roundRect">
                <a:avLst>
                  <a:gd name="adj" fmla="val 23883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34" name="Háromszög 1033">
                <a:extLst>
                  <a:ext uri="{FF2B5EF4-FFF2-40B4-BE49-F238E27FC236}">
                    <a16:creationId xmlns:a16="http://schemas.microsoft.com/office/drawing/2014/main" id="{450FC04E-CAE7-E170-7071-93AA8ECAA609}"/>
                  </a:ext>
                </a:extLst>
              </p:cNvPr>
              <p:cNvSpPr/>
              <p:nvPr/>
            </p:nvSpPr>
            <p:spPr>
              <a:xfrm>
                <a:off x="2364599" y="1158240"/>
                <a:ext cx="395269" cy="118110"/>
              </a:xfrm>
              <a:prstGeom prst="triangle">
                <a:avLst>
                  <a:gd name="adj" fmla="val 76364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35" name="Téglalap 1034">
                <a:extLst>
                  <a:ext uri="{FF2B5EF4-FFF2-40B4-BE49-F238E27FC236}">
                    <a16:creationId xmlns:a16="http://schemas.microsoft.com/office/drawing/2014/main" id="{7BC14146-07CA-9FEB-8B17-C74D563C07EF}"/>
                  </a:ext>
                </a:extLst>
              </p:cNvPr>
              <p:cNvSpPr/>
              <p:nvPr/>
            </p:nvSpPr>
            <p:spPr>
              <a:xfrm>
                <a:off x="2185988" y="1158240"/>
                <a:ext cx="481011" cy="23448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grpSp>
          <p:nvGrpSpPr>
            <p:cNvPr id="1029" name="Csoportba foglalás 1028">
              <a:extLst>
                <a:ext uri="{FF2B5EF4-FFF2-40B4-BE49-F238E27FC236}">
                  <a16:creationId xmlns:a16="http://schemas.microsoft.com/office/drawing/2014/main" id="{8B23D42C-220A-1E67-8CEE-37E0CD9EA6F9}"/>
                </a:ext>
              </a:extLst>
            </p:cNvPr>
            <p:cNvGrpSpPr/>
            <p:nvPr/>
          </p:nvGrpSpPr>
          <p:grpSpPr>
            <a:xfrm flipH="1">
              <a:off x="5818343" y="1158240"/>
              <a:ext cx="1216820" cy="739140"/>
              <a:chOff x="1543048" y="1158240"/>
              <a:chExt cx="1216820" cy="739140"/>
            </a:xfrm>
            <a:grpFill/>
          </p:grpSpPr>
          <p:sp>
            <p:nvSpPr>
              <p:cNvPr id="1030" name="Téglalap: lekerekített 1029">
                <a:extLst>
                  <a:ext uri="{FF2B5EF4-FFF2-40B4-BE49-F238E27FC236}">
                    <a16:creationId xmlns:a16="http://schemas.microsoft.com/office/drawing/2014/main" id="{CC1DBA68-C75E-AA9A-5949-1EAACBB5341F}"/>
                  </a:ext>
                </a:extLst>
              </p:cNvPr>
              <p:cNvSpPr/>
              <p:nvPr/>
            </p:nvSpPr>
            <p:spPr>
              <a:xfrm>
                <a:off x="1543048" y="1158240"/>
                <a:ext cx="821551" cy="739140"/>
              </a:xfrm>
              <a:prstGeom prst="roundRect">
                <a:avLst>
                  <a:gd name="adj" fmla="val 23883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31" name="Háromszög 1030">
                <a:extLst>
                  <a:ext uri="{FF2B5EF4-FFF2-40B4-BE49-F238E27FC236}">
                    <a16:creationId xmlns:a16="http://schemas.microsoft.com/office/drawing/2014/main" id="{81651C88-437B-AE17-7840-0078D1C6D328}"/>
                  </a:ext>
                </a:extLst>
              </p:cNvPr>
              <p:cNvSpPr/>
              <p:nvPr/>
            </p:nvSpPr>
            <p:spPr>
              <a:xfrm>
                <a:off x="2364599" y="1158240"/>
                <a:ext cx="395269" cy="118110"/>
              </a:xfrm>
              <a:prstGeom prst="triangle">
                <a:avLst>
                  <a:gd name="adj" fmla="val 76364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32" name="Téglalap 1031">
                <a:extLst>
                  <a:ext uri="{FF2B5EF4-FFF2-40B4-BE49-F238E27FC236}">
                    <a16:creationId xmlns:a16="http://schemas.microsoft.com/office/drawing/2014/main" id="{C8999682-439B-276D-0D25-616E90DFA7BF}"/>
                  </a:ext>
                </a:extLst>
              </p:cNvPr>
              <p:cNvSpPr/>
              <p:nvPr/>
            </p:nvSpPr>
            <p:spPr>
              <a:xfrm>
                <a:off x="2185988" y="1158240"/>
                <a:ext cx="481011" cy="23448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</p:grpSp>
      <p:sp>
        <p:nvSpPr>
          <p:cNvPr id="1050" name="Téglalap 1049">
            <a:extLst>
              <a:ext uri="{FF2B5EF4-FFF2-40B4-BE49-F238E27FC236}">
                <a16:creationId xmlns:a16="http://schemas.microsoft.com/office/drawing/2014/main" id="{686E4A12-356F-126B-5414-5D1E53502857}"/>
              </a:ext>
            </a:extLst>
          </p:cNvPr>
          <p:cNvSpPr/>
          <p:nvPr/>
        </p:nvSpPr>
        <p:spPr>
          <a:xfrm>
            <a:off x="10069655" y="6072649"/>
            <a:ext cx="4324574" cy="1080226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1051" name="Téglalap: felső két sarkán levágva 1050">
            <a:extLst>
              <a:ext uri="{FF2B5EF4-FFF2-40B4-BE49-F238E27FC236}">
                <a16:creationId xmlns:a16="http://schemas.microsoft.com/office/drawing/2014/main" id="{9CF8E3B6-D595-EE40-A4A0-40AEA63916AA}"/>
              </a:ext>
            </a:extLst>
          </p:cNvPr>
          <p:cNvSpPr/>
          <p:nvPr/>
        </p:nvSpPr>
        <p:spPr>
          <a:xfrm rot="10800000">
            <a:off x="9899052" y="5758071"/>
            <a:ext cx="4608000" cy="314577"/>
          </a:xfrm>
          <a:prstGeom prst="snip2SameRect">
            <a:avLst>
              <a:gd name="adj1" fmla="val 27265"/>
              <a:gd name="adj2" fmla="val 0"/>
            </a:avLst>
          </a:prstGeom>
          <a:solidFill>
            <a:srgbClr val="D9D9D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pic>
        <p:nvPicPr>
          <p:cNvPr id="1049" name="Kép 1048">
            <a:extLst>
              <a:ext uri="{FF2B5EF4-FFF2-40B4-BE49-F238E27FC236}">
                <a16:creationId xmlns:a16="http://schemas.microsoft.com/office/drawing/2014/main" id="{744E79C3-7F17-4BF4-0872-B94261F56C6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92693" y="2367539"/>
            <a:ext cx="3968441" cy="3968441"/>
          </a:xfrm>
          <a:prstGeom prst="rect">
            <a:avLst/>
          </a:prstGeom>
        </p:spPr>
      </p:pic>
      <p:pic>
        <p:nvPicPr>
          <p:cNvPr id="1047" name="Kép 1046">
            <a:extLst>
              <a:ext uri="{FF2B5EF4-FFF2-40B4-BE49-F238E27FC236}">
                <a16:creationId xmlns:a16="http://schemas.microsoft.com/office/drawing/2014/main" id="{4087B49D-920F-00A4-5F4F-C31CFB41B5AF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56499" y="2367538"/>
            <a:ext cx="3968441" cy="3968441"/>
          </a:xfrm>
          <a:prstGeom prst="rect">
            <a:avLst/>
          </a:prstGeom>
        </p:spPr>
      </p:pic>
      <p:pic>
        <p:nvPicPr>
          <p:cNvPr id="1074" name="Kép 1073">
            <a:extLst>
              <a:ext uri="{FF2B5EF4-FFF2-40B4-BE49-F238E27FC236}">
                <a16:creationId xmlns:a16="http://schemas.microsoft.com/office/drawing/2014/main" id="{A6D05AEE-288E-CB7F-EF1C-F98F5CDB5325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80417" y="-5158151"/>
            <a:ext cx="8985673" cy="5990449"/>
          </a:xfrm>
          <a:prstGeom prst="rect">
            <a:avLst/>
          </a:prstGeom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5540FB76-9032-F2B3-1C93-873F295E777E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97846" y="10556468"/>
            <a:ext cx="3539905" cy="3539905"/>
          </a:xfrm>
          <a:prstGeom prst="rect">
            <a:avLst/>
          </a:prstGeom>
        </p:spPr>
      </p:pic>
      <p:pic>
        <p:nvPicPr>
          <p:cNvPr id="3" name="Kép 2">
            <a:extLst>
              <a:ext uri="{FF2B5EF4-FFF2-40B4-BE49-F238E27FC236}">
                <a16:creationId xmlns:a16="http://schemas.microsoft.com/office/drawing/2014/main" id="{A9F7616E-E49E-79EA-062B-440F77618517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16000"/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artisticBlur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11125" y="1856649"/>
            <a:ext cx="7552866" cy="480060"/>
          </a:xfrm>
          <a:prstGeom prst="rect">
            <a:avLst/>
          </a:prstGeom>
          <a:effectLst/>
        </p:spPr>
      </p:pic>
    </p:spTree>
    <p:extLst>
      <p:ext uri="{BB962C8B-B14F-4D97-AF65-F5344CB8AC3E}">
        <p14:creationId xmlns:p14="http://schemas.microsoft.com/office/powerpoint/2010/main" val="2427088170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 advClick="0" advTm="300">
        <p159:morph option="byObject"/>
      </p:transition>
    </mc:Choice>
    <mc:Fallback>
      <p:transition spd="slow" advClick="0" advTm="300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AB168B-34E9-437F-2833-0B583D380D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>
            <a:extLst>
              <a:ext uri="{FF2B5EF4-FFF2-40B4-BE49-F238E27FC236}">
                <a16:creationId xmlns:a16="http://schemas.microsoft.com/office/drawing/2014/main" id="{8939454C-F75A-03DF-9E1A-B46992D77D7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46388" y="4988146"/>
            <a:ext cx="1347833" cy="1347833"/>
          </a:xfrm>
          <a:prstGeom prst="rect">
            <a:avLst/>
          </a:prstGeom>
          <a:solidFill>
            <a:srgbClr val="DF6266"/>
          </a:solidFill>
        </p:spPr>
      </p:pic>
      <p:grpSp>
        <p:nvGrpSpPr>
          <p:cNvPr id="55" name="Csoportba foglalás 54">
            <a:extLst>
              <a:ext uri="{FF2B5EF4-FFF2-40B4-BE49-F238E27FC236}">
                <a16:creationId xmlns:a16="http://schemas.microsoft.com/office/drawing/2014/main" id="{AD901D2B-6598-DE36-A0EE-C7168C10E2B6}"/>
              </a:ext>
            </a:extLst>
          </p:cNvPr>
          <p:cNvGrpSpPr/>
          <p:nvPr/>
        </p:nvGrpSpPr>
        <p:grpSpPr>
          <a:xfrm>
            <a:off x="19735570" y="1679293"/>
            <a:ext cx="7924802" cy="5153180"/>
            <a:chOff x="1543048" y="1158240"/>
            <a:chExt cx="5495927" cy="3573780"/>
          </a:xfrm>
          <a:solidFill>
            <a:schemeClr val="accent2">
              <a:lumMod val="60000"/>
              <a:lumOff val="40000"/>
            </a:schemeClr>
          </a:solidFill>
        </p:grpSpPr>
        <p:sp>
          <p:nvSpPr>
            <p:cNvPr id="56" name="Téglalap 55">
              <a:extLst>
                <a:ext uri="{FF2B5EF4-FFF2-40B4-BE49-F238E27FC236}">
                  <a16:creationId xmlns:a16="http://schemas.microsoft.com/office/drawing/2014/main" id="{67425336-87D3-CF24-7C05-ABCB5E352668}"/>
                </a:ext>
              </a:extLst>
            </p:cNvPr>
            <p:cNvSpPr/>
            <p:nvPr/>
          </p:nvSpPr>
          <p:spPr>
            <a:xfrm>
              <a:off x="1543048" y="1275484"/>
              <a:ext cx="5495927" cy="3456536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grpSp>
          <p:nvGrpSpPr>
            <p:cNvPr id="57" name="Csoportba foglalás 56">
              <a:extLst>
                <a:ext uri="{FF2B5EF4-FFF2-40B4-BE49-F238E27FC236}">
                  <a16:creationId xmlns:a16="http://schemas.microsoft.com/office/drawing/2014/main" id="{E3F87705-2360-AC86-0923-DB5D9B0DA4A8}"/>
                </a:ext>
              </a:extLst>
            </p:cNvPr>
            <p:cNvGrpSpPr/>
            <p:nvPr/>
          </p:nvGrpSpPr>
          <p:grpSpPr>
            <a:xfrm>
              <a:off x="1543048" y="1158240"/>
              <a:ext cx="1216820" cy="739140"/>
              <a:chOff x="1543048" y="1158240"/>
              <a:chExt cx="1216820" cy="739140"/>
            </a:xfrm>
            <a:grpFill/>
          </p:grpSpPr>
          <p:sp>
            <p:nvSpPr>
              <p:cNvPr id="62" name="Téglalap: lekerekített 61">
                <a:extLst>
                  <a:ext uri="{FF2B5EF4-FFF2-40B4-BE49-F238E27FC236}">
                    <a16:creationId xmlns:a16="http://schemas.microsoft.com/office/drawing/2014/main" id="{B623F446-2268-F434-D89C-9590EF638E08}"/>
                  </a:ext>
                </a:extLst>
              </p:cNvPr>
              <p:cNvSpPr/>
              <p:nvPr/>
            </p:nvSpPr>
            <p:spPr>
              <a:xfrm>
                <a:off x="1543048" y="1158240"/>
                <a:ext cx="821551" cy="739140"/>
              </a:xfrm>
              <a:prstGeom prst="roundRect">
                <a:avLst>
                  <a:gd name="adj" fmla="val 23883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63" name="Háromszög 62">
                <a:extLst>
                  <a:ext uri="{FF2B5EF4-FFF2-40B4-BE49-F238E27FC236}">
                    <a16:creationId xmlns:a16="http://schemas.microsoft.com/office/drawing/2014/main" id="{49C34DB7-FA5F-6154-5411-59BEE0571BEB}"/>
                  </a:ext>
                </a:extLst>
              </p:cNvPr>
              <p:cNvSpPr/>
              <p:nvPr/>
            </p:nvSpPr>
            <p:spPr>
              <a:xfrm>
                <a:off x="2364599" y="1158240"/>
                <a:ext cx="395269" cy="118110"/>
              </a:xfrm>
              <a:prstGeom prst="triangle">
                <a:avLst>
                  <a:gd name="adj" fmla="val 76364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24" name="Téglalap 1023">
                <a:extLst>
                  <a:ext uri="{FF2B5EF4-FFF2-40B4-BE49-F238E27FC236}">
                    <a16:creationId xmlns:a16="http://schemas.microsoft.com/office/drawing/2014/main" id="{F12A2D07-2970-5251-879F-303822657399}"/>
                  </a:ext>
                </a:extLst>
              </p:cNvPr>
              <p:cNvSpPr/>
              <p:nvPr/>
            </p:nvSpPr>
            <p:spPr>
              <a:xfrm>
                <a:off x="2185988" y="1158240"/>
                <a:ext cx="481011" cy="23448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grpSp>
          <p:nvGrpSpPr>
            <p:cNvPr id="58" name="Csoportba foglalás 57">
              <a:extLst>
                <a:ext uri="{FF2B5EF4-FFF2-40B4-BE49-F238E27FC236}">
                  <a16:creationId xmlns:a16="http://schemas.microsoft.com/office/drawing/2014/main" id="{DF1EE3F0-5A0C-AA1B-0030-5217BA7D37EF}"/>
                </a:ext>
              </a:extLst>
            </p:cNvPr>
            <p:cNvGrpSpPr/>
            <p:nvPr/>
          </p:nvGrpSpPr>
          <p:grpSpPr>
            <a:xfrm flipH="1">
              <a:off x="5818343" y="1158240"/>
              <a:ext cx="1216820" cy="739140"/>
              <a:chOff x="1543048" y="1158240"/>
              <a:chExt cx="1216820" cy="739140"/>
            </a:xfrm>
            <a:grpFill/>
          </p:grpSpPr>
          <p:sp>
            <p:nvSpPr>
              <p:cNvPr id="59" name="Téglalap: lekerekített 58">
                <a:extLst>
                  <a:ext uri="{FF2B5EF4-FFF2-40B4-BE49-F238E27FC236}">
                    <a16:creationId xmlns:a16="http://schemas.microsoft.com/office/drawing/2014/main" id="{E2DE2A87-CA5B-ADBF-F434-875BB9B62D2A}"/>
                  </a:ext>
                </a:extLst>
              </p:cNvPr>
              <p:cNvSpPr/>
              <p:nvPr/>
            </p:nvSpPr>
            <p:spPr>
              <a:xfrm>
                <a:off x="1543048" y="1158240"/>
                <a:ext cx="821551" cy="739140"/>
              </a:xfrm>
              <a:prstGeom prst="roundRect">
                <a:avLst>
                  <a:gd name="adj" fmla="val 23883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60" name="Háromszög 59">
                <a:extLst>
                  <a:ext uri="{FF2B5EF4-FFF2-40B4-BE49-F238E27FC236}">
                    <a16:creationId xmlns:a16="http://schemas.microsoft.com/office/drawing/2014/main" id="{E1005F68-090B-3DBC-714B-585B34582A80}"/>
                  </a:ext>
                </a:extLst>
              </p:cNvPr>
              <p:cNvSpPr/>
              <p:nvPr/>
            </p:nvSpPr>
            <p:spPr>
              <a:xfrm>
                <a:off x="2364599" y="1158240"/>
                <a:ext cx="395269" cy="118110"/>
              </a:xfrm>
              <a:prstGeom prst="triangle">
                <a:avLst>
                  <a:gd name="adj" fmla="val 76364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61" name="Téglalap 60">
                <a:extLst>
                  <a:ext uri="{FF2B5EF4-FFF2-40B4-BE49-F238E27FC236}">
                    <a16:creationId xmlns:a16="http://schemas.microsoft.com/office/drawing/2014/main" id="{BF249A52-72DE-0543-3D84-1549F7BDA320}"/>
                  </a:ext>
                </a:extLst>
              </p:cNvPr>
              <p:cNvSpPr/>
              <p:nvPr/>
            </p:nvSpPr>
            <p:spPr>
              <a:xfrm>
                <a:off x="2185988" y="1158240"/>
                <a:ext cx="481011" cy="23448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</p:grpSp>
      <p:sp>
        <p:nvSpPr>
          <p:cNvPr id="1075" name="Téglalap 1074">
            <a:extLst>
              <a:ext uri="{FF2B5EF4-FFF2-40B4-BE49-F238E27FC236}">
                <a16:creationId xmlns:a16="http://schemas.microsoft.com/office/drawing/2014/main" id="{95341D2F-7FBD-444F-B9CB-9D5A8AB79A56}"/>
              </a:ext>
            </a:extLst>
          </p:cNvPr>
          <p:cNvSpPr/>
          <p:nvPr/>
        </p:nvSpPr>
        <p:spPr>
          <a:xfrm>
            <a:off x="19856074" y="1764447"/>
            <a:ext cx="7571770" cy="50680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endParaRPr lang="hu-HU" dirty="0"/>
          </a:p>
        </p:txBody>
      </p:sp>
      <p:grpSp>
        <p:nvGrpSpPr>
          <p:cNvPr id="34" name="Csoportba foglalás 33">
            <a:extLst>
              <a:ext uri="{FF2B5EF4-FFF2-40B4-BE49-F238E27FC236}">
                <a16:creationId xmlns:a16="http://schemas.microsoft.com/office/drawing/2014/main" id="{2CAC3C16-F0A0-8728-682D-6744013F6A59}"/>
              </a:ext>
            </a:extLst>
          </p:cNvPr>
          <p:cNvGrpSpPr/>
          <p:nvPr/>
        </p:nvGrpSpPr>
        <p:grpSpPr>
          <a:xfrm>
            <a:off x="-52605" y="1679293"/>
            <a:ext cx="7924802" cy="5153180"/>
            <a:chOff x="1543048" y="1158240"/>
            <a:chExt cx="5495927" cy="3573780"/>
          </a:xfrm>
          <a:solidFill>
            <a:schemeClr val="bg1">
              <a:lumMod val="65000"/>
            </a:schemeClr>
          </a:solidFill>
        </p:grpSpPr>
        <p:sp>
          <p:nvSpPr>
            <p:cNvPr id="16" name="Téglalap 15">
              <a:extLst>
                <a:ext uri="{FF2B5EF4-FFF2-40B4-BE49-F238E27FC236}">
                  <a16:creationId xmlns:a16="http://schemas.microsoft.com/office/drawing/2014/main" id="{E6024901-5978-9435-A155-23EB024D9216}"/>
                </a:ext>
              </a:extLst>
            </p:cNvPr>
            <p:cNvSpPr/>
            <p:nvPr/>
          </p:nvSpPr>
          <p:spPr>
            <a:xfrm>
              <a:off x="1543048" y="1275484"/>
              <a:ext cx="5495927" cy="3456536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grpSp>
          <p:nvGrpSpPr>
            <p:cNvPr id="25" name="Csoportba foglalás 24">
              <a:extLst>
                <a:ext uri="{FF2B5EF4-FFF2-40B4-BE49-F238E27FC236}">
                  <a16:creationId xmlns:a16="http://schemas.microsoft.com/office/drawing/2014/main" id="{482ACD13-5A36-F848-6527-0C2A755140EE}"/>
                </a:ext>
              </a:extLst>
            </p:cNvPr>
            <p:cNvGrpSpPr/>
            <p:nvPr/>
          </p:nvGrpSpPr>
          <p:grpSpPr>
            <a:xfrm>
              <a:off x="1543048" y="1158240"/>
              <a:ext cx="1216820" cy="739140"/>
              <a:chOff x="1543048" y="1158240"/>
              <a:chExt cx="1216820" cy="739140"/>
            </a:xfrm>
            <a:grpFill/>
          </p:grpSpPr>
          <p:sp>
            <p:nvSpPr>
              <p:cNvPr id="17" name="Téglalap: lekerekített 16">
                <a:extLst>
                  <a:ext uri="{FF2B5EF4-FFF2-40B4-BE49-F238E27FC236}">
                    <a16:creationId xmlns:a16="http://schemas.microsoft.com/office/drawing/2014/main" id="{55406E60-6001-2BF7-4A67-3C6A7FB8D45D}"/>
                  </a:ext>
                </a:extLst>
              </p:cNvPr>
              <p:cNvSpPr/>
              <p:nvPr/>
            </p:nvSpPr>
            <p:spPr>
              <a:xfrm>
                <a:off x="1543048" y="1158240"/>
                <a:ext cx="821551" cy="739140"/>
              </a:xfrm>
              <a:prstGeom prst="roundRect">
                <a:avLst>
                  <a:gd name="adj" fmla="val 23883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9" name="Háromszög 18">
                <a:extLst>
                  <a:ext uri="{FF2B5EF4-FFF2-40B4-BE49-F238E27FC236}">
                    <a16:creationId xmlns:a16="http://schemas.microsoft.com/office/drawing/2014/main" id="{5FF1FE89-78CC-4B71-BFC3-FB41BAC0F39B}"/>
                  </a:ext>
                </a:extLst>
              </p:cNvPr>
              <p:cNvSpPr/>
              <p:nvPr/>
            </p:nvSpPr>
            <p:spPr>
              <a:xfrm>
                <a:off x="2364599" y="1158240"/>
                <a:ext cx="395269" cy="118110"/>
              </a:xfrm>
              <a:prstGeom prst="triangle">
                <a:avLst>
                  <a:gd name="adj" fmla="val 76364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20" name="Téglalap 19">
                <a:extLst>
                  <a:ext uri="{FF2B5EF4-FFF2-40B4-BE49-F238E27FC236}">
                    <a16:creationId xmlns:a16="http://schemas.microsoft.com/office/drawing/2014/main" id="{82DFAF54-4B47-0AC8-9D3D-6E00FE8AB920}"/>
                  </a:ext>
                </a:extLst>
              </p:cNvPr>
              <p:cNvSpPr/>
              <p:nvPr/>
            </p:nvSpPr>
            <p:spPr>
              <a:xfrm>
                <a:off x="2185988" y="1158240"/>
                <a:ext cx="481011" cy="23448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grpSp>
          <p:nvGrpSpPr>
            <p:cNvPr id="30" name="Csoportba foglalás 29">
              <a:extLst>
                <a:ext uri="{FF2B5EF4-FFF2-40B4-BE49-F238E27FC236}">
                  <a16:creationId xmlns:a16="http://schemas.microsoft.com/office/drawing/2014/main" id="{87785CF2-FD35-FF10-D5E9-9605DE5E3E36}"/>
                </a:ext>
              </a:extLst>
            </p:cNvPr>
            <p:cNvGrpSpPr/>
            <p:nvPr/>
          </p:nvGrpSpPr>
          <p:grpSpPr>
            <a:xfrm flipH="1">
              <a:off x="5818343" y="1158240"/>
              <a:ext cx="1216820" cy="739140"/>
              <a:chOff x="1543048" y="1158240"/>
              <a:chExt cx="1216820" cy="739140"/>
            </a:xfrm>
            <a:grpFill/>
          </p:grpSpPr>
          <p:sp>
            <p:nvSpPr>
              <p:cNvPr id="31" name="Téglalap: lekerekített 30">
                <a:extLst>
                  <a:ext uri="{FF2B5EF4-FFF2-40B4-BE49-F238E27FC236}">
                    <a16:creationId xmlns:a16="http://schemas.microsoft.com/office/drawing/2014/main" id="{B989E350-2A18-7AC7-4D77-35A7E6421699}"/>
                  </a:ext>
                </a:extLst>
              </p:cNvPr>
              <p:cNvSpPr/>
              <p:nvPr/>
            </p:nvSpPr>
            <p:spPr>
              <a:xfrm>
                <a:off x="1543048" y="1158240"/>
                <a:ext cx="821551" cy="739140"/>
              </a:xfrm>
              <a:prstGeom prst="roundRect">
                <a:avLst>
                  <a:gd name="adj" fmla="val 23883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2" name="Háromszög 31">
                <a:extLst>
                  <a:ext uri="{FF2B5EF4-FFF2-40B4-BE49-F238E27FC236}">
                    <a16:creationId xmlns:a16="http://schemas.microsoft.com/office/drawing/2014/main" id="{A5575EA1-E844-2303-4BF7-5C7545095245}"/>
                  </a:ext>
                </a:extLst>
              </p:cNvPr>
              <p:cNvSpPr/>
              <p:nvPr/>
            </p:nvSpPr>
            <p:spPr>
              <a:xfrm>
                <a:off x="2364599" y="1158240"/>
                <a:ext cx="395269" cy="118110"/>
              </a:xfrm>
              <a:prstGeom prst="triangle">
                <a:avLst>
                  <a:gd name="adj" fmla="val 76364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" name="Téglalap 32">
                <a:extLst>
                  <a:ext uri="{FF2B5EF4-FFF2-40B4-BE49-F238E27FC236}">
                    <a16:creationId xmlns:a16="http://schemas.microsoft.com/office/drawing/2014/main" id="{D5C45BF8-0D57-FB61-F412-050991FFC419}"/>
                  </a:ext>
                </a:extLst>
              </p:cNvPr>
              <p:cNvSpPr/>
              <p:nvPr/>
            </p:nvSpPr>
            <p:spPr>
              <a:xfrm>
                <a:off x="2185988" y="1158240"/>
                <a:ext cx="481011" cy="23448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</p:grpSp>
      <p:sp>
        <p:nvSpPr>
          <p:cNvPr id="1076" name="Téglalap 1075">
            <a:extLst>
              <a:ext uri="{FF2B5EF4-FFF2-40B4-BE49-F238E27FC236}">
                <a16:creationId xmlns:a16="http://schemas.microsoft.com/office/drawing/2014/main" id="{3CA62D74-3442-62A5-A06E-E7FE90AC777A}"/>
              </a:ext>
            </a:extLst>
          </p:cNvPr>
          <p:cNvSpPr/>
          <p:nvPr/>
        </p:nvSpPr>
        <p:spPr>
          <a:xfrm>
            <a:off x="95250" y="1848352"/>
            <a:ext cx="7626350" cy="503741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r>
              <a:rPr lang="hu-HU" sz="6000" dirty="0">
                <a:solidFill>
                  <a:schemeClr val="tx1"/>
                </a:solidFill>
                <a:latin typeface="Bodoni MT" panose="02070603080606020203" pitchFamily="18" charset="0"/>
              </a:rPr>
              <a:t>Angol Bemutatás</a:t>
            </a:r>
          </a:p>
        </p:txBody>
      </p:sp>
      <p:pic>
        <p:nvPicPr>
          <p:cNvPr id="3" name="Kép 2">
            <a:extLst>
              <a:ext uri="{FF2B5EF4-FFF2-40B4-BE49-F238E27FC236}">
                <a16:creationId xmlns:a16="http://schemas.microsoft.com/office/drawing/2014/main" id="{B83B99C1-8603-F4AC-7005-9DBBA9C5C63D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64000"/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artisticBlur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82550" y="1837599"/>
            <a:ext cx="7552866" cy="480060"/>
          </a:xfrm>
          <a:prstGeom prst="rect">
            <a:avLst/>
          </a:prstGeom>
          <a:effectLst/>
        </p:spPr>
      </p:pic>
      <p:grpSp>
        <p:nvGrpSpPr>
          <p:cNvPr id="45" name="Csoportba foglalás 44">
            <a:extLst>
              <a:ext uri="{FF2B5EF4-FFF2-40B4-BE49-F238E27FC236}">
                <a16:creationId xmlns:a16="http://schemas.microsoft.com/office/drawing/2014/main" id="{65ADCFE9-5D07-10BB-8FC1-38B5427038E5}"/>
              </a:ext>
            </a:extLst>
          </p:cNvPr>
          <p:cNvGrpSpPr/>
          <p:nvPr/>
        </p:nvGrpSpPr>
        <p:grpSpPr>
          <a:xfrm>
            <a:off x="-58101" y="1848352"/>
            <a:ext cx="7924802" cy="5182801"/>
            <a:chOff x="1543048" y="1158240"/>
            <a:chExt cx="5495927" cy="3573780"/>
          </a:xfrm>
          <a:solidFill>
            <a:schemeClr val="bg2">
              <a:lumMod val="90000"/>
            </a:schemeClr>
          </a:solidFill>
        </p:grpSpPr>
        <p:sp>
          <p:nvSpPr>
            <p:cNvPr id="46" name="Téglalap 45">
              <a:extLst>
                <a:ext uri="{FF2B5EF4-FFF2-40B4-BE49-F238E27FC236}">
                  <a16:creationId xmlns:a16="http://schemas.microsoft.com/office/drawing/2014/main" id="{2C1F5F94-4B3C-11ED-0F7D-8996847AF4E6}"/>
                </a:ext>
              </a:extLst>
            </p:cNvPr>
            <p:cNvSpPr/>
            <p:nvPr/>
          </p:nvSpPr>
          <p:spPr>
            <a:xfrm>
              <a:off x="1543048" y="1275484"/>
              <a:ext cx="5495927" cy="3456536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grpSp>
          <p:nvGrpSpPr>
            <p:cNvPr id="47" name="Csoportba foglalás 46">
              <a:extLst>
                <a:ext uri="{FF2B5EF4-FFF2-40B4-BE49-F238E27FC236}">
                  <a16:creationId xmlns:a16="http://schemas.microsoft.com/office/drawing/2014/main" id="{B52F0A8F-F2C5-DDF9-0866-8D607785B762}"/>
                </a:ext>
              </a:extLst>
            </p:cNvPr>
            <p:cNvGrpSpPr/>
            <p:nvPr/>
          </p:nvGrpSpPr>
          <p:grpSpPr>
            <a:xfrm>
              <a:off x="1543048" y="1158240"/>
              <a:ext cx="1216820" cy="739140"/>
              <a:chOff x="1543048" y="1158240"/>
              <a:chExt cx="1216820" cy="739140"/>
            </a:xfrm>
            <a:grpFill/>
          </p:grpSpPr>
          <p:sp>
            <p:nvSpPr>
              <p:cNvPr id="52" name="Téglalap: lekerekített 51">
                <a:extLst>
                  <a:ext uri="{FF2B5EF4-FFF2-40B4-BE49-F238E27FC236}">
                    <a16:creationId xmlns:a16="http://schemas.microsoft.com/office/drawing/2014/main" id="{55964791-2AF7-D532-15C1-B6D264B70FAA}"/>
                  </a:ext>
                </a:extLst>
              </p:cNvPr>
              <p:cNvSpPr/>
              <p:nvPr/>
            </p:nvSpPr>
            <p:spPr>
              <a:xfrm>
                <a:off x="1543048" y="1158240"/>
                <a:ext cx="821551" cy="739140"/>
              </a:xfrm>
              <a:prstGeom prst="roundRect">
                <a:avLst>
                  <a:gd name="adj" fmla="val 23883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53" name="Háromszög 52">
                <a:extLst>
                  <a:ext uri="{FF2B5EF4-FFF2-40B4-BE49-F238E27FC236}">
                    <a16:creationId xmlns:a16="http://schemas.microsoft.com/office/drawing/2014/main" id="{40C2E348-4466-A89B-590F-D2BDC28A49B6}"/>
                  </a:ext>
                </a:extLst>
              </p:cNvPr>
              <p:cNvSpPr/>
              <p:nvPr/>
            </p:nvSpPr>
            <p:spPr>
              <a:xfrm>
                <a:off x="2364599" y="1158240"/>
                <a:ext cx="395269" cy="118110"/>
              </a:xfrm>
              <a:prstGeom prst="triangle">
                <a:avLst>
                  <a:gd name="adj" fmla="val 76364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54" name="Téglalap 53">
                <a:extLst>
                  <a:ext uri="{FF2B5EF4-FFF2-40B4-BE49-F238E27FC236}">
                    <a16:creationId xmlns:a16="http://schemas.microsoft.com/office/drawing/2014/main" id="{0F7CB38A-59CA-8045-4185-846BC49398D7}"/>
                  </a:ext>
                </a:extLst>
              </p:cNvPr>
              <p:cNvSpPr/>
              <p:nvPr/>
            </p:nvSpPr>
            <p:spPr>
              <a:xfrm>
                <a:off x="2185988" y="1158240"/>
                <a:ext cx="481011" cy="23448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grpSp>
          <p:nvGrpSpPr>
            <p:cNvPr id="48" name="Csoportba foglalás 47">
              <a:extLst>
                <a:ext uri="{FF2B5EF4-FFF2-40B4-BE49-F238E27FC236}">
                  <a16:creationId xmlns:a16="http://schemas.microsoft.com/office/drawing/2014/main" id="{C7169D8F-CC21-5E99-EF0F-7F45F72B43FC}"/>
                </a:ext>
              </a:extLst>
            </p:cNvPr>
            <p:cNvGrpSpPr/>
            <p:nvPr/>
          </p:nvGrpSpPr>
          <p:grpSpPr>
            <a:xfrm flipH="1">
              <a:off x="5818343" y="1158240"/>
              <a:ext cx="1216820" cy="739140"/>
              <a:chOff x="1543048" y="1158240"/>
              <a:chExt cx="1216820" cy="739140"/>
            </a:xfrm>
            <a:grpFill/>
          </p:grpSpPr>
          <p:sp>
            <p:nvSpPr>
              <p:cNvPr id="49" name="Téglalap: lekerekített 48">
                <a:extLst>
                  <a:ext uri="{FF2B5EF4-FFF2-40B4-BE49-F238E27FC236}">
                    <a16:creationId xmlns:a16="http://schemas.microsoft.com/office/drawing/2014/main" id="{298CBB5F-1E84-5479-84A7-5E9DFB6E2D11}"/>
                  </a:ext>
                </a:extLst>
              </p:cNvPr>
              <p:cNvSpPr/>
              <p:nvPr/>
            </p:nvSpPr>
            <p:spPr>
              <a:xfrm>
                <a:off x="1543048" y="1158240"/>
                <a:ext cx="821551" cy="739140"/>
              </a:xfrm>
              <a:prstGeom prst="roundRect">
                <a:avLst>
                  <a:gd name="adj" fmla="val 23883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50" name="Háromszög 49">
                <a:extLst>
                  <a:ext uri="{FF2B5EF4-FFF2-40B4-BE49-F238E27FC236}">
                    <a16:creationId xmlns:a16="http://schemas.microsoft.com/office/drawing/2014/main" id="{BEDF6EF7-7A5F-4395-47C9-7B2FF29C5601}"/>
                  </a:ext>
                </a:extLst>
              </p:cNvPr>
              <p:cNvSpPr/>
              <p:nvPr/>
            </p:nvSpPr>
            <p:spPr>
              <a:xfrm>
                <a:off x="2364599" y="1158240"/>
                <a:ext cx="395269" cy="118110"/>
              </a:xfrm>
              <a:prstGeom prst="triangle">
                <a:avLst>
                  <a:gd name="adj" fmla="val 76364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51" name="Téglalap 50">
                <a:extLst>
                  <a:ext uri="{FF2B5EF4-FFF2-40B4-BE49-F238E27FC236}">
                    <a16:creationId xmlns:a16="http://schemas.microsoft.com/office/drawing/2014/main" id="{57C3EA2A-110C-92F1-97DC-5A33E65A84B4}"/>
                  </a:ext>
                </a:extLst>
              </p:cNvPr>
              <p:cNvSpPr/>
              <p:nvPr/>
            </p:nvSpPr>
            <p:spPr>
              <a:xfrm>
                <a:off x="2185988" y="1158240"/>
                <a:ext cx="481011" cy="23448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</p:grpSp>
      <p:pic>
        <p:nvPicPr>
          <p:cNvPr id="1045" name="Kép 1044">
            <a:extLst>
              <a:ext uri="{FF2B5EF4-FFF2-40B4-BE49-F238E27FC236}">
                <a16:creationId xmlns:a16="http://schemas.microsoft.com/office/drawing/2014/main" id="{9D9F15EB-FB64-F8CE-D92B-655C928F504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artisticBlur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9865526" y="1789974"/>
            <a:ext cx="7552866" cy="480060"/>
          </a:xfrm>
          <a:prstGeom prst="rect">
            <a:avLst/>
          </a:prstGeom>
          <a:effectLst/>
        </p:spPr>
      </p:pic>
      <p:grpSp>
        <p:nvGrpSpPr>
          <p:cNvPr id="1025" name="Csoportba foglalás 1024">
            <a:extLst>
              <a:ext uri="{FF2B5EF4-FFF2-40B4-BE49-F238E27FC236}">
                <a16:creationId xmlns:a16="http://schemas.microsoft.com/office/drawing/2014/main" id="{B9A9BE41-C73B-155A-A38A-F9E3D387077F}"/>
              </a:ext>
            </a:extLst>
          </p:cNvPr>
          <p:cNvGrpSpPr/>
          <p:nvPr/>
        </p:nvGrpSpPr>
        <p:grpSpPr>
          <a:xfrm>
            <a:off x="19741288" y="1817423"/>
            <a:ext cx="7924802" cy="5068026"/>
            <a:chOff x="1543048" y="1158240"/>
            <a:chExt cx="5495927" cy="3573780"/>
          </a:xfrm>
          <a:solidFill>
            <a:schemeClr val="accent2">
              <a:lumMod val="40000"/>
              <a:lumOff val="60000"/>
            </a:schemeClr>
          </a:solidFill>
        </p:grpSpPr>
        <p:sp>
          <p:nvSpPr>
            <p:cNvPr id="1027" name="Téglalap 1026">
              <a:extLst>
                <a:ext uri="{FF2B5EF4-FFF2-40B4-BE49-F238E27FC236}">
                  <a16:creationId xmlns:a16="http://schemas.microsoft.com/office/drawing/2014/main" id="{4F239C18-9E09-AA9E-4543-F74A8562D98D}"/>
                </a:ext>
              </a:extLst>
            </p:cNvPr>
            <p:cNvSpPr/>
            <p:nvPr/>
          </p:nvSpPr>
          <p:spPr>
            <a:xfrm>
              <a:off x="1543048" y="1275484"/>
              <a:ext cx="5495927" cy="3456536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grpSp>
          <p:nvGrpSpPr>
            <p:cNvPr id="1028" name="Csoportba foglalás 1027">
              <a:extLst>
                <a:ext uri="{FF2B5EF4-FFF2-40B4-BE49-F238E27FC236}">
                  <a16:creationId xmlns:a16="http://schemas.microsoft.com/office/drawing/2014/main" id="{7EB73EC5-12CB-2165-EF43-C4962E92921F}"/>
                </a:ext>
              </a:extLst>
            </p:cNvPr>
            <p:cNvGrpSpPr/>
            <p:nvPr/>
          </p:nvGrpSpPr>
          <p:grpSpPr>
            <a:xfrm>
              <a:off x="1543048" y="1158240"/>
              <a:ext cx="1216820" cy="739140"/>
              <a:chOff x="1543048" y="1158240"/>
              <a:chExt cx="1216820" cy="739140"/>
            </a:xfrm>
            <a:grpFill/>
          </p:grpSpPr>
          <p:sp>
            <p:nvSpPr>
              <p:cNvPr id="1033" name="Téglalap: lekerekített 1032">
                <a:extLst>
                  <a:ext uri="{FF2B5EF4-FFF2-40B4-BE49-F238E27FC236}">
                    <a16:creationId xmlns:a16="http://schemas.microsoft.com/office/drawing/2014/main" id="{238F80C6-CC4A-9BDE-86DC-CFE9F074E45B}"/>
                  </a:ext>
                </a:extLst>
              </p:cNvPr>
              <p:cNvSpPr/>
              <p:nvPr/>
            </p:nvSpPr>
            <p:spPr>
              <a:xfrm>
                <a:off x="1543048" y="1158240"/>
                <a:ext cx="821551" cy="739140"/>
              </a:xfrm>
              <a:prstGeom prst="roundRect">
                <a:avLst>
                  <a:gd name="adj" fmla="val 23883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34" name="Háromszög 1033">
                <a:extLst>
                  <a:ext uri="{FF2B5EF4-FFF2-40B4-BE49-F238E27FC236}">
                    <a16:creationId xmlns:a16="http://schemas.microsoft.com/office/drawing/2014/main" id="{2B3F8686-0CDE-C787-ACB3-3766C2B2E9F6}"/>
                  </a:ext>
                </a:extLst>
              </p:cNvPr>
              <p:cNvSpPr/>
              <p:nvPr/>
            </p:nvSpPr>
            <p:spPr>
              <a:xfrm>
                <a:off x="2364599" y="1158240"/>
                <a:ext cx="395269" cy="118110"/>
              </a:xfrm>
              <a:prstGeom prst="triangle">
                <a:avLst>
                  <a:gd name="adj" fmla="val 76364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35" name="Téglalap 1034">
                <a:extLst>
                  <a:ext uri="{FF2B5EF4-FFF2-40B4-BE49-F238E27FC236}">
                    <a16:creationId xmlns:a16="http://schemas.microsoft.com/office/drawing/2014/main" id="{1243EEEC-18D3-C354-CCC1-A1F31589D278}"/>
                  </a:ext>
                </a:extLst>
              </p:cNvPr>
              <p:cNvSpPr/>
              <p:nvPr/>
            </p:nvSpPr>
            <p:spPr>
              <a:xfrm>
                <a:off x="2185988" y="1158240"/>
                <a:ext cx="481011" cy="23448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grpSp>
          <p:nvGrpSpPr>
            <p:cNvPr id="1029" name="Csoportba foglalás 1028">
              <a:extLst>
                <a:ext uri="{FF2B5EF4-FFF2-40B4-BE49-F238E27FC236}">
                  <a16:creationId xmlns:a16="http://schemas.microsoft.com/office/drawing/2014/main" id="{AC1551B9-B4A1-4DF6-16C8-447C32B3B102}"/>
                </a:ext>
              </a:extLst>
            </p:cNvPr>
            <p:cNvGrpSpPr/>
            <p:nvPr/>
          </p:nvGrpSpPr>
          <p:grpSpPr>
            <a:xfrm flipH="1">
              <a:off x="5818343" y="1158240"/>
              <a:ext cx="1216820" cy="739140"/>
              <a:chOff x="1543048" y="1158240"/>
              <a:chExt cx="1216820" cy="739140"/>
            </a:xfrm>
            <a:grpFill/>
          </p:grpSpPr>
          <p:sp>
            <p:nvSpPr>
              <p:cNvPr id="1030" name="Téglalap: lekerekített 1029">
                <a:extLst>
                  <a:ext uri="{FF2B5EF4-FFF2-40B4-BE49-F238E27FC236}">
                    <a16:creationId xmlns:a16="http://schemas.microsoft.com/office/drawing/2014/main" id="{072AF54D-44C8-A619-02CC-F59F14431C12}"/>
                  </a:ext>
                </a:extLst>
              </p:cNvPr>
              <p:cNvSpPr/>
              <p:nvPr/>
            </p:nvSpPr>
            <p:spPr>
              <a:xfrm>
                <a:off x="1543048" y="1158240"/>
                <a:ext cx="821551" cy="739140"/>
              </a:xfrm>
              <a:prstGeom prst="roundRect">
                <a:avLst>
                  <a:gd name="adj" fmla="val 23883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31" name="Háromszög 1030">
                <a:extLst>
                  <a:ext uri="{FF2B5EF4-FFF2-40B4-BE49-F238E27FC236}">
                    <a16:creationId xmlns:a16="http://schemas.microsoft.com/office/drawing/2014/main" id="{3A3690DC-6C24-0380-4C68-3FF13B4CED28}"/>
                  </a:ext>
                </a:extLst>
              </p:cNvPr>
              <p:cNvSpPr/>
              <p:nvPr/>
            </p:nvSpPr>
            <p:spPr>
              <a:xfrm>
                <a:off x="2364599" y="1158240"/>
                <a:ext cx="395269" cy="118110"/>
              </a:xfrm>
              <a:prstGeom prst="triangle">
                <a:avLst>
                  <a:gd name="adj" fmla="val 76364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32" name="Téglalap 1031">
                <a:extLst>
                  <a:ext uri="{FF2B5EF4-FFF2-40B4-BE49-F238E27FC236}">
                    <a16:creationId xmlns:a16="http://schemas.microsoft.com/office/drawing/2014/main" id="{AC6A8164-60C0-B9F9-924B-5C93B8469051}"/>
                  </a:ext>
                </a:extLst>
              </p:cNvPr>
              <p:cNvSpPr/>
              <p:nvPr/>
            </p:nvSpPr>
            <p:spPr>
              <a:xfrm>
                <a:off x="2185988" y="1158240"/>
                <a:ext cx="481011" cy="23448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</p:grpSp>
      <p:sp>
        <p:nvSpPr>
          <p:cNvPr id="1050" name="Téglalap 1049">
            <a:extLst>
              <a:ext uri="{FF2B5EF4-FFF2-40B4-BE49-F238E27FC236}">
                <a16:creationId xmlns:a16="http://schemas.microsoft.com/office/drawing/2014/main" id="{32A3EECC-3025-9E4D-6D50-8EF4BAD000FF}"/>
              </a:ext>
            </a:extLst>
          </p:cNvPr>
          <p:cNvSpPr/>
          <p:nvPr/>
        </p:nvSpPr>
        <p:spPr>
          <a:xfrm>
            <a:off x="10069655" y="6072649"/>
            <a:ext cx="4324574" cy="1080226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1051" name="Téglalap: felső két sarkán levágva 1050">
            <a:extLst>
              <a:ext uri="{FF2B5EF4-FFF2-40B4-BE49-F238E27FC236}">
                <a16:creationId xmlns:a16="http://schemas.microsoft.com/office/drawing/2014/main" id="{F72533E2-59EB-AC7E-FF05-11A9151CA1ED}"/>
              </a:ext>
            </a:extLst>
          </p:cNvPr>
          <p:cNvSpPr/>
          <p:nvPr/>
        </p:nvSpPr>
        <p:spPr>
          <a:xfrm rot="10800000">
            <a:off x="9899052" y="5758071"/>
            <a:ext cx="4608000" cy="314577"/>
          </a:xfrm>
          <a:prstGeom prst="snip2SameRect">
            <a:avLst>
              <a:gd name="adj1" fmla="val 27265"/>
              <a:gd name="adj2" fmla="val 0"/>
            </a:avLst>
          </a:prstGeom>
          <a:solidFill>
            <a:srgbClr val="D9D9D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pic>
        <p:nvPicPr>
          <p:cNvPr id="1049" name="Kép 1048">
            <a:extLst>
              <a:ext uri="{FF2B5EF4-FFF2-40B4-BE49-F238E27FC236}">
                <a16:creationId xmlns:a16="http://schemas.microsoft.com/office/drawing/2014/main" id="{15D92DE8-08F3-8BCE-0028-91701DD6F1A6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92693" y="2367539"/>
            <a:ext cx="3968441" cy="3968441"/>
          </a:xfrm>
          <a:prstGeom prst="rect">
            <a:avLst/>
          </a:prstGeom>
        </p:spPr>
      </p:pic>
      <p:pic>
        <p:nvPicPr>
          <p:cNvPr id="1047" name="Kép 1046">
            <a:extLst>
              <a:ext uri="{FF2B5EF4-FFF2-40B4-BE49-F238E27FC236}">
                <a16:creationId xmlns:a16="http://schemas.microsoft.com/office/drawing/2014/main" id="{AB0FD2FD-CA47-7526-F9F1-8D64F397E879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56499" y="2367538"/>
            <a:ext cx="3968441" cy="3968441"/>
          </a:xfrm>
          <a:prstGeom prst="rect">
            <a:avLst/>
          </a:prstGeom>
        </p:spPr>
      </p:pic>
      <p:pic>
        <p:nvPicPr>
          <p:cNvPr id="1074" name="Kép 1073">
            <a:extLst>
              <a:ext uri="{FF2B5EF4-FFF2-40B4-BE49-F238E27FC236}">
                <a16:creationId xmlns:a16="http://schemas.microsoft.com/office/drawing/2014/main" id="{786932CC-343A-66CF-534F-5892EC257A1C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80417" y="-5158151"/>
            <a:ext cx="8985673" cy="5990449"/>
          </a:xfrm>
          <a:prstGeom prst="rect">
            <a:avLst/>
          </a:prstGeom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287B0FB2-6B2E-9EA7-4F45-2C37BC3B5D8B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97846" y="10556468"/>
            <a:ext cx="3539905" cy="35399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132114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 advClick="0" advTm="300">
        <p159:morph option="byObject"/>
      </p:transition>
    </mc:Choice>
    <mc:Fallback>
      <p:transition spd="slow" advClick="0" advTm="300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EC83CE-14CD-D8E8-C991-57BD0499B9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5" name="Csoportba foglalás 54">
            <a:extLst>
              <a:ext uri="{FF2B5EF4-FFF2-40B4-BE49-F238E27FC236}">
                <a16:creationId xmlns:a16="http://schemas.microsoft.com/office/drawing/2014/main" id="{FA9BD1EC-30F1-9FA0-3C00-87C62465EA29}"/>
              </a:ext>
            </a:extLst>
          </p:cNvPr>
          <p:cNvGrpSpPr/>
          <p:nvPr/>
        </p:nvGrpSpPr>
        <p:grpSpPr>
          <a:xfrm>
            <a:off x="10385085" y="1679293"/>
            <a:ext cx="7924802" cy="5153180"/>
            <a:chOff x="1543048" y="1158240"/>
            <a:chExt cx="5495927" cy="3573780"/>
          </a:xfrm>
          <a:solidFill>
            <a:schemeClr val="accent2">
              <a:lumMod val="60000"/>
              <a:lumOff val="40000"/>
            </a:schemeClr>
          </a:solidFill>
        </p:grpSpPr>
        <p:sp>
          <p:nvSpPr>
            <p:cNvPr id="56" name="Téglalap 55">
              <a:extLst>
                <a:ext uri="{FF2B5EF4-FFF2-40B4-BE49-F238E27FC236}">
                  <a16:creationId xmlns:a16="http://schemas.microsoft.com/office/drawing/2014/main" id="{C7F0BD30-3A94-82CD-0924-38B74C1F100F}"/>
                </a:ext>
              </a:extLst>
            </p:cNvPr>
            <p:cNvSpPr/>
            <p:nvPr/>
          </p:nvSpPr>
          <p:spPr>
            <a:xfrm>
              <a:off x="1543048" y="1275484"/>
              <a:ext cx="5495927" cy="3456536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grpSp>
          <p:nvGrpSpPr>
            <p:cNvPr id="57" name="Csoportba foglalás 56">
              <a:extLst>
                <a:ext uri="{FF2B5EF4-FFF2-40B4-BE49-F238E27FC236}">
                  <a16:creationId xmlns:a16="http://schemas.microsoft.com/office/drawing/2014/main" id="{4650859A-EB2D-D29F-3F7D-C90D811AA2AC}"/>
                </a:ext>
              </a:extLst>
            </p:cNvPr>
            <p:cNvGrpSpPr/>
            <p:nvPr/>
          </p:nvGrpSpPr>
          <p:grpSpPr>
            <a:xfrm>
              <a:off x="1543048" y="1158240"/>
              <a:ext cx="1216820" cy="739140"/>
              <a:chOff x="1543048" y="1158240"/>
              <a:chExt cx="1216820" cy="739140"/>
            </a:xfrm>
            <a:grpFill/>
          </p:grpSpPr>
          <p:sp>
            <p:nvSpPr>
              <p:cNvPr id="62" name="Téglalap: lekerekített 61">
                <a:extLst>
                  <a:ext uri="{FF2B5EF4-FFF2-40B4-BE49-F238E27FC236}">
                    <a16:creationId xmlns:a16="http://schemas.microsoft.com/office/drawing/2014/main" id="{9B005BDB-92E1-01FE-6D9E-758A33384EE2}"/>
                  </a:ext>
                </a:extLst>
              </p:cNvPr>
              <p:cNvSpPr/>
              <p:nvPr/>
            </p:nvSpPr>
            <p:spPr>
              <a:xfrm>
                <a:off x="1543048" y="1158240"/>
                <a:ext cx="821551" cy="739140"/>
              </a:xfrm>
              <a:prstGeom prst="roundRect">
                <a:avLst>
                  <a:gd name="adj" fmla="val 23883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63" name="Háromszög 62">
                <a:extLst>
                  <a:ext uri="{FF2B5EF4-FFF2-40B4-BE49-F238E27FC236}">
                    <a16:creationId xmlns:a16="http://schemas.microsoft.com/office/drawing/2014/main" id="{60564BD1-E834-B338-E160-C7D404CC83A5}"/>
                  </a:ext>
                </a:extLst>
              </p:cNvPr>
              <p:cNvSpPr/>
              <p:nvPr/>
            </p:nvSpPr>
            <p:spPr>
              <a:xfrm>
                <a:off x="2364599" y="1158240"/>
                <a:ext cx="395269" cy="118110"/>
              </a:xfrm>
              <a:prstGeom prst="triangle">
                <a:avLst>
                  <a:gd name="adj" fmla="val 76364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24" name="Téglalap 1023">
                <a:extLst>
                  <a:ext uri="{FF2B5EF4-FFF2-40B4-BE49-F238E27FC236}">
                    <a16:creationId xmlns:a16="http://schemas.microsoft.com/office/drawing/2014/main" id="{441A1018-AFB1-5F1C-FE46-2A0F31C5FA34}"/>
                  </a:ext>
                </a:extLst>
              </p:cNvPr>
              <p:cNvSpPr/>
              <p:nvPr/>
            </p:nvSpPr>
            <p:spPr>
              <a:xfrm>
                <a:off x="2185988" y="1158240"/>
                <a:ext cx="481011" cy="23448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grpSp>
          <p:nvGrpSpPr>
            <p:cNvPr id="58" name="Csoportba foglalás 57">
              <a:extLst>
                <a:ext uri="{FF2B5EF4-FFF2-40B4-BE49-F238E27FC236}">
                  <a16:creationId xmlns:a16="http://schemas.microsoft.com/office/drawing/2014/main" id="{B9329DA5-07CB-09CF-2F17-FCE616A58DA0}"/>
                </a:ext>
              </a:extLst>
            </p:cNvPr>
            <p:cNvGrpSpPr/>
            <p:nvPr/>
          </p:nvGrpSpPr>
          <p:grpSpPr>
            <a:xfrm flipH="1">
              <a:off x="5818343" y="1158240"/>
              <a:ext cx="1216820" cy="739140"/>
              <a:chOff x="1543048" y="1158240"/>
              <a:chExt cx="1216820" cy="739140"/>
            </a:xfrm>
            <a:grpFill/>
          </p:grpSpPr>
          <p:sp>
            <p:nvSpPr>
              <p:cNvPr id="59" name="Téglalap: lekerekített 58">
                <a:extLst>
                  <a:ext uri="{FF2B5EF4-FFF2-40B4-BE49-F238E27FC236}">
                    <a16:creationId xmlns:a16="http://schemas.microsoft.com/office/drawing/2014/main" id="{D8D8C077-4E09-DE2D-A53B-02385107577D}"/>
                  </a:ext>
                </a:extLst>
              </p:cNvPr>
              <p:cNvSpPr/>
              <p:nvPr/>
            </p:nvSpPr>
            <p:spPr>
              <a:xfrm>
                <a:off x="1543048" y="1158240"/>
                <a:ext cx="821551" cy="739140"/>
              </a:xfrm>
              <a:prstGeom prst="roundRect">
                <a:avLst>
                  <a:gd name="adj" fmla="val 23883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60" name="Háromszög 59">
                <a:extLst>
                  <a:ext uri="{FF2B5EF4-FFF2-40B4-BE49-F238E27FC236}">
                    <a16:creationId xmlns:a16="http://schemas.microsoft.com/office/drawing/2014/main" id="{C5172036-6DE3-3AA0-50D8-7CD9178B35E1}"/>
                  </a:ext>
                </a:extLst>
              </p:cNvPr>
              <p:cNvSpPr/>
              <p:nvPr/>
            </p:nvSpPr>
            <p:spPr>
              <a:xfrm>
                <a:off x="2364599" y="1158240"/>
                <a:ext cx="395269" cy="118110"/>
              </a:xfrm>
              <a:prstGeom prst="triangle">
                <a:avLst>
                  <a:gd name="adj" fmla="val 76364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61" name="Téglalap 60">
                <a:extLst>
                  <a:ext uri="{FF2B5EF4-FFF2-40B4-BE49-F238E27FC236}">
                    <a16:creationId xmlns:a16="http://schemas.microsoft.com/office/drawing/2014/main" id="{EB07FDF0-F6CA-A64B-7654-157E97E78D9B}"/>
                  </a:ext>
                </a:extLst>
              </p:cNvPr>
              <p:cNvSpPr/>
              <p:nvPr/>
            </p:nvSpPr>
            <p:spPr>
              <a:xfrm>
                <a:off x="2185988" y="1158240"/>
                <a:ext cx="481011" cy="23448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</p:grpSp>
      <p:sp>
        <p:nvSpPr>
          <p:cNvPr id="1075" name="Téglalap 1074">
            <a:extLst>
              <a:ext uri="{FF2B5EF4-FFF2-40B4-BE49-F238E27FC236}">
                <a16:creationId xmlns:a16="http://schemas.microsoft.com/office/drawing/2014/main" id="{199B36C1-9698-9C5D-A705-A94763C70695}"/>
              </a:ext>
            </a:extLst>
          </p:cNvPr>
          <p:cNvSpPr/>
          <p:nvPr/>
        </p:nvSpPr>
        <p:spPr>
          <a:xfrm>
            <a:off x="10505589" y="1764447"/>
            <a:ext cx="7571770" cy="50680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endParaRPr lang="hu-HU" dirty="0"/>
          </a:p>
        </p:txBody>
      </p:sp>
      <p:grpSp>
        <p:nvGrpSpPr>
          <p:cNvPr id="34" name="Csoportba foglalás 33">
            <a:extLst>
              <a:ext uri="{FF2B5EF4-FFF2-40B4-BE49-F238E27FC236}">
                <a16:creationId xmlns:a16="http://schemas.microsoft.com/office/drawing/2014/main" id="{4564BDE7-820B-86E3-F27F-0246C64CF45F}"/>
              </a:ext>
            </a:extLst>
          </p:cNvPr>
          <p:cNvGrpSpPr/>
          <p:nvPr/>
        </p:nvGrpSpPr>
        <p:grpSpPr>
          <a:xfrm>
            <a:off x="-6010957" y="1679293"/>
            <a:ext cx="7924802" cy="5153180"/>
            <a:chOff x="1543048" y="1158240"/>
            <a:chExt cx="5495927" cy="3573780"/>
          </a:xfrm>
          <a:solidFill>
            <a:schemeClr val="bg1">
              <a:lumMod val="65000"/>
            </a:schemeClr>
          </a:solidFill>
        </p:grpSpPr>
        <p:sp>
          <p:nvSpPr>
            <p:cNvPr id="16" name="Téglalap 15">
              <a:extLst>
                <a:ext uri="{FF2B5EF4-FFF2-40B4-BE49-F238E27FC236}">
                  <a16:creationId xmlns:a16="http://schemas.microsoft.com/office/drawing/2014/main" id="{B8794280-8666-6F98-5735-8CFAD1B84707}"/>
                </a:ext>
              </a:extLst>
            </p:cNvPr>
            <p:cNvSpPr/>
            <p:nvPr/>
          </p:nvSpPr>
          <p:spPr>
            <a:xfrm>
              <a:off x="1543048" y="1275484"/>
              <a:ext cx="5495927" cy="3456536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grpSp>
          <p:nvGrpSpPr>
            <p:cNvPr id="25" name="Csoportba foglalás 24">
              <a:extLst>
                <a:ext uri="{FF2B5EF4-FFF2-40B4-BE49-F238E27FC236}">
                  <a16:creationId xmlns:a16="http://schemas.microsoft.com/office/drawing/2014/main" id="{60DE5100-8A52-3DA7-4A2E-61D25DAB14BD}"/>
                </a:ext>
              </a:extLst>
            </p:cNvPr>
            <p:cNvGrpSpPr/>
            <p:nvPr/>
          </p:nvGrpSpPr>
          <p:grpSpPr>
            <a:xfrm>
              <a:off x="1543048" y="1158240"/>
              <a:ext cx="1216820" cy="739140"/>
              <a:chOff x="1543048" y="1158240"/>
              <a:chExt cx="1216820" cy="739140"/>
            </a:xfrm>
            <a:grpFill/>
          </p:grpSpPr>
          <p:sp>
            <p:nvSpPr>
              <p:cNvPr id="17" name="Téglalap: lekerekített 16">
                <a:extLst>
                  <a:ext uri="{FF2B5EF4-FFF2-40B4-BE49-F238E27FC236}">
                    <a16:creationId xmlns:a16="http://schemas.microsoft.com/office/drawing/2014/main" id="{6206AA55-9ED6-56A7-98E9-6B488FF8EA64}"/>
                  </a:ext>
                </a:extLst>
              </p:cNvPr>
              <p:cNvSpPr/>
              <p:nvPr/>
            </p:nvSpPr>
            <p:spPr>
              <a:xfrm>
                <a:off x="1543048" y="1158240"/>
                <a:ext cx="821551" cy="739140"/>
              </a:xfrm>
              <a:prstGeom prst="roundRect">
                <a:avLst>
                  <a:gd name="adj" fmla="val 23883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9" name="Háromszög 18">
                <a:extLst>
                  <a:ext uri="{FF2B5EF4-FFF2-40B4-BE49-F238E27FC236}">
                    <a16:creationId xmlns:a16="http://schemas.microsoft.com/office/drawing/2014/main" id="{03822039-862C-5CB5-9094-1F3EFB8B22F1}"/>
                  </a:ext>
                </a:extLst>
              </p:cNvPr>
              <p:cNvSpPr/>
              <p:nvPr/>
            </p:nvSpPr>
            <p:spPr>
              <a:xfrm>
                <a:off x="2364599" y="1158240"/>
                <a:ext cx="395269" cy="118110"/>
              </a:xfrm>
              <a:prstGeom prst="triangle">
                <a:avLst>
                  <a:gd name="adj" fmla="val 76364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20" name="Téglalap 19">
                <a:extLst>
                  <a:ext uri="{FF2B5EF4-FFF2-40B4-BE49-F238E27FC236}">
                    <a16:creationId xmlns:a16="http://schemas.microsoft.com/office/drawing/2014/main" id="{5CBE8490-9F0F-2E75-6678-147C97D0AD1A}"/>
                  </a:ext>
                </a:extLst>
              </p:cNvPr>
              <p:cNvSpPr/>
              <p:nvPr/>
            </p:nvSpPr>
            <p:spPr>
              <a:xfrm>
                <a:off x="2185988" y="1158240"/>
                <a:ext cx="481011" cy="23448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grpSp>
          <p:nvGrpSpPr>
            <p:cNvPr id="30" name="Csoportba foglalás 29">
              <a:extLst>
                <a:ext uri="{FF2B5EF4-FFF2-40B4-BE49-F238E27FC236}">
                  <a16:creationId xmlns:a16="http://schemas.microsoft.com/office/drawing/2014/main" id="{C9FD6036-1E63-821E-13D5-C3B3E17927C6}"/>
                </a:ext>
              </a:extLst>
            </p:cNvPr>
            <p:cNvGrpSpPr/>
            <p:nvPr/>
          </p:nvGrpSpPr>
          <p:grpSpPr>
            <a:xfrm flipH="1">
              <a:off x="5818343" y="1158240"/>
              <a:ext cx="1216820" cy="739140"/>
              <a:chOff x="1543048" y="1158240"/>
              <a:chExt cx="1216820" cy="739140"/>
            </a:xfrm>
            <a:grpFill/>
          </p:grpSpPr>
          <p:sp>
            <p:nvSpPr>
              <p:cNvPr id="31" name="Téglalap: lekerekített 30">
                <a:extLst>
                  <a:ext uri="{FF2B5EF4-FFF2-40B4-BE49-F238E27FC236}">
                    <a16:creationId xmlns:a16="http://schemas.microsoft.com/office/drawing/2014/main" id="{8F034592-22B8-F90D-FB10-32AE6A45255F}"/>
                  </a:ext>
                </a:extLst>
              </p:cNvPr>
              <p:cNvSpPr/>
              <p:nvPr/>
            </p:nvSpPr>
            <p:spPr>
              <a:xfrm>
                <a:off x="1543048" y="1158240"/>
                <a:ext cx="821551" cy="739140"/>
              </a:xfrm>
              <a:prstGeom prst="roundRect">
                <a:avLst>
                  <a:gd name="adj" fmla="val 23883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2" name="Háromszög 31">
                <a:extLst>
                  <a:ext uri="{FF2B5EF4-FFF2-40B4-BE49-F238E27FC236}">
                    <a16:creationId xmlns:a16="http://schemas.microsoft.com/office/drawing/2014/main" id="{C253259A-6C6B-3868-918A-4E047C31E9F2}"/>
                  </a:ext>
                </a:extLst>
              </p:cNvPr>
              <p:cNvSpPr/>
              <p:nvPr/>
            </p:nvSpPr>
            <p:spPr>
              <a:xfrm>
                <a:off x="2364599" y="1158240"/>
                <a:ext cx="395269" cy="118110"/>
              </a:xfrm>
              <a:prstGeom prst="triangle">
                <a:avLst>
                  <a:gd name="adj" fmla="val 76364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" name="Téglalap 32">
                <a:extLst>
                  <a:ext uri="{FF2B5EF4-FFF2-40B4-BE49-F238E27FC236}">
                    <a16:creationId xmlns:a16="http://schemas.microsoft.com/office/drawing/2014/main" id="{A2CB6558-FD90-A95B-6AEF-AFD5CE2EF7F3}"/>
                  </a:ext>
                </a:extLst>
              </p:cNvPr>
              <p:cNvSpPr/>
              <p:nvPr/>
            </p:nvSpPr>
            <p:spPr>
              <a:xfrm>
                <a:off x="2185988" y="1158240"/>
                <a:ext cx="481011" cy="23448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</p:grpSp>
      <p:sp>
        <p:nvSpPr>
          <p:cNvPr id="1076" name="Téglalap 1075">
            <a:extLst>
              <a:ext uri="{FF2B5EF4-FFF2-40B4-BE49-F238E27FC236}">
                <a16:creationId xmlns:a16="http://schemas.microsoft.com/office/drawing/2014/main" id="{DEA4D34D-DA9D-CEAC-5C94-5089B8143266}"/>
              </a:ext>
            </a:extLst>
          </p:cNvPr>
          <p:cNvSpPr/>
          <p:nvPr/>
        </p:nvSpPr>
        <p:spPr>
          <a:xfrm>
            <a:off x="-5863102" y="1848352"/>
            <a:ext cx="7626350" cy="503741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r>
              <a:rPr lang="hu-HU" sz="6000" dirty="0">
                <a:solidFill>
                  <a:schemeClr val="tx1"/>
                </a:solidFill>
                <a:latin typeface="Bodoni MT" panose="02070603080606020203" pitchFamily="18" charset="0"/>
              </a:rPr>
              <a:t>Angol Bemutatás</a:t>
            </a:r>
          </a:p>
        </p:txBody>
      </p:sp>
      <p:pic>
        <p:nvPicPr>
          <p:cNvPr id="3" name="Kép 2">
            <a:extLst>
              <a:ext uri="{FF2B5EF4-FFF2-40B4-BE49-F238E27FC236}">
                <a16:creationId xmlns:a16="http://schemas.microsoft.com/office/drawing/2014/main" id="{6500D1AE-7085-ED2B-2EC4-62825BC38D09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64000"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artisticBlur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-5875802" y="1837599"/>
            <a:ext cx="7552866" cy="480060"/>
          </a:xfrm>
          <a:prstGeom prst="rect">
            <a:avLst/>
          </a:prstGeom>
          <a:effectLst/>
        </p:spPr>
      </p:pic>
      <p:grpSp>
        <p:nvGrpSpPr>
          <p:cNvPr id="45" name="Csoportba foglalás 44">
            <a:extLst>
              <a:ext uri="{FF2B5EF4-FFF2-40B4-BE49-F238E27FC236}">
                <a16:creationId xmlns:a16="http://schemas.microsoft.com/office/drawing/2014/main" id="{5EA1C6EC-B775-5645-B721-A6361B6755AA}"/>
              </a:ext>
            </a:extLst>
          </p:cNvPr>
          <p:cNvGrpSpPr/>
          <p:nvPr/>
        </p:nvGrpSpPr>
        <p:grpSpPr>
          <a:xfrm>
            <a:off x="-6016453" y="1848352"/>
            <a:ext cx="7924802" cy="5182801"/>
            <a:chOff x="1543048" y="1158240"/>
            <a:chExt cx="5495927" cy="3573780"/>
          </a:xfrm>
          <a:solidFill>
            <a:schemeClr val="bg2">
              <a:lumMod val="90000"/>
            </a:schemeClr>
          </a:solidFill>
        </p:grpSpPr>
        <p:sp>
          <p:nvSpPr>
            <p:cNvPr id="46" name="Téglalap 45">
              <a:extLst>
                <a:ext uri="{FF2B5EF4-FFF2-40B4-BE49-F238E27FC236}">
                  <a16:creationId xmlns:a16="http://schemas.microsoft.com/office/drawing/2014/main" id="{C1448D5A-EFEA-BEDC-1954-BDB36809F6A3}"/>
                </a:ext>
              </a:extLst>
            </p:cNvPr>
            <p:cNvSpPr/>
            <p:nvPr/>
          </p:nvSpPr>
          <p:spPr>
            <a:xfrm>
              <a:off x="1543048" y="1275484"/>
              <a:ext cx="5495927" cy="3456536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grpSp>
          <p:nvGrpSpPr>
            <p:cNvPr id="47" name="Csoportba foglalás 46">
              <a:extLst>
                <a:ext uri="{FF2B5EF4-FFF2-40B4-BE49-F238E27FC236}">
                  <a16:creationId xmlns:a16="http://schemas.microsoft.com/office/drawing/2014/main" id="{CBA8D07C-05F5-6CB2-42C9-3B074C4C9616}"/>
                </a:ext>
              </a:extLst>
            </p:cNvPr>
            <p:cNvGrpSpPr/>
            <p:nvPr/>
          </p:nvGrpSpPr>
          <p:grpSpPr>
            <a:xfrm>
              <a:off x="1543048" y="1158240"/>
              <a:ext cx="1216820" cy="739140"/>
              <a:chOff x="1543048" y="1158240"/>
              <a:chExt cx="1216820" cy="739140"/>
            </a:xfrm>
            <a:grpFill/>
          </p:grpSpPr>
          <p:sp>
            <p:nvSpPr>
              <p:cNvPr id="52" name="Téglalap: lekerekített 51">
                <a:extLst>
                  <a:ext uri="{FF2B5EF4-FFF2-40B4-BE49-F238E27FC236}">
                    <a16:creationId xmlns:a16="http://schemas.microsoft.com/office/drawing/2014/main" id="{B30C4FB7-9C02-119E-CFBB-0BBE6EBDD777}"/>
                  </a:ext>
                </a:extLst>
              </p:cNvPr>
              <p:cNvSpPr/>
              <p:nvPr/>
            </p:nvSpPr>
            <p:spPr>
              <a:xfrm>
                <a:off x="1543048" y="1158240"/>
                <a:ext cx="821551" cy="739140"/>
              </a:xfrm>
              <a:prstGeom prst="roundRect">
                <a:avLst>
                  <a:gd name="adj" fmla="val 23883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53" name="Háromszög 52">
                <a:extLst>
                  <a:ext uri="{FF2B5EF4-FFF2-40B4-BE49-F238E27FC236}">
                    <a16:creationId xmlns:a16="http://schemas.microsoft.com/office/drawing/2014/main" id="{CA524AA1-5957-ADF3-F782-B486FED0ABC6}"/>
                  </a:ext>
                </a:extLst>
              </p:cNvPr>
              <p:cNvSpPr/>
              <p:nvPr/>
            </p:nvSpPr>
            <p:spPr>
              <a:xfrm>
                <a:off x="2364599" y="1158240"/>
                <a:ext cx="395269" cy="118110"/>
              </a:xfrm>
              <a:prstGeom prst="triangle">
                <a:avLst>
                  <a:gd name="adj" fmla="val 76364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54" name="Téglalap 53">
                <a:extLst>
                  <a:ext uri="{FF2B5EF4-FFF2-40B4-BE49-F238E27FC236}">
                    <a16:creationId xmlns:a16="http://schemas.microsoft.com/office/drawing/2014/main" id="{2F48F54E-3A5C-C759-07E2-A1FAF1B4AA78}"/>
                  </a:ext>
                </a:extLst>
              </p:cNvPr>
              <p:cNvSpPr/>
              <p:nvPr/>
            </p:nvSpPr>
            <p:spPr>
              <a:xfrm>
                <a:off x="2185988" y="1158240"/>
                <a:ext cx="481011" cy="23448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grpSp>
          <p:nvGrpSpPr>
            <p:cNvPr id="48" name="Csoportba foglalás 47">
              <a:extLst>
                <a:ext uri="{FF2B5EF4-FFF2-40B4-BE49-F238E27FC236}">
                  <a16:creationId xmlns:a16="http://schemas.microsoft.com/office/drawing/2014/main" id="{78436C6E-1B84-B76B-6AE6-AF37118207DA}"/>
                </a:ext>
              </a:extLst>
            </p:cNvPr>
            <p:cNvGrpSpPr/>
            <p:nvPr/>
          </p:nvGrpSpPr>
          <p:grpSpPr>
            <a:xfrm flipH="1">
              <a:off x="5818343" y="1158240"/>
              <a:ext cx="1216820" cy="739140"/>
              <a:chOff x="1543048" y="1158240"/>
              <a:chExt cx="1216820" cy="739140"/>
            </a:xfrm>
            <a:grpFill/>
          </p:grpSpPr>
          <p:sp>
            <p:nvSpPr>
              <p:cNvPr id="49" name="Téglalap: lekerekített 48">
                <a:extLst>
                  <a:ext uri="{FF2B5EF4-FFF2-40B4-BE49-F238E27FC236}">
                    <a16:creationId xmlns:a16="http://schemas.microsoft.com/office/drawing/2014/main" id="{54D39E71-88A2-D5F2-66F9-B0B7A35231ED}"/>
                  </a:ext>
                </a:extLst>
              </p:cNvPr>
              <p:cNvSpPr/>
              <p:nvPr/>
            </p:nvSpPr>
            <p:spPr>
              <a:xfrm>
                <a:off x="1543048" y="1158240"/>
                <a:ext cx="821551" cy="739140"/>
              </a:xfrm>
              <a:prstGeom prst="roundRect">
                <a:avLst>
                  <a:gd name="adj" fmla="val 23883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50" name="Háromszög 49">
                <a:extLst>
                  <a:ext uri="{FF2B5EF4-FFF2-40B4-BE49-F238E27FC236}">
                    <a16:creationId xmlns:a16="http://schemas.microsoft.com/office/drawing/2014/main" id="{D2821D88-ED23-9508-565A-8FB86D66A0CB}"/>
                  </a:ext>
                </a:extLst>
              </p:cNvPr>
              <p:cNvSpPr/>
              <p:nvPr/>
            </p:nvSpPr>
            <p:spPr>
              <a:xfrm>
                <a:off x="2364599" y="1158240"/>
                <a:ext cx="395269" cy="118110"/>
              </a:xfrm>
              <a:prstGeom prst="triangle">
                <a:avLst>
                  <a:gd name="adj" fmla="val 76364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51" name="Téglalap 50">
                <a:extLst>
                  <a:ext uri="{FF2B5EF4-FFF2-40B4-BE49-F238E27FC236}">
                    <a16:creationId xmlns:a16="http://schemas.microsoft.com/office/drawing/2014/main" id="{A760DCD8-6295-FEF5-86EB-9AF12E51A7DC}"/>
                  </a:ext>
                </a:extLst>
              </p:cNvPr>
              <p:cNvSpPr/>
              <p:nvPr/>
            </p:nvSpPr>
            <p:spPr>
              <a:xfrm>
                <a:off x="2185988" y="1158240"/>
                <a:ext cx="481011" cy="23448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</p:grpSp>
      <p:pic>
        <p:nvPicPr>
          <p:cNvPr id="1045" name="Kép 1044">
            <a:extLst>
              <a:ext uri="{FF2B5EF4-FFF2-40B4-BE49-F238E27FC236}">
                <a16:creationId xmlns:a16="http://schemas.microsoft.com/office/drawing/2014/main" id="{6ACC9FA4-5C68-BC9A-7988-0F7C1F8ED86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artisticBlur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0515041" y="1789974"/>
            <a:ext cx="7552866" cy="480060"/>
          </a:xfrm>
          <a:prstGeom prst="rect">
            <a:avLst/>
          </a:prstGeom>
          <a:effectLst/>
        </p:spPr>
      </p:pic>
      <p:grpSp>
        <p:nvGrpSpPr>
          <p:cNvPr id="1025" name="Csoportba foglalás 1024">
            <a:extLst>
              <a:ext uri="{FF2B5EF4-FFF2-40B4-BE49-F238E27FC236}">
                <a16:creationId xmlns:a16="http://schemas.microsoft.com/office/drawing/2014/main" id="{43A5B99E-4E4C-5750-6955-FAA98D8E6337}"/>
              </a:ext>
            </a:extLst>
          </p:cNvPr>
          <p:cNvGrpSpPr/>
          <p:nvPr/>
        </p:nvGrpSpPr>
        <p:grpSpPr>
          <a:xfrm>
            <a:off x="10390803" y="1817423"/>
            <a:ext cx="7924802" cy="5068026"/>
            <a:chOff x="1543048" y="1158240"/>
            <a:chExt cx="5495927" cy="3573780"/>
          </a:xfrm>
          <a:solidFill>
            <a:schemeClr val="accent2">
              <a:lumMod val="40000"/>
              <a:lumOff val="60000"/>
            </a:schemeClr>
          </a:solidFill>
        </p:grpSpPr>
        <p:sp>
          <p:nvSpPr>
            <p:cNvPr id="1027" name="Téglalap 1026">
              <a:extLst>
                <a:ext uri="{FF2B5EF4-FFF2-40B4-BE49-F238E27FC236}">
                  <a16:creationId xmlns:a16="http://schemas.microsoft.com/office/drawing/2014/main" id="{F5CE7893-EA5E-41B6-0E1B-810206EE1E2C}"/>
                </a:ext>
              </a:extLst>
            </p:cNvPr>
            <p:cNvSpPr/>
            <p:nvPr/>
          </p:nvSpPr>
          <p:spPr>
            <a:xfrm>
              <a:off x="1543048" y="1275484"/>
              <a:ext cx="5495927" cy="3456536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grpSp>
          <p:nvGrpSpPr>
            <p:cNvPr id="1028" name="Csoportba foglalás 1027">
              <a:extLst>
                <a:ext uri="{FF2B5EF4-FFF2-40B4-BE49-F238E27FC236}">
                  <a16:creationId xmlns:a16="http://schemas.microsoft.com/office/drawing/2014/main" id="{18FE7B1A-E411-53F1-9832-DB2D54C95B10}"/>
                </a:ext>
              </a:extLst>
            </p:cNvPr>
            <p:cNvGrpSpPr/>
            <p:nvPr/>
          </p:nvGrpSpPr>
          <p:grpSpPr>
            <a:xfrm>
              <a:off x="1543048" y="1158240"/>
              <a:ext cx="1216820" cy="739140"/>
              <a:chOff x="1543048" y="1158240"/>
              <a:chExt cx="1216820" cy="739140"/>
            </a:xfrm>
            <a:grpFill/>
          </p:grpSpPr>
          <p:sp>
            <p:nvSpPr>
              <p:cNvPr id="1033" name="Téglalap: lekerekített 1032">
                <a:extLst>
                  <a:ext uri="{FF2B5EF4-FFF2-40B4-BE49-F238E27FC236}">
                    <a16:creationId xmlns:a16="http://schemas.microsoft.com/office/drawing/2014/main" id="{9542762D-16BD-80BB-300E-57EBF6C64118}"/>
                  </a:ext>
                </a:extLst>
              </p:cNvPr>
              <p:cNvSpPr/>
              <p:nvPr/>
            </p:nvSpPr>
            <p:spPr>
              <a:xfrm>
                <a:off x="1543048" y="1158240"/>
                <a:ext cx="821551" cy="739140"/>
              </a:xfrm>
              <a:prstGeom prst="roundRect">
                <a:avLst>
                  <a:gd name="adj" fmla="val 23883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34" name="Háromszög 1033">
                <a:extLst>
                  <a:ext uri="{FF2B5EF4-FFF2-40B4-BE49-F238E27FC236}">
                    <a16:creationId xmlns:a16="http://schemas.microsoft.com/office/drawing/2014/main" id="{7EB73D4B-933B-61C4-5B01-71F796C33B27}"/>
                  </a:ext>
                </a:extLst>
              </p:cNvPr>
              <p:cNvSpPr/>
              <p:nvPr/>
            </p:nvSpPr>
            <p:spPr>
              <a:xfrm>
                <a:off x="2364599" y="1158240"/>
                <a:ext cx="395269" cy="118110"/>
              </a:xfrm>
              <a:prstGeom prst="triangle">
                <a:avLst>
                  <a:gd name="adj" fmla="val 76364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35" name="Téglalap 1034">
                <a:extLst>
                  <a:ext uri="{FF2B5EF4-FFF2-40B4-BE49-F238E27FC236}">
                    <a16:creationId xmlns:a16="http://schemas.microsoft.com/office/drawing/2014/main" id="{FA20B65F-9465-345E-8718-E9934876589D}"/>
                  </a:ext>
                </a:extLst>
              </p:cNvPr>
              <p:cNvSpPr/>
              <p:nvPr/>
            </p:nvSpPr>
            <p:spPr>
              <a:xfrm>
                <a:off x="2185988" y="1158240"/>
                <a:ext cx="481011" cy="23448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grpSp>
          <p:nvGrpSpPr>
            <p:cNvPr id="1029" name="Csoportba foglalás 1028">
              <a:extLst>
                <a:ext uri="{FF2B5EF4-FFF2-40B4-BE49-F238E27FC236}">
                  <a16:creationId xmlns:a16="http://schemas.microsoft.com/office/drawing/2014/main" id="{D0DF9004-5A84-70B0-32A5-4BF458C6A23A}"/>
                </a:ext>
              </a:extLst>
            </p:cNvPr>
            <p:cNvGrpSpPr/>
            <p:nvPr/>
          </p:nvGrpSpPr>
          <p:grpSpPr>
            <a:xfrm flipH="1">
              <a:off x="5818343" y="1158240"/>
              <a:ext cx="1216820" cy="739140"/>
              <a:chOff x="1543048" y="1158240"/>
              <a:chExt cx="1216820" cy="739140"/>
            </a:xfrm>
            <a:grpFill/>
          </p:grpSpPr>
          <p:sp>
            <p:nvSpPr>
              <p:cNvPr id="1030" name="Téglalap: lekerekített 1029">
                <a:extLst>
                  <a:ext uri="{FF2B5EF4-FFF2-40B4-BE49-F238E27FC236}">
                    <a16:creationId xmlns:a16="http://schemas.microsoft.com/office/drawing/2014/main" id="{C7331806-9235-4387-B694-1D74E77CCDC2}"/>
                  </a:ext>
                </a:extLst>
              </p:cNvPr>
              <p:cNvSpPr/>
              <p:nvPr/>
            </p:nvSpPr>
            <p:spPr>
              <a:xfrm>
                <a:off x="1543048" y="1158240"/>
                <a:ext cx="821551" cy="739140"/>
              </a:xfrm>
              <a:prstGeom prst="roundRect">
                <a:avLst>
                  <a:gd name="adj" fmla="val 23883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31" name="Háromszög 1030">
                <a:extLst>
                  <a:ext uri="{FF2B5EF4-FFF2-40B4-BE49-F238E27FC236}">
                    <a16:creationId xmlns:a16="http://schemas.microsoft.com/office/drawing/2014/main" id="{07E0CEE7-7E53-E8FF-8CD4-E0E90D95814A}"/>
                  </a:ext>
                </a:extLst>
              </p:cNvPr>
              <p:cNvSpPr/>
              <p:nvPr/>
            </p:nvSpPr>
            <p:spPr>
              <a:xfrm>
                <a:off x="2364599" y="1158240"/>
                <a:ext cx="395269" cy="118110"/>
              </a:xfrm>
              <a:prstGeom prst="triangle">
                <a:avLst>
                  <a:gd name="adj" fmla="val 76364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32" name="Téglalap 1031">
                <a:extLst>
                  <a:ext uri="{FF2B5EF4-FFF2-40B4-BE49-F238E27FC236}">
                    <a16:creationId xmlns:a16="http://schemas.microsoft.com/office/drawing/2014/main" id="{DB8B5F54-91BA-0CC2-D972-3A5094E28DEB}"/>
                  </a:ext>
                </a:extLst>
              </p:cNvPr>
              <p:cNvSpPr/>
              <p:nvPr/>
            </p:nvSpPr>
            <p:spPr>
              <a:xfrm>
                <a:off x="2185988" y="1158240"/>
                <a:ext cx="481011" cy="23448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</p:grpSp>
      <p:sp>
        <p:nvSpPr>
          <p:cNvPr id="1050" name="Téglalap 1049">
            <a:extLst>
              <a:ext uri="{FF2B5EF4-FFF2-40B4-BE49-F238E27FC236}">
                <a16:creationId xmlns:a16="http://schemas.microsoft.com/office/drawing/2014/main" id="{C2E50856-3F23-2759-F815-9F056C765344}"/>
              </a:ext>
            </a:extLst>
          </p:cNvPr>
          <p:cNvSpPr/>
          <p:nvPr/>
        </p:nvSpPr>
        <p:spPr>
          <a:xfrm>
            <a:off x="4022816" y="6072649"/>
            <a:ext cx="4324574" cy="1080226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1051" name="Téglalap: felső két sarkán levágva 1050">
            <a:extLst>
              <a:ext uri="{FF2B5EF4-FFF2-40B4-BE49-F238E27FC236}">
                <a16:creationId xmlns:a16="http://schemas.microsoft.com/office/drawing/2014/main" id="{8D4F74F5-F349-F88A-B4C3-B61EAD01B965}"/>
              </a:ext>
            </a:extLst>
          </p:cNvPr>
          <p:cNvSpPr/>
          <p:nvPr/>
        </p:nvSpPr>
        <p:spPr>
          <a:xfrm rot="10800000">
            <a:off x="3852213" y="5758071"/>
            <a:ext cx="4608000" cy="314577"/>
          </a:xfrm>
          <a:prstGeom prst="snip2SameRect">
            <a:avLst>
              <a:gd name="adj1" fmla="val 27265"/>
              <a:gd name="adj2" fmla="val 0"/>
            </a:avLst>
          </a:prstGeom>
          <a:solidFill>
            <a:srgbClr val="D9D9D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pic>
        <p:nvPicPr>
          <p:cNvPr id="1049" name="Kép 1048">
            <a:extLst>
              <a:ext uri="{FF2B5EF4-FFF2-40B4-BE49-F238E27FC236}">
                <a16:creationId xmlns:a16="http://schemas.microsoft.com/office/drawing/2014/main" id="{A6032552-7D65-E680-304E-2D0D810203E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45854" y="2367539"/>
            <a:ext cx="3968441" cy="3968441"/>
          </a:xfrm>
          <a:prstGeom prst="rect">
            <a:avLst/>
          </a:prstGeom>
        </p:spPr>
      </p:pic>
      <p:pic>
        <p:nvPicPr>
          <p:cNvPr id="1047" name="Kép 1046">
            <a:extLst>
              <a:ext uri="{FF2B5EF4-FFF2-40B4-BE49-F238E27FC236}">
                <a16:creationId xmlns:a16="http://schemas.microsoft.com/office/drawing/2014/main" id="{62441F9A-4627-E5A7-FEDC-2488B3D37366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11109" y="2367538"/>
            <a:ext cx="3968441" cy="3968441"/>
          </a:xfrm>
          <a:prstGeom prst="rect">
            <a:avLst/>
          </a:prstGeom>
        </p:spPr>
      </p:pic>
      <p:pic>
        <p:nvPicPr>
          <p:cNvPr id="1074" name="Kép 1073">
            <a:extLst>
              <a:ext uri="{FF2B5EF4-FFF2-40B4-BE49-F238E27FC236}">
                <a16:creationId xmlns:a16="http://schemas.microsoft.com/office/drawing/2014/main" id="{74771D5D-9249-1FCF-78FA-50610DCCB221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80417" y="-5158151"/>
            <a:ext cx="8985673" cy="5990449"/>
          </a:xfrm>
          <a:prstGeom prst="rect">
            <a:avLst/>
          </a:prstGeom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E3A1ED91-E9BC-01A9-645E-A9E2D6A18AB6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97846" y="10556468"/>
            <a:ext cx="3539905" cy="35399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3949261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 advClick="0" advTm="300">
        <p159:morph option="byObject"/>
      </p:transition>
    </mc:Choice>
    <mc:Fallback>
      <p:transition spd="slow" advClick="0" advTm="300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BFBC88-7D19-DABB-C90E-661C357174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Kép 7">
            <a:extLst>
              <a:ext uri="{FF2B5EF4-FFF2-40B4-BE49-F238E27FC236}">
                <a16:creationId xmlns:a16="http://schemas.microsoft.com/office/drawing/2014/main" id="{BF91E07C-7F76-DCEB-83CA-489D45728EE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41481" y="-152400"/>
            <a:ext cx="6191152" cy="7162800"/>
          </a:xfrm>
          <a:prstGeom prst="rect">
            <a:avLst/>
          </a:prstGeom>
        </p:spPr>
      </p:pic>
      <p:grpSp>
        <p:nvGrpSpPr>
          <p:cNvPr id="55" name="Csoportba foglalás 54">
            <a:extLst>
              <a:ext uri="{FF2B5EF4-FFF2-40B4-BE49-F238E27FC236}">
                <a16:creationId xmlns:a16="http://schemas.microsoft.com/office/drawing/2014/main" id="{C8F83A9E-4D26-0742-D2FE-8FBC7AD4DCC3}"/>
              </a:ext>
            </a:extLst>
          </p:cNvPr>
          <p:cNvGrpSpPr/>
          <p:nvPr/>
        </p:nvGrpSpPr>
        <p:grpSpPr>
          <a:xfrm>
            <a:off x="-6460880" y="1329601"/>
            <a:ext cx="7924802" cy="5153180"/>
            <a:chOff x="1543048" y="1158240"/>
            <a:chExt cx="5495927" cy="3573780"/>
          </a:xfrm>
          <a:solidFill>
            <a:schemeClr val="accent2">
              <a:lumMod val="20000"/>
              <a:lumOff val="80000"/>
            </a:schemeClr>
          </a:solidFill>
        </p:grpSpPr>
        <p:sp>
          <p:nvSpPr>
            <p:cNvPr id="56" name="Téglalap 55">
              <a:extLst>
                <a:ext uri="{FF2B5EF4-FFF2-40B4-BE49-F238E27FC236}">
                  <a16:creationId xmlns:a16="http://schemas.microsoft.com/office/drawing/2014/main" id="{E57C62EF-0919-D064-5C22-515029C94957}"/>
                </a:ext>
              </a:extLst>
            </p:cNvPr>
            <p:cNvSpPr/>
            <p:nvPr/>
          </p:nvSpPr>
          <p:spPr>
            <a:xfrm>
              <a:off x="1543048" y="1275484"/>
              <a:ext cx="5495927" cy="3456536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grpSp>
          <p:nvGrpSpPr>
            <p:cNvPr id="57" name="Csoportba foglalás 56">
              <a:extLst>
                <a:ext uri="{FF2B5EF4-FFF2-40B4-BE49-F238E27FC236}">
                  <a16:creationId xmlns:a16="http://schemas.microsoft.com/office/drawing/2014/main" id="{5C8A4846-499D-15B2-D5B8-3117EE4BB9D3}"/>
                </a:ext>
              </a:extLst>
            </p:cNvPr>
            <p:cNvGrpSpPr/>
            <p:nvPr/>
          </p:nvGrpSpPr>
          <p:grpSpPr>
            <a:xfrm>
              <a:off x="1543048" y="1158240"/>
              <a:ext cx="1216820" cy="739140"/>
              <a:chOff x="1543048" y="1158240"/>
              <a:chExt cx="1216820" cy="739140"/>
            </a:xfrm>
            <a:grpFill/>
          </p:grpSpPr>
          <p:sp>
            <p:nvSpPr>
              <p:cNvPr id="62" name="Téglalap: lekerekített 61">
                <a:extLst>
                  <a:ext uri="{FF2B5EF4-FFF2-40B4-BE49-F238E27FC236}">
                    <a16:creationId xmlns:a16="http://schemas.microsoft.com/office/drawing/2014/main" id="{AFA08261-0489-8D62-5DA3-7974F7EB028E}"/>
                  </a:ext>
                </a:extLst>
              </p:cNvPr>
              <p:cNvSpPr/>
              <p:nvPr/>
            </p:nvSpPr>
            <p:spPr>
              <a:xfrm>
                <a:off x="1543048" y="1158240"/>
                <a:ext cx="821551" cy="739140"/>
              </a:xfrm>
              <a:prstGeom prst="roundRect">
                <a:avLst>
                  <a:gd name="adj" fmla="val 23883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63" name="Háromszög 62">
                <a:extLst>
                  <a:ext uri="{FF2B5EF4-FFF2-40B4-BE49-F238E27FC236}">
                    <a16:creationId xmlns:a16="http://schemas.microsoft.com/office/drawing/2014/main" id="{D0612F9C-234C-EF3D-6395-C0F3C1DAF79E}"/>
                  </a:ext>
                </a:extLst>
              </p:cNvPr>
              <p:cNvSpPr/>
              <p:nvPr/>
            </p:nvSpPr>
            <p:spPr>
              <a:xfrm>
                <a:off x="2364599" y="1158240"/>
                <a:ext cx="395269" cy="118110"/>
              </a:xfrm>
              <a:prstGeom prst="triangle">
                <a:avLst>
                  <a:gd name="adj" fmla="val 76364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24" name="Téglalap 1023">
                <a:extLst>
                  <a:ext uri="{FF2B5EF4-FFF2-40B4-BE49-F238E27FC236}">
                    <a16:creationId xmlns:a16="http://schemas.microsoft.com/office/drawing/2014/main" id="{A4CFFF51-17E8-76FF-623C-7BEE6DB376FB}"/>
                  </a:ext>
                </a:extLst>
              </p:cNvPr>
              <p:cNvSpPr/>
              <p:nvPr/>
            </p:nvSpPr>
            <p:spPr>
              <a:xfrm>
                <a:off x="2185988" y="1158240"/>
                <a:ext cx="481011" cy="23448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grpSp>
          <p:nvGrpSpPr>
            <p:cNvPr id="58" name="Csoportba foglalás 57">
              <a:extLst>
                <a:ext uri="{FF2B5EF4-FFF2-40B4-BE49-F238E27FC236}">
                  <a16:creationId xmlns:a16="http://schemas.microsoft.com/office/drawing/2014/main" id="{85220D8B-1EC1-1E22-7F1D-187E7F2F2628}"/>
                </a:ext>
              </a:extLst>
            </p:cNvPr>
            <p:cNvGrpSpPr/>
            <p:nvPr/>
          </p:nvGrpSpPr>
          <p:grpSpPr>
            <a:xfrm flipH="1">
              <a:off x="5818343" y="1158240"/>
              <a:ext cx="1216820" cy="739140"/>
              <a:chOff x="1543048" y="1158240"/>
              <a:chExt cx="1216820" cy="739140"/>
            </a:xfrm>
            <a:grpFill/>
          </p:grpSpPr>
          <p:sp>
            <p:nvSpPr>
              <p:cNvPr id="59" name="Téglalap: lekerekített 58">
                <a:extLst>
                  <a:ext uri="{FF2B5EF4-FFF2-40B4-BE49-F238E27FC236}">
                    <a16:creationId xmlns:a16="http://schemas.microsoft.com/office/drawing/2014/main" id="{9A33733B-C727-E473-11D2-D81A33F38A8C}"/>
                  </a:ext>
                </a:extLst>
              </p:cNvPr>
              <p:cNvSpPr/>
              <p:nvPr/>
            </p:nvSpPr>
            <p:spPr>
              <a:xfrm>
                <a:off x="1543048" y="1158240"/>
                <a:ext cx="821551" cy="739140"/>
              </a:xfrm>
              <a:prstGeom prst="roundRect">
                <a:avLst>
                  <a:gd name="adj" fmla="val 23883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60" name="Háromszög 59">
                <a:extLst>
                  <a:ext uri="{FF2B5EF4-FFF2-40B4-BE49-F238E27FC236}">
                    <a16:creationId xmlns:a16="http://schemas.microsoft.com/office/drawing/2014/main" id="{3FA94660-F763-AB71-C2AD-5D7382954822}"/>
                  </a:ext>
                </a:extLst>
              </p:cNvPr>
              <p:cNvSpPr/>
              <p:nvPr/>
            </p:nvSpPr>
            <p:spPr>
              <a:xfrm>
                <a:off x="2364599" y="1158240"/>
                <a:ext cx="395269" cy="118110"/>
              </a:xfrm>
              <a:prstGeom prst="triangle">
                <a:avLst>
                  <a:gd name="adj" fmla="val 76364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61" name="Téglalap 60">
                <a:extLst>
                  <a:ext uri="{FF2B5EF4-FFF2-40B4-BE49-F238E27FC236}">
                    <a16:creationId xmlns:a16="http://schemas.microsoft.com/office/drawing/2014/main" id="{64F20730-0FE7-665B-E968-F7D3B4B4FF10}"/>
                  </a:ext>
                </a:extLst>
              </p:cNvPr>
              <p:cNvSpPr/>
              <p:nvPr/>
            </p:nvSpPr>
            <p:spPr>
              <a:xfrm>
                <a:off x="2185988" y="1158240"/>
                <a:ext cx="481011" cy="23448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</p:grpSp>
      <p:sp>
        <p:nvSpPr>
          <p:cNvPr id="1075" name="Téglalap 1074">
            <a:extLst>
              <a:ext uri="{FF2B5EF4-FFF2-40B4-BE49-F238E27FC236}">
                <a16:creationId xmlns:a16="http://schemas.microsoft.com/office/drawing/2014/main" id="{0FA3FF87-E66E-E5C4-D780-EF5AEA7A63CA}"/>
              </a:ext>
            </a:extLst>
          </p:cNvPr>
          <p:cNvSpPr/>
          <p:nvPr/>
        </p:nvSpPr>
        <p:spPr>
          <a:xfrm>
            <a:off x="-6340376" y="1414755"/>
            <a:ext cx="7571770" cy="50680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pic>
        <p:nvPicPr>
          <p:cNvPr id="1045" name="Kép 1044">
            <a:extLst>
              <a:ext uri="{FF2B5EF4-FFF2-40B4-BE49-F238E27FC236}">
                <a16:creationId xmlns:a16="http://schemas.microsoft.com/office/drawing/2014/main" id="{15B8DDE5-36A9-DC8C-359B-45419A44C5A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artisticBlur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-6321472" y="1425246"/>
            <a:ext cx="7552866" cy="480060"/>
          </a:xfrm>
          <a:prstGeom prst="rect">
            <a:avLst/>
          </a:prstGeom>
          <a:effectLst/>
        </p:spPr>
      </p:pic>
      <p:grpSp>
        <p:nvGrpSpPr>
          <p:cNvPr id="1025" name="Csoportba foglalás 1024">
            <a:extLst>
              <a:ext uri="{FF2B5EF4-FFF2-40B4-BE49-F238E27FC236}">
                <a16:creationId xmlns:a16="http://schemas.microsoft.com/office/drawing/2014/main" id="{1DDD3514-3943-145B-32FE-07E18FE05522}"/>
              </a:ext>
            </a:extLst>
          </p:cNvPr>
          <p:cNvGrpSpPr/>
          <p:nvPr/>
        </p:nvGrpSpPr>
        <p:grpSpPr>
          <a:xfrm>
            <a:off x="-6454659" y="1497108"/>
            <a:ext cx="7924802" cy="5068026"/>
            <a:chOff x="1543048" y="1158240"/>
            <a:chExt cx="5495927" cy="3573780"/>
          </a:xfrm>
          <a:solidFill>
            <a:schemeClr val="accent2">
              <a:lumMod val="40000"/>
              <a:lumOff val="60000"/>
            </a:schemeClr>
          </a:solidFill>
        </p:grpSpPr>
        <p:sp>
          <p:nvSpPr>
            <p:cNvPr id="1027" name="Téglalap 1026">
              <a:extLst>
                <a:ext uri="{FF2B5EF4-FFF2-40B4-BE49-F238E27FC236}">
                  <a16:creationId xmlns:a16="http://schemas.microsoft.com/office/drawing/2014/main" id="{323C852A-FE5C-49E4-D831-BB14A5F99B14}"/>
                </a:ext>
              </a:extLst>
            </p:cNvPr>
            <p:cNvSpPr/>
            <p:nvPr/>
          </p:nvSpPr>
          <p:spPr>
            <a:xfrm>
              <a:off x="1543048" y="1275484"/>
              <a:ext cx="5495927" cy="3456536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grpSp>
          <p:nvGrpSpPr>
            <p:cNvPr id="1028" name="Csoportba foglalás 1027">
              <a:extLst>
                <a:ext uri="{FF2B5EF4-FFF2-40B4-BE49-F238E27FC236}">
                  <a16:creationId xmlns:a16="http://schemas.microsoft.com/office/drawing/2014/main" id="{C581109F-1250-3613-D699-2D3BB6CD911F}"/>
                </a:ext>
              </a:extLst>
            </p:cNvPr>
            <p:cNvGrpSpPr/>
            <p:nvPr/>
          </p:nvGrpSpPr>
          <p:grpSpPr>
            <a:xfrm>
              <a:off x="1543048" y="1158240"/>
              <a:ext cx="1216820" cy="739140"/>
              <a:chOff x="1543048" y="1158240"/>
              <a:chExt cx="1216820" cy="739140"/>
            </a:xfrm>
            <a:grpFill/>
          </p:grpSpPr>
          <p:sp>
            <p:nvSpPr>
              <p:cNvPr id="1033" name="Téglalap: lekerekített 1032">
                <a:extLst>
                  <a:ext uri="{FF2B5EF4-FFF2-40B4-BE49-F238E27FC236}">
                    <a16:creationId xmlns:a16="http://schemas.microsoft.com/office/drawing/2014/main" id="{3AAFB035-95A4-8784-953C-09B49779E2DB}"/>
                  </a:ext>
                </a:extLst>
              </p:cNvPr>
              <p:cNvSpPr/>
              <p:nvPr/>
            </p:nvSpPr>
            <p:spPr>
              <a:xfrm>
                <a:off x="1543048" y="1158240"/>
                <a:ext cx="821551" cy="739140"/>
              </a:xfrm>
              <a:prstGeom prst="roundRect">
                <a:avLst>
                  <a:gd name="adj" fmla="val 23883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34" name="Háromszög 1033">
                <a:extLst>
                  <a:ext uri="{FF2B5EF4-FFF2-40B4-BE49-F238E27FC236}">
                    <a16:creationId xmlns:a16="http://schemas.microsoft.com/office/drawing/2014/main" id="{B95D4616-E11E-5E10-75D8-784147D5FF5A}"/>
                  </a:ext>
                </a:extLst>
              </p:cNvPr>
              <p:cNvSpPr/>
              <p:nvPr/>
            </p:nvSpPr>
            <p:spPr>
              <a:xfrm>
                <a:off x="2364599" y="1158240"/>
                <a:ext cx="395269" cy="118110"/>
              </a:xfrm>
              <a:prstGeom prst="triangle">
                <a:avLst>
                  <a:gd name="adj" fmla="val 76364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35" name="Téglalap 1034">
                <a:extLst>
                  <a:ext uri="{FF2B5EF4-FFF2-40B4-BE49-F238E27FC236}">
                    <a16:creationId xmlns:a16="http://schemas.microsoft.com/office/drawing/2014/main" id="{C6FAD9C2-B9A9-B668-0C45-156BC611E538}"/>
                  </a:ext>
                </a:extLst>
              </p:cNvPr>
              <p:cNvSpPr/>
              <p:nvPr/>
            </p:nvSpPr>
            <p:spPr>
              <a:xfrm>
                <a:off x="2185988" y="1158240"/>
                <a:ext cx="481011" cy="23448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grpSp>
          <p:nvGrpSpPr>
            <p:cNvPr id="1029" name="Csoportba foglalás 1028">
              <a:extLst>
                <a:ext uri="{FF2B5EF4-FFF2-40B4-BE49-F238E27FC236}">
                  <a16:creationId xmlns:a16="http://schemas.microsoft.com/office/drawing/2014/main" id="{EDCA8B20-D830-4276-0BAC-E5A02238C336}"/>
                </a:ext>
              </a:extLst>
            </p:cNvPr>
            <p:cNvGrpSpPr/>
            <p:nvPr/>
          </p:nvGrpSpPr>
          <p:grpSpPr>
            <a:xfrm flipH="1">
              <a:off x="5818343" y="1158240"/>
              <a:ext cx="1216820" cy="739140"/>
              <a:chOff x="1543048" y="1158240"/>
              <a:chExt cx="1216820" cy="739140"/>
            </a:xfrm>
            <a:grpFill/>
          </p:grpSpPr>
          <p:sp>
            <p:nvSpPr>
              <p:cNvPr id="1030" name="Téglalap: lekerekített 1029">
                <a:extLst>
                  <a:ext uri="{FF2B5EF4-FFF2-40B4-BE49-F238E27FC236}">
                    <a16:creationId xmlns:a16="http://schemas.microsoft.com/office/drawing/2014/main" id="{BED34918-BA7F-F315-4BBD-ECD42A4FB42B}"/>
                  </a:ext>
                </a:extLst>
              </p:cNvPr>
              <p:cNvSpPr/>
              <p:nvPr/>
            </p:nvSpPr>
            <p:spPr>
              <a:xfrm>
                <a:off x="1543048" y="1158240"/>
                <a:ext cx="821551" cy="739140"/>
              </a:xfrm>
              <a:prstGeom prst="roundRect">
                <a:avLst>
                  <a:gd name="adj" fmla="val 23883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31" name="Háromszög 1030">
                <a:extLst>
                  <a:ext uri="{FF2B5EF4-FFF2-40B4-BE49-F238E27FC236}">
                    <a16:creationId xmlns:a16="http://schemas.microsoft.com/office/drawing/2014/main" id="{48D75053-F729-950C-A6C1-7F56D17F7675}"/>
                  </a:ext>
                </a:extLst>
              </p:cNvPr>
              <p:cNvSpPr/>
              <p:nvPr/>
            </p:nvSpPr>
            <p:spPr>
              <a:xfrm>
                <a:off x="2364599" y="1158240"/>
                <a:ext cx="395269" cy="118110"/>
              </a:xfrm>
              <a:prstGeom prst="triangle">
                <a:avLst>
                  <a:gd name="adj" fmla="val 76364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032" name="Téglalap 1031">
                <a:extLst>
                  <a:ext uri="{FF2B5EF4-FFF2-40B4-BE49-F238E27FC236}">
                    <a16:creationId xmlns:a16="http://schemas.microsoft.com/office/drawing/2014/main" id="{0F05046E-1942-4109-FBA7-FAA8895F0508}"/>
                  </a:ext>
                </a:extLst>
              </p:cNvPr>
              <p:cNvSpPr/>
              <p:nvPr/>
            </p:nvSpPr>
            <p:spPr>
              <a:xfrm>
                <a:off x="2185988" y="1158240"/>
                <a:ext cx="481011" cy="23448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</p:grpSp>
      <p:grpSp>
        <p:nvGrpSpPr>
          <p:cNvPr id="34" name="Csoportba foglalás 33">
            <a:extLst>
              <a:ext uri="{FF2B5EF4-FFF2-40B4-BE49-F238E27FC236}">
                <a16:creationId xmlns:a16="http://schemas.microsoft.com/office/drawing/2014/main" id="{5DAD8C3D-5091-E8DB-C95E-7A28CE1FAD3C}"/>
              </a:ext>
            </a:extLst>
          </p:cNvPr>
          <p:cNvGrpSpPr/>
          <p:nvPr/>
        </p:nvGrpSpPr>
        <p:grpSpPr>
          <a:xfrm>
            <a:off x="-6455384" y="1622467"/>
            <a:ext cx="7924802" cy="5153180"/>
            <a:chOff x="1543048" y="1158240"/>
            <a:chExt cx="5495927" cy="3573780"/>
          </a:xfrm>
          <a:solidFill>
            <a:schemeClr val="bg1">
              <a:lumMod val="65000"/>
            </a:schemeClr>
          </a:solidFill>
        </p:grpSpPr>
        <p:sp>
          <p:nvSpPr>
            <p:cNvPr id="16" name="Téglalap 15">
              <a:extLst>
                <a:ext uri="{FF2B5EF4-FFF2-40B4-BE49-F238E27FC236}">
                  <a16:creationId xmlns:a16="http://schemas.microsoft.com/office/drawing/2014/main" id="{0632D00F-F203-B051-2487-E2EEA1A83972}"/>
                </a:ext>
              </a:extLst>
            </p:cNvPr>
            <p:cNvSpPr/>
            <p:nvPr/>
          </p:nvSpPr>
          <p:spPr>
            <a:xfrm>
              <a:off x="1543048" y="1275484"/>
              <a:ext cx="5495927" cy="3456536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grpSp>
          <p:nvGrpSpPr>
            <p:cNvPr id="25" name="Csoportba foglalás 24">
              <a:extLst>
                <a:ext uri="{FF2B5EF4-FFF2-40B4-BE49-F238E27FC236}">
                  <a16:creationId xmlns:a16="http://schemas.microsoft.com/office/drawing/2014/main" id="{F9E9799E-995E-2C02-43C2-FA066484272E}"/>
                </a:ext>
              </a:extLst>
            </p:cNvPr>
            <p:cNvGrpSpPr/>
            <p:nvPr/>
          </p:nvGrpSpPr>
          <p:grpSpPr>
            <a:xfrm>
              <a:off x="1543048" y="1158240"/>
              <a:ext cx="1216820" cy="739140"/>
              <a:chOff x="1543048" y="1158240"/>
              <a:chExt cx="1216820" cy="739140"/>
            </a:xfrm>
            <a:grpFill/>
          </p:grpSpPr>
          <p:sp>
            <p:nvSpPr>
              <p:cNvPr id="17" name="Téglalap: lekerekített 16">
                <a:extLst>
                  <a:ext uri="{FF2B5EF4-FFF2-40B4-BE49-F238E27FC236}">
                    <a16:creationId xmlns:a16="http://schemas.microsoft.com/office/drawing/2014/main" id="{98E706B5-7132-9EFC-F8DB-0BB6FC022FE3}"/>
                  </a:ext>
                </a:extLst>
              </p:cNvPr>
              <p:cNvSpPr/>
              <p:nvPr/>
            </p:nvSpPr>
            <p:spPr>
              <a:xfrm>
                <a:off x="1543048" y="1158240"/>
                <a:ext cx="821551" cy="739140"/>
              </a:xfrm>
              <a:prstGeom prst="roundRect">
                <a:avLst>
                  <a:gd name="adj" fmla="val 23883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9" name="Háromszög 18">
                <a:extLst>
                  <a:ext uri="{FF2B5EF4-FFF2-40B4-BE49-F238E27FC236}">
                    <a16:creationId xmlns:a16="http://schemas.microsoft.com/office/drawing/2014/main" id="{FD22E998-24EC-F180-95AF-824DDDAB17D7}"/>
                  </a:ext>
                </a:extLst>
              </p:cNvPr>
              <p:cNvSpPr/>
              <p:nvPr/>
            </p:nvSpPr>
            <p:spPr>
              <a:xfrm>
                <a:off x="2364599" y="1158240"/>
                <a:ext cx="395269" cy="118110"/>
              </a:xfrm>
              <a:prstGeom prst="triangle">
                <a:avLst>
                  <a:gd name="adj" fmla="val 76364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20" name="Téglalap 19">
                <a:extLst>
                  <a:ext uri="{FF2B5EF4-FFF2-40B4-BE49-F238E27FC236}">
                    <a16:creationId xmlns:a16="http://schemas.microsoft.com/office/drawing/2014/main" id="{0BA8C094-A18C-F7CA-6D94-14BC9263CCB2}"/>
                  </a:ext>
                </a:extLst>
              </p:cNvPr>
              <p:cNvSpPr/>
              <p:nvPr/>
            </p:nvSpPr>
            <p:spPr>
              <a:xfrm>
                <a:off x="2185988" y="1158240"/>
                <a:ext cx="481011" cy="23448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grpSp>
          <p:nvGrpSpPr>
            <p:cNvPr id="30" name="Csoportba foglalás 29">
              <a:extLst>
                <a:ext uri="{FF2B5EF4-FFF2-40B4-BE49-F238E27FC236}">
                  <a16:creationId xmlns:a16="http://schemas.microsoft.com/office/drawing/2014/main" id="{A0996B2A-FC17-CE28-8865-CD25045C9FEC}"/>
                </a:ext>
              </a:extLst>
            </p:cNvPr>
            <p:cNvGrpSpPr/>
            <p:nvPr/>
          </p:nvGrpSpPr>
          <p:grpSpPr>
            <a:xfrm flipH="1">
              <a:off x="5818343" y="1158240"/>
              <a:ext cx="1216820" cy="739140"/>
              <a:chOff x="1543048" y="1158240"/>
              <a:chExt cx="1216820" cy="739140"/>
            </a:xfrm>
            <a:grpFill/>
          </p:grpSpPr>
          <p:sp>
            <p:nvSpPr>
              <p:cNvPr id="31" name="Téglalap: lekerekített 30">
                <a:extLst>
                  <a:ext uri="{FF2B5EF4-FFF2-40B4-BE49-F238E27FC236}">
                    <a16:creationId xmlns:a16="http://schemas.microsoft.com/office/drawing/2014/main" id="{8FABD5F2-FA08-44E9-DDF9-14753D67E82B}"/>
                  </a:ext>
                </a:extLst>
              </p:cNvPr>
              <p:cNvSpPr/>
              <p:nvPr/>
            </p:nvSpPr>
            <p:spPr>
              <a:xfrm>
                <a:off x="1543048" y="1158240"/>
                <a:ext cx="821551" cy="739140"/>
              </a:xfrm>
              <a:prstGeom prst="roundRect">
                <a:avLst>
                  <a:gd name="adj" fmla="val 23883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2" name="Háromszög 31">
                <a:extLst>
                  <a:ext uri="{FF2B5EF4-FFF2-40B4-BE49-F238E27FC236}">
                    <a16:creationId xmlns:a16="http://schemas.microsoft.com/office/drawing/2014/main" id="{AB293D5E-2CDB-7AAC-C1AF-3036289C7A96}"/>
                  </a:ext>
                </a:extLst>
              </p:cNvPr>
              <p:cNvSpPr/>
              <p:nvPr/>
            </p:nvSpPr>
            <p:spPr>
              <a:xfrm>
                <a:off x="2364599" y="1158240"/>
                <a:ext cx="395269" cy="118110"/>
              </a:xfrm>
              <a:prstGeom prst="triangle">
                <a:avLst>
                  <a:gd name="adj" fmla="val 76364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3" name="Téglalap 32">
                <a:extLst>
                  <a:ext uri="{FF2B5EF4-FFF2-40B4-BE49-F238E27FC236}">
                    <a16:creationId xmlns:a16="http://schemas.microsoft.com/office/drawing/2014/main" id="{8045782B-F3C8-8503-B12C-5471D1C8B0D7}"/>
                  </a:ext>
                </a:extLst>
              </p:cNvPr>
              <p:cNvSpPr/>
              <p:nvPr/>
            </p:nvSpPr>
            <p:spPr>
              <a:xfrm>
                <a:off x="2185988" y="1158240"/>
                <a:ext cx="481011" cy="23448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</p:grpSp>
      <p:sp>
        <p:nvSpPr>
          <p:cNvPr id="1076" name="Téglalap 1075">
            <a:extLst>
              <a:ext uri="{FF2B5EF4-FFF2-40B4-BE49-F238E27FC236}">
                <a16:creationId xmlns:a16="http://schemas.microsoft.com/office/drawing/2014/main" id="{F732CAA6-75E9-F709-9526-E8FD10055543}"/>
              </a:ext>
            </a:extLst>
          </p:cNvPr>
          <p:cNvSpPr/>
          <p:nvPr/>
        </p:nvSpPr>
        <p:spPr>
          <a:xfrm>
            <a:off x="-6306783" y="1707621"/>
            <a:ext cx="7594313" cy="50680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pic>
        <p:nvPicPr>
          <p:cNvPr id="1044" name="Kép 1043">
            <a:extLst>
              <a:ext uri="{FF2B5EF4-FFF2-40B4-BE49-F238E27FC236}">
                <a16:creationId xmlns:a16="http://schemas.microsoft.com/office/drawing/2014/main" id="{0148F7A0-930E-87FF-CEE3-A884AA50808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artisticBlur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-6265335" y="1733148"/>
            <a:ext cx="7552866" cy="480060"/>
          </a:xfrm>
          <a:prstGeom prst="rect">
            <a:avLst/>
          </a:prstGeom>
          <a:effectLst/>
        </p:spPr>
      </p:pic>
      <p:grpSp>
        <p:nvGrpSpPr>
          <p:cNvPr id="45" name="Csoportba foglalás 44">
            <a:extLst>
              <a:ext uri="{FF2B5EF4-FFF2-40B4-BE49-F238E27FC236}">
                <a16:creationId xmlns:a16="http://schemas.microsoft.com/office/drawing/2014/main" id="{3E75C26A-1868-165D-5355-A9922FD107D2}"/>
              </a:ext>
            </a:extLst>
          </p:cNvPr>
          <p:cNvGrpSpPr/>
          <p:nvPr/>
        </p:nvGrpSpPr>
        <p:grpSpPr>
          <a:xfrm>
            <a:off x="-6444385" y="1789974"/>
            <a:ext cx="7924802" cy="5068026"/>
            <a:chOff x="1543048" y="1158240"/>
            <a:chExt cx="5495927" cy="3573780"/>
          </a:xfrm>
          <a:solidFill>
            <a:schemeClr val="bg2">
              <a:lumMod val="90000"/>
            </a:schemeClr>
          </a:solidFill>
        </p:grpSpPr>
        <p:sp>
          <p:nvSpPr>
            <p:cNvPr id="46" name="Téglalap 45">
              <a:extLst>
                <a:ext uri="{FF2B5EF4-FFF2-40B4-BE49-F238E27FC236}">
                  <a16:creationId xmlns:a16="http://schemas.microsoft.com/office/drawing/2014/main" id="{EC048CA3-4380-AAD6-7764-946D988E4B8C}"/>
                </a:ext>
              </a:extLst>
            </p:cNvPr>
            <p:cNvSpPr/>
            <p:nvPr/>
          </p:nvSpPr>
          <p:spPr>
            <a:xfrm>
              <a:off x="1543048" y="1275484"/>
              <a:ext cx="5495927" cy="3456536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grpSp>
          <p:nvGrpSpPr>
            <p:cNvPr id="47" name="Csoportba foglalás 46">
              <a:extLst>
                <a:ext uri="{FF2B5EF4-FFF2-40B4-BE49-F238E27FC236}">
                  <a16:creationId xmlns:a16="http://schemas.microsoft.com/office/drawing/2014/main" id="{BE9DD237-D7D7-88CF-0510-E62F07C9A5A5}"/>
                </a:ext>
              </a:extLst>
            </p:cNvPr>
            <p:cNvGrpSpPr/>
            <p:nvPr/>
          </p:nvGrpSpPr>
          <p:grpSpPr>
            <a:xfrm>
              <a:off x="1543048" y="1158240"/>
              <a:ext cx="1216820" cy="739140"/>
              <a:chOff x="1543048" y="1158240"/>
              <a:chExt cx="1216820" cy="739140"/>
            </a:xfrm>
            <a:grpFill/>
          </p:grpSpPr>
          <p:sp>
            <p:nvSpPr>
              <p:cNvPr id="52" name="Téglalap: lekerekített 51">
                <a:extLst>
                  <a:ext uri="{FF2B5EF4-FFF2-40B4-BE49-F238E27FC236}">
                    <a16:creationId xmlns:a16="http://schemas.microsoft.com/office/drawing/2014/main" id="{CAEAF02F-3F90-B164-7677-F740603B0B3D}"/>
                  </a:ext>
                </a:extLst>
              </p:cNvPr>
              <p:cNvSpPr/>
              <p:nvPr/>
            </p:nvSpPr>
            <p:spPr>
              <a:xfrm>
                <a:off x="1543048" y="1158240"/>
                <a:ext cx="821551" cy="739140"/>
              </a:xfrm>
              <a:prstGeom prst="roundRect">
                <a:avLst>
                  <a:gd name="adj" fmla="val 23883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53" name="Háromszög 52">
                <a:extLst>
                  <a:ext uri="{FF2B5EF4-FFF2-40B4-BE49-F238E27FC236}">
                    <a16:creationId xmlns:a16="http://schemas.microsoft.com/office/drawing/2014/main" id="{AA9FABFB-1B7F-81F9-7CBA-A5D5CB890B1D}"/>
                  </a:ext>
                </a:extLst>
              </p:cNvPr>
              <p:cNvSpPr/>
              <p:nvPr/>
            </p:nvSpPr>
            <p:spPr>
              <a:xfrm>
                <a:off x="2364599" y="1158240"/>
                <a:ext cx="395269" cy="118110"/>
              </a:xfrm>
              <a:prstGeom prst="triangle">
                <a:avLst>
                  <a:gd name="adj" fmla="val 76364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54" name="Téglalap 53">
                <a:extLst>
                  <a:ext uri="{FF2B5EF4-FFF2-40B4-BE49-F238E27FC236}">
                    <a16:creationId xmlns:a16="http://schemas.microsoft.com/office/drawing/2014/main" id="{3A5788CB-A92E-C6C4-BAA8-B5D3149C9890}"/>
                  </a:ext>
                </a:extLst>
              </p:cNvPr>
              <p:cNvSpPr/>
              <p:nvPr/>
            </p:nvSpPr>
            <p:spPr>
              <a:xfrm>
                <a:off x="2185988" y="1158240"/>
                <a:ext cx="481011" cy="23448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grpSp>
          <p:nvGrpSpPr>
            <p:cNvPr id="48" name="Csoportba foglalás 47">
              <a:extLst>
                <a:ext uri="{FF2B5EF4-FFF2-40B4-BE49-F238E27FC236}">
                  <a16:creationId xmlns:a16="http://schemas.microsoft.com/office/drawing/2014/main" id="{DF4A4425-2173-D405-992A-9FAD9E456C9E}"/>
                </a:ext>
              </a:extLst>
            </p:cNvPr>
            <p:cNvGrpSpPr/>
            <p:nvPr/>
          </p:nvGrpSpPr>
          <p:grpSpPr>
            <a:xfrm flipH="1">
              <a:off x="5818343" y="1158240"/>
              <a:ext cx="1216820" cy="739140"/>
              <a:chOff x="1543048" y="1158240"/>
              <a:chExt cx="1216820" cy="739140"/>
            </a:xfrm>
            <a:grpFill/>
          </p:grpSpPr>
          <p:sp>
            <p:nvSpPr>
              <p:cNvPr id="49" name="Téglalap: lekerekített 48">
                <a:extLst>
                  <a:ext uri="{FF2B5EF4-FFF2-40B4-BE49-F238E27FC236}">
                    <a16:creationId xmlns:a16="http://schemas.microsoft.com/office/drawing/2014/main" id="{541AB282-6940-3CD2-5B95-899AC6BC05A7}"/>
                  </a:ext>
                </a:extLst>
              </p:cNvPr>
              <p:cNvSpPr/>
              <p:nvPr/>
            </p:nvSpPr>
            <p:spPr>
              <a:xfrm>
                <a:off x="1543048" y="1158240"/>
                <a:ext cx="821551" cy="739140"/>
              </a:xfrm>
              <a:prstGeom prst="roundRect">
                <a:avLst>
                  <a:gd name="adj" fmla="val 23883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50" name="Háromszög 49">
                <a:extLst>
                  <a:ext uri="{FF2B5EF4-FFF2-40B4-BE49-F238E27FC236}">
                    <a16:creationId xmlns:a16="http://schemas.microsoft.com/office/drawing/2014/main" id="{B27CE3B4-B770-0D66-7B0B-22D1F066959B}"/>
                  </a:ext>
                </a:extLst>
              </p:cNvPr>
              <p:cNvSpPr/>
              <p:nvPr/>
            </p:nvSpPr>
            <p:spPr>
              <a:xfrm>
                <a:off x="2364599" y="1158240"/>
                <a:ext cx="395269" cy="118110"/>
              </a:xfrm>
              <a:prstGeom prst="triangle">
                <a:avLst>
                  <a:gd name="adj" fmla="val 76364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51" name="Téglalap 50">
                <a:extLst>
                  <a:ext uri="{FF2B5EF4-FFF2-40B4-BE49-F238E27FC236}">
                    <a16:creationId xmlns:a16="http://schemas.microsoft.com/office/drawing/2014/main" id="{4FF91B8B-488C-2A80-F2FB-59527F45A88D}"/>
                  </a:ext>
                </a:extLst>
              </p:cNvPr>
              <p:cNvSpPr/>
              <p:nvPr/>
            </p:nvSpPr>
            <p:spPr>
              <a:xfrm>
                <a:off x="2185988" y="1158240"/>
                <a:ext cx="481011" cy="23448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</p:grpSp>
      <p:sp>
        <p:nvSpPr>
          <p:cNvPr id="1050" name="Téglalap 1049">
            <a:extLst>
              <a:ext uri="{FF2B5EF4-FFF2-40B4-BE49-F238E27FC236}">
                <a16:creationId xmlns:a16="http://schemas.microsoft.com/office/drawing/2014/main" id="{09DA82AA-DF21-0169-FAA6-2224558189F9}"/>
              </a:ext>
            </a:extLst>
          </p:cNvPr>
          <p:cNvSpPr/>
          <p:nvPr/>
        </p:nvSpPr>
        <p:spPr>
          <a:xfrm>
            <a:off x="8325794" y="6250403"/>
            <a:ext cx="4324574" cy="1080226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1051" name="Téglalap: felső két sarkán levágva 1050">
            <a:extLst>
              <a:ext uri="{FF2B5EF4-FFF2-40B4-BE49-F238E27FC236}">
                <a16:creationId xmlns:a16="http://schemas.microsoft.com/office/drawing/2014/main" id="{4A5251DA-3D99-2805-67E0-859F5CD6953F}"/>
              </a:ext>
            </a:extLst>
          </p:cNvPr>
          <p:cNvSpPr/>
          <p:nvPr/>
        </p:nvSpPr>
        <p:spPr>
          <a:xfrm rot="10800000">
            <a:off x="8155191" y="5935825"/>
            <a:ext cx="4608000" cy="314577"/>
          </a:xfrm>
          <a:prstGeom prst="snip2SameRect">
            <a:avLst>
              <a:gd name="adj1" fmla="val 27265"/>
              <a:gd name="adj2" fmla="val 0"/>
            </a:avLst>
          </a:prstGeom>
          <a:solidFill>
            <a:srgbClr val="D9D9D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pic>
        <p:nvPicPr>
          <p:cNvPr id="1047" name="Kép 1046">
            <a:extLst>
              <a:ext uri="{FF2B5EF4-FFF2-40B4-BE49-F238E27FC236}">
                <a16:creationId xmlns:a16="http://schemas.microsoft.com/office/drawing/2014/main" id="{1EC60DAC-A7A0-3057-19E3-5E3885FD3F0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93212" y="2545292"/>
            <a:ext cx="3968441" cy="3968441"/>
          </a:xfrm>
          <a:prstGeom prst="rect">
            <a:avLst/>
          </a:prstGeom>
        </p:spPr>
      </p:pic>
      <p:pic>
        <p:nvPicPr>
          <p:cNvPr id="1049" name="Kép 1048">
            <a:extLst>
              <a:ext uri="{FF2B5EF4-FFF2-40B4-BE49-F238E27FC236}">
                <a16:creationId xmlns:a16="http://schemas.microsoft.com/office/drawing/2014/main" id="{AFF9A307-6BDE-F1E9-6EED-93556E8AAAE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9448832" y="2545293"/>
            <a:ext cx="3968441" cy="3968441"/>
          </a:xfrm>
          <a:prstGeom prst="rect">
            <a:avLst/>
          </a:prstGeom>
        </p:spPr>
      </p:pic>
      <p:pic>
        <p:nvPicPr>
          <p:cNvPr id="1074" name="Kép 1073">
            <a:extLst>
              <a:ext uri="{FF2B5EF4-FFF2-40B4-BE49-F238E27FC236}">
                <a16:creationId xmlns:a16="http://schemas.microsoft.com/office/drawing/2014/main" id="{FD05F52D-9BBB-3E30-4154-B48907AF5E39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80417" y="-4967651"/>
            <a:ext cx="8985673" cy="5990449"/>
          </a:xfrm>
          <a:prstGeom prst="rect">
            <a:avLst/>
          </a:prstGeom>
        </p:spPr>
      </p:pic>
      <p:sp>
        <p:nvSpPr>
          <p:cNvPr id="2" name="Szövegdoboz 1">
            <a:extLst>
              <a:ext uri="{FF2B5EF4-FFF2-40B4-BE49-F238E27FC236}">
                <a16:creationId xmlns:a16="http://schemas.microsoft.com/office/drawing/2014/main" id="{7CC2471C-392C-7852-18D1-6079C79E8634}"/>
              </a:ext>
            </a:extLst>
          </p:cNvPr>
          <p:cNvSpPr txBox="1"/>
          <p:nvPr/>
        </p:nvSpPr>
        <p:spPr>
          <a:xfrm>
            <a:off x="8325794" y="814590"/>
            <a:ext cx="386464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3600" b="1" dirty="0">
                <a:latin typeface="Cinzel Black" panose="00000A00000000000000" pitchFamily="2" charset="-18"/>
              </a:rPr>
              <a:t>Köszönjük a figyelmet</a:t>
            </a:r>
          </a:p>
        </p:txBody>
      </p:sp>
    </p:spTree>
    <p:extLst>
      <p:ext uri="{BB962C8B-B14F-4D97-AF65-F5344CB8AC3E}">
        <p14:creationId xmlns:p14="http://schemas.microsoft.com/office/powerpoint/2010/main" val="257671976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436</TotalTime>
  <Words>224</Words>
  <Application>Microsoft Office PowerPoint</Application>
  <PresentationFormat>Szélesvásznú</PresentationFormat>
  <Paragraphs>95</Paragraphs>
  <Slides>25</Slides>
  <Notes>19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6</vt:i4>
      </vt:variant>
      <vt:variant>
        <vt:lpstr>Téma</vt:lpstr>
      </vt:variant>
      <vt:variant>
        <vt:i4>1</vt:i4>
      </vt:variant>
      <vt:variant>
        <vt:lpstr>Diacímek</vt:lpstr>
      </vt:variant>
      <vt:variant>
        <vt:i4>25</vt:i4>
      </vt:variant>
    </vt:vector>
  </HeadingPairs>
  <TitlesOfParts>
    <vt:vector size="32" baseType="lpstr">
      <vt:lpstr>ADLaM Display</vt:lpstr>
      <vt:lpstr>Aptos</vt:lpstr>
      <vt:lpstr>Aptos Display</vt:lpstr>
      <vt:lpstr>Arial</vt:lpstr>
      <vt:lpstr>Bodoni MT</vt:lpstr>
      <vt:lpstr>Cinzel Black</vt:lpstr>
      <vt:lpstr>Office-téma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PowerPoint-bemutató</dc:title>
  <dc:creator>Hartwig-Matos Dávid Gábor</dc:creator>
  <cp:lastModifiedBy>Hartwig-Matos Dávid Gábor</cp:lastModifiedBy>
  <cp:revision>14</cp:revision>
  <dcterms:created xsi:type="dcterms:W3CDTF">2026-04-23T15:00:42Z</dcterms:created>
  <dcterms:modified xsi:type="dcterms:W3CDTF">2026-04-25T13:57:29Z</dcterms:modified>
</cp:coreProperties>
</file>